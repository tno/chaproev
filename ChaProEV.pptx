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349" r:id="rId2"/>
    <p:sldId id="381" r:id="rId3"/>
    <p:sldId id="378" r:id="rId4"/>
    <p:sldId id="375" r:id="rId5"/>
    <p:sldId id="376" r:id="rId6"/>
    <p:sldId id="377" r:id="rId7"/>
    <p:sldId id="2147482875" r:id="rId8"/>
    <p:sldId id="2147482879" r:id="rId9"/>
    <p:sldId id="2147482880" r:id="rId10"/>
    <p:sldId id="2147482877" r:id="rId11"/>
    <p:sldId id="383" r:id="rId12"/>
    <p:sldId id="2147482887" r:id="rId13"/>
    <p:sldId id="2147482888" r:id="rId14"/>
    <p:sldId id="2147482889" r:id="rId15"/>
    <p:sldId id="2147482890" r:id="rId16"/>
    <p:sldId id="2147482891" r:id="rId17"/>
    <p:sldId id="340" r:id="rId18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495ED"/>
    <a:srgbClr val="344F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672090-02DA-4DCC-A540-4F5339821E1E}" v="94" dt="2026-10-14T12:37:28.9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1950" y="888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smani, O.A. (Omar)" userId="9138a46d-5e3b-4a04-8d74-2137b161a14c" providerId="ADAL" clId="{62351CF1-7D0D-4746-9F28-2824CC9CE2F7}"/>
    <pc:docChg chg="undo redo custSel addSld delSld modSld sldOrd modNotesMaster">
      <pc:chgData name="Usmani, O.A. (Omar)" userId="9138a46d-5e3b-4a04-8d74-2137b161a14c" providerId="ADAL" clId="{62351CF1-7D0D-4746-9F28-2824CC9CE2F7}" dt="2026-10-14T13:30:59.226" v="16053" actId="1037"/>
      <pc:docMkLst>
        <pc:docMk/>
      </pc:docMkLst>
      <pc:sldChg chg="modSp mod modNotes">
        <pc:chgData name="Usmani, O.A. (Omar)" userId="9138a46d-5e3b-4a04-8d74-2137b161a14c" providerId="ADAL" clId="{62351CF1-7D0D-4746-9F28-2824CC9CE2F7}" dt="2026-10-14T13:30:59.226" v="16053" actId="1037"/>
        <pc:sldMkLst>
          <pc:docMk/>
          <pc:sldMk cId="769032123" sldId="375"/>
        </pc:sldMkLst>
        <pc:picChg chg="mod">
          <ac:chgData name="Usmani, O.A. (Omar)" userId="9138a46d-5e3b-4a04-8d74-2137b161a14c" providerId="ADAL" clId="{62351CF1-7D0D-4746-9F28-2824CC9CE2F7}" dt="2026-10-14T13:30:59.226" v="16053" actId="1037"/>
          <ac:picMkLst>
            <pc:docMk/>
            <pc:sldMk cId="769032123" sldId="375"/>
            <ac:picMk id="2" creationId="{DDDC0D14-97EB-5DC3-4FC0-9BFE2ACCA381}"/>
          </ac:picMkLst>
        </pc:picChg>
      </pc:sldChg>
      <pc:sldChg chg="modNotes">
        <pc:chgData name="Usmani, O.A. (Omar)" userId="9138a46d-5e3b-4a04-8d74-2137b161a14c" providerId="ADAL" clId="{62351CF1-7D0D-4746-9F28-2824CC9CE2F7}" dt="2026-10-13T11:57:36.951" v="3569" actId="26606"/>
        <pc:sldMkLst>
          <pc:docMk/>
          <pc:sldMk cId="3660209048" sldId="376"/>
        </pc:sldMkLst>
      </pc:sldChg>
      <pc:sldChg chg="modNotes">
        <pc:chgData name="Usmani, O.A. (Omar)" userId="9138a46d-5e3b-4a04-8d74-2137b161a14c" providerId="ADAL" clId="{62351CF1-7D0D-4746-9F28-2824CC9CE2F7}" dt="2026-10-13T11:57:36.951" v="3569" actId="26606"/>
        <pc:sldMkLst>
          <pc:docMk/>
          <pc:sldMk cId="1170792396" sldId="377"/>
        </pc:sldMkLst>
      </pc:sldChg>
      <pc:sldChg chg="modSp mod modNotes">
        <pc:chgData name="Usmani, O.A. (Omar)" userId="9138a46d-5e3b-4a04-8d74-2137b161a14c" providerId="ADAL" clId="{62351CF1-7D0D-4746-9F28-2824CC9CE2F7}" dt="2026-10-13T12:29:39.067" v="6365" actId="20577"/>
        <pc:sldMkLst>
          <pc:docMk/>
          <pc:sldMk cId="3299391392" sldId="381"/>
        </pc:sldMkLst>
        <pc:spChg chg="mod">
          <ac:chgData name="Usmani, O.A. (Omar)" userId="9138a46d-5e3b-4a04-8d74-2137b161a14c" providerId="ADAL" clId="{62351CF1-7D0D-4746-9F28-2824CC9CE2F7}" dt="2026-10-13T12:29:39.067" v="6365" actId="20577"/>
          <ac:spMkLst>
            <pc:docMk/>
            <pc:sldMk cId="3299391392" sldId="381"/>
            <ac:spMk id="2" creationId="{AA66AD76-73F9-6EEF-3193-A0149082A3E4}"/>
          </ac:spMkLst>
        </pc:spChg>
      </pc:sldChg>
      <pc:sldChg chg="modSp del mod">
        <pc:chgData name="Usmani, O.A. (Omar)" userId="9138a46d-5e3b-4a04-8d74-2137b161a14c" providerId="ADAL" clId="{62351CF1-7D0D-4746-9F28-2824CC9CE2F7}" dt="2026-10-13T12:37:04.679" v="6367" actId="2696"/>
        <pc:sldMkLst>
          <pc:docMk/>
          <pc:sldMk cId="1591066356" sldId="383"/>
        </pc:sldMkLst>
      </pc:sldChg>
      <pc:sldChg chg="addSp delSp modSp add mod ord">
        <pc:chgData name="Usmani, O.A. (Omar)" userId="9138a46d-5e3b-4a04-8d74-2137b161a14c" providerId="ADAL" clId="{62351CF1-7D0D-4746-9F28-2824CC9CE2F7}" dt="2026-10-14T12:19:31.750" v="14909" actId="20577"/>
        <pc:sldMkLst>
          <pc:docMk/>
          <pc:sldMk cId="2900169239" sldId="383"/>
        </pc:sldMkLst>
        <pc:spChg chg="mod">
          <ac:chgData name="Usmani, O.A. (Omar)" userId="9138a46d-5e3b-4a04-8d74-2137b161a14c" providerId="ADAL" clId="{62351CF1-7D0D-4746-9F28-2824CC9CE2F7}" dt="2026-10-14T12:19:31.750" v="14909" actId="20577"/>
          <ac:spMkLst>
            <pc:docMk/>
            <pc:sldMk cId="2900169239" sldId="383"/>
            <ac:spMk id="2" creationId="{F5BE15A0-1725-4708-4D6C-811F7262A313}"/>
          </ac:spMkLst>
        </pc:spChg>
        <pc:spChg chg="add del mod topLvl">
          <ac:chgData name="Usmani, O.A. (Omar)" userId="9138a46d-5e3b-4a04-8d74-2137b161a14c" providerId="ADAL" clId="{62351CF1-7D0D-4746-9F28-2824CC9CE2F7}" dt="2026-10-14T07:59:00.295" v="7098" actId="478"/>
          <ac:spMkLst>
            <pc:docMk/>
            <pc:sldMk cId="2900169239" sldId="383"/>
            <ac:spMk id="8" creationId="{89A7B644-942B-FAFC-60A6-F12E1AFA2C45}"/>
          </ac:spMkLst>
        </pc:spChg>
        <pc:spChg chg="mod">
          <ac:chgData name="Usmani, O.A. (Omar)" userId="9138a46d-5e3b-4a04-8d74-2137b161a14c" providerId="ADAL" clId="{62351CF1-7D0D-4746-9F28-2824CC9CE2F7}" dt="2026-10-14T07:58:55.024" v="7095" actId="165"/>
          <ac:spMkLst>
            <pc:docMk/>
            <pc:sldMk cId="2900169239" sldId="383"/>
            <ac:spMk id="12" creationId="{D413E46A-5ED1-5328-7C1C-1E5436E1E207}"/>
          </ac:spMkLst>
        </pc:spChg>
        <pc:spChg chg="del mod topLvl">
          <ac:chgData name="Usmani, O.A. (Omar)" userId="9138a46d-5e3b-4a04-8d74-2137b161a14c" providerId="ADAL" clId="{62351CF1-7D0D-4746-9F28-2824CC9CE2F7}" dt="2026-10-14T07:58:59.145" v="7097" actId="478"/>
          <ac:spMkLst>
            <pc:docMk/>
            <pc:sldMk cId="2900169239" sldId="383"/>
            <ac:spMk id="25" creationId="{D64D0A4F-C840-ED03-665D-DBE08797FEC7}"/>
          </ac:spMkLst>
        </pc:spChg>
        <pc:spChg chg="del mod topLvl">
          <ac:chgData name="Usmani, O.A. (Omar)" userId="9138a46d-5e3b-4a04-8d74-2137b161a14c" providerId="ADAL" clId="{62351CF1-7D0D-4746-9F28-2824CC9CE2F7}" dt="2026-10-14T07:59:02.360" v="7099" actId="478"/>
          <ac:spMkLst>
            <pc:docMk/>
            <pc:sldMk cId="2900169239" sldId="383"/>
            <ac:spMk id="27" creationId="{CA4FD9FE-2F1A-3001-3C97-E80CACEC7E46}"/>
          </ac:spMkLst>
        </pc:spChg>
        <pc:spChg chg="mod">
          <ac:chgData name="Usmani, O.A. (Omar)" userId="9138a46d-5e3b-4a04-8d74-2137b161a14c" providerId="ADAL" clId="{62351CF1-7D0D-4746-9F28-2824CC9CE2F7}" dt="2026-10-14T11:08:24.694" v="12871" actId="338"/>
          <ac:spMkLst>
            <pc:docMk/>
            <pc:sldMk cId="2900169239" sldId="383"/>
            <ac:spMk id="66" creationId="{C4D5E1C4-F3BF-35C6-8830-33DB4FB14BD8}"/>
          </ac:spMkLst>
        </pc:spChg>
        <pc:spChg chg="mod topLvl">
          <ac:chgData name="Usmani, O.A. (Omar)" userId="9138a46d-5e3b-4a04-8d74-2137b161a14c" providerId="ADAL" clId="{62351CF1-7D0D-4746-9F28-2824CC9CE2F7}" dt="2026-10-14T11:08:24.694" v="12871" actId="338"/>
          <ac:spMkLst>
            <pc:docMk/>
            <pc:sldMk cId="2900169239" sldId="383"/>
            <ac:spMk id="75" creationId="{FCA2CAA1-3F58-8104-A021-308429D91DF1}"/>
          </ac:spMkLst>
        </pc:spChg>
        <pc:spChg chg="mod topLvl">
          <ac:chgData name="Usmani, O.A. (Omar)" userId="9138a46d-5e3b-4a04-8d74-2137b161a14c" providerId="ADAL" clId="{62351CF1-7D0D-4746-9F28-2824CC9CE2F7}" dt="2026-10-14T11:08:24.694" v="12871" actId="338"/>
          <ac:spMkLst>
            <pc:docMk/>
            <pc:sldMk cId="2900169239" sldId="383"/>
            <ac:spMk id="77" creationId="{EBFF0D28-CEDC-C6E2-68FE-F4FFB602BB9A}"/>
          </ac:spMkLst>
        </pc:spChg>
        <pc:spChg chg="del">
          <ac:chgData name="Usmani, O.A. (Omar)" userId="9138a46d-5e3b-4a04-8d74-2137b161a14c" providerId="ADAL" clId="{62351CF1-7D0D-4746-9F28-2824CC9CE2F7}" dt="2026-10-14T08:00:37.197" v="7169" actId="478"/>
          <ac:spMkLst>
            <pc:docMk/>
            <pc:sldMk cId="2900169239" sldId="383"/>
            <ac:spMk id="86" creationId="{1DDE0C49-11D7-144A-3465-B5AB40AE6C4A}"/>
          </ac:spMkLst>
        </pc:spChg>
        <pc:spChg chg="del">
          <ac:chgData name="Usmani, O.A. (Omar)" userId="9138a46d-5e3b-4a04-8d74-2137b161a14c" providerId="ADAL" clId="{62351CF1-7D0D-4746-9F28-2824CC9CE2F7}" dt="2026-10-14T08:01:31.221" v="7212" actId="478"/>
          <ac:spMkLst>
            <pc:docMk/>
            <pc:sldMk cId="2900169239" sldId="383"/>
            <ac:spMk id="88" creationId="{C9B459C3-3651-3D50-D6B6-29135864BB5F}"/>
          </ac:spMkLst>
        </pc:spChg>
        <pc:spChg chg="del mod">
          <ac:chgData name="Usmani, O.A. (Omar)" userId="9138a46d-5e3b-4a04-8d74-2137b161a14c" providerId="ADAL" clId="{62351CF1-7D0D-4746-9F28-2824CC9CE2F7}" dt="2026-10-14T08:02:59.623" v="7402" actId="478"/>
          <ac:spMkLst>
            <pc:docMk/>
            <pc:sldMk cId="2900169239" sldId="383"/>
            <ac:spMk id="90" creationId="{1D61702C-4A33-758E-1B28-4D43A42E17F5}"/>
          </ac:spMkLst>
        </pc:spChg>
        <pc:spChg chg="del">
          <ac:chgData name="Usmani, O.A. (Omar)" userId="9138a46d-5e3b-4a04-8d74-2137b161a14c" providerId="ADAL" clId="{62351CF1-7D0D-4746-9F28-2824CC9CE2F7}" dt="2026-10-14T08:02:56.344" v="7401" actId="478"/>
          <ac:spMkLst>
            <pc:docMk/>
            <pc:sldMk cId="2900169239" sldId="383"/>
            <ac:spMk id="92" creationId="{06758B31-C9AC-18E0-73E7-3647B648257D}"/>
          </ac:spMkLst>
        </pc:spChg>
        <pc:grpChg chg="mod topLvl">
          <ac:chgData name="Usmani, O.A. (Omar)" userId="9138a46d-5e3b-4a04-8d74-2137b161a14c" providerId="ADAL" clId="{62351CF1-7D0D-4746-9F28-2824CC9CE2F7}" dt="2026-10-14T08:19:13.628" v="7442" actId="1035"/>
          <ac:grpSpMkLst>
            <pc:docMk/>
            <pc:sldMk cId="2900169239" sldId="383"/>
            <ac:grpSpMk id="5" creationId="{5C9710D7-9CFB-F53B-CE1A-A2C947E05FD9}"/>
          </ac:grpSpMkLst>
        </pc:grpChg>
        <pc:grpChg chg="add del mod topLvl">
          <ac:chgData name="Usmani, O.A. (Omar)" userId="9138a46d-5e3b-4a04-8d74-2137b161a14c" providerId="ADAL" clId="{62351CF1-7D0D-4746-9F28-2824CC9CE2F7}" dt="2026-10-14T07:58:55.024" v="7095" actId="165"/>
          <ac:grpSpMkLst>
            <pc:docMk/>
            <pc:sldMk cId="2900169239" sldId="383"/>
            <ac:grpSpMk id="6" creationId="{1DDE811A-E21E-1A0E-EB33-C71349CB4934}"/>
          </ac:grpSpMkLst>
        </pc:grpChg>
        <pc:grpChg chg="add mod">
          <ac:chgData name="Usmani, O.A. (Omar)" userId="9138a46d-5e3b-4a04-8d74-2137b161a14c" providerId="ADAL" clId="{62351CF1-7D0D-4746-9F28-2824CC9CE2F7}" dt="2026-10-14T11:08:24.694" v="12871" actId="338"/>
          <ac:grpSpMkLst>
            <pc:docMk/>
            <pc:sldMk cId="2900169239" sldId="383"/>
            <ac:grpSpMk id="40" creationId="{0C204310-FD68-097C-E2E2-444BA00D68A6}"/>
          </ac:grpSpMkLst>
        </pc:grpChg>
        <pc:grpChg chg="add del mod topLvl">
          <ac:chgData name="Usmani, O.A. (Omar)" userId="9138a46d-5e3b-4a04-8d74-2137b161a14c" providerId="ADAL" clId="{62351CF1-7D0D-4746-9F28-2824CC9CE2F7}" dt="2026-10-14T11:08:28.993" v="12873" actId="21"/>
          <ac:grpSpMkLst>
            <pc:docMk/>
            <pc:sldMk cId="2900169239" sldId="383"/>
            <ac:grpSpMk id="65" creationId="{C0AAAC7C-D8E3-FB14-6A1A-AFBE6F97548C}"/>
          </ac:grpSpMkLst>
        </pc:grpChg>
        <pc:grpChg chg="del mod">
          <ac:chgData name="Usmani, O.A. (Omar)" userId="9138a46d-5e3b-4a04-8d74-2137b161a14c" providerId="ADAL" clId="{62351CF1-7D0D-4746-9F28-2824CC9CE2F7}" dt="2026-10-14T11:07:17.866" v="12861" actId="165"/>
          <ac:grpSpMkLst>
            <pc:docMk/>
            <pc:sldMk cId="2900169239" sldId="383"/>
            <ac:grpSpMk id="83" creationId="{525EB4F1-F651-511B-0AE6-17322951C22E}"/>
          </ac:grpSpMkLst>
        </pc:grpChg>
        <pc:grpChg chg="mod">
          <ac:chgData name="Usmani, O.A. (Omar)" userId="9138a46d-5e3b-4a04-8d74-2137b161a14c" providerId="ADAL" clId="{62351CF1-7D0D-4746-9F28-2824CC9CE2F7}" dt="2026-10-14T08:01:37.734" v="7215" actId="1076"/>
          <ac:grpSpMkLst>
            <pc:docMk/>
            <pc:sldMk cId="2900169239" sldId="383"/>
            <ac:grpSpMk id="84" creationId="{C4FB2166-3AA2-4543-72F0-AA6ECAE8B3CE}"/>
          </ac:grpSpMkLst>
        </pc:grpChg>
        <pc:grpChg chg="add del">
          <ac:chgData name="Usmani, O.A. (Omar)" userId="9138a46d-5e3b-4a04-8d74-2137b161a14c" providerId="ADAL" clId="{62351CF1-7D0D-4746-9F28-2824CC9CE2F7}" dt="2026-10-14T07:58:46.156" v="7092" actId="165"/>
          <ac:grpSpMkLst>
            <pc:docMk/>
            <pc:sldMk cId="2900169239" sldId="383"/>
            <ac:grpSpMk id="85" creationId="{61A64621-C8E9-A6DA-8A04-056EE36E24E5}"/>
          </ac:grpSpMkLst>
        </pc:grpChg>
        <pc:picChg chg="mod">
          <ac:chgData name="Usmani, O.A. (Omar)" userId="9138a46d-5e3b-4a04-8d74-2137b161a14c" providerId="ADAL" clId="{62351CF1-7D0D-4746-9F28-2824CC9CE2F7}" dt="2026-10-14T07:58:55.024" v="7095" actId="165"/>
          <ac:picMkLst>
            <pc:docMk/>
            <pc:sldMk cId="2900169239" sldId="383"/>
            <ac:picMk id="30" creationId="{9C0650F6-64D0-25A7-F7D7-F0A1785BE61E}"/>
          </ac:picMkLst>
        </pc:picChg>
        <pc:picChg chg="mod">
          <ac:chgData name="Usmani, O.A. (Omar)" userId="9138a46d-5e3b-4a04-8d74-2137b161a14c" providerId="ADAL" clId="{62351CF1-7D0D-4746-9F28-2824CC9CE2F7}" dt="2026-10-14T11:08:24.694" v="12871" actId="338"/>
          <ac:picMkLst>
            <pc:docMk/>
            <pc:sldMk cId="2900169239" sldId="383"/>
            <ac:picMk id="67" creationId="{ECAA1586-FD07-D762-35B0-E439BDE18105}"/>
          </ac:picMkLst>
        </pc:picChg>
        <pc:picChg chg="mod topLvl">
          <ac:chgData name="Usmani, O.A. (Omar)" userId="9138a46d-5e3b-4a04-8d74-2137b161a14c" providerId="ADAL" clId="{62351CF1-7D0D-4746-9F28-2824CC9CE2F7}" dt="2026-10-14T11:08:24.694" v="12871" actId="338"/>
          <ac:picMkLst>
            <pc:docMk/>
            <pc:sldMk cId="2900169239" sldId="383"/>
            <ac:picMk id="82" creationId="{2C85B5C9-4A40-ADF4-06EF-B2364FA76AA0}"/>
          </ac:picMkLst>
        </pc:picChg>
        <pc:cxnChg chg="add mod">
          <ac:chgData name="Usmani, O.A. (Omar)" userId="9138a46d-5e3b-4a04-8d74-2137b161a14c" providerId="ADAL" clId="{62351CF1-7D0D-4746-9F28-2824CC9CE2F7}" dt="2026-10-14T08:19:13.628" v="7442" actId="1035"/>
          <ac:cxnSpMkLst>
            <pc:docMk/>
            <pc:sldMk cId="2900169239" sldId="383"/>
            <ac:cxnSpMk id="10" creationId="{7333C08A-1715-C405-E9C8-EC074FD50719}"/>
          </ac:cxnSpMkLst>
        </pc:cxnChg>
        <pc:cxnChg chg="add mod">
          <ac:chgData name="Usmani, O.A. (Omar)" userId="9138a46d-5e3b-4a04-8d74-2137b161a14c" providerId="ADAL" clId="{62351CF1-7D0D-4746-9F28-2824CC9CE2F7}" dt="2026-10-14T08:19:13.628" v="7442" actId="1035"/>
          <ac:cxnSpMkLst>
            <pc:docMk/>
            <pc:sldMk cId="2900169239" sldId="383"/>
            <ac:cxnSpMk id="13" creationId="{F0DF0F29-32C7-834D-D72E-729C68FC547B}"/>
          </ac:cxnSpMkLst>
        </pc:cxnChg>
        <pc:cxnChg chg="add mod">
          <ac:chgData name="Usmani, O.A. (Omar)" userId="9138a46d-5e3b-4a04-8d74-2137b161a14c" providerId="ADAL" clId="{62351CF1-7D0D-4746-9F28-2824CC9CE2F7}" dt="2026-10-14T08:19:13.628" v="7442" actId="1035"/>
          <ac:cxnSpMkLst>
            <pc:docMk/>
            <pc:sldMk cId="2900169239" sldId="383"/>
            <ac:cxnSpMk id="35" creationId="{C6D39675-750F-94B6-E62A-FB238277C825}"/>
          </ac:cxnSpMkLst>
        </pc:cxnChg>
        <pc:cxnChg chg="add mod">
          <ac:chgData name="Usmani, O.A. (Omar)" userId="9138a46d-5e3b-4a04-8d74-2137b161a14c" providerId="ADAL" clId="{62351CF1-7D0D-4746-9F28-2824CC9CE2F7}" dt="2026-10-14T08:19:13.628" v="7442" actId="1035"/>
          <ac:cxnSpMkLst>
            <pc:docMk/>
            <pc:sldMk cId="2900169239" sldId="383"/>
            <ac:cxnSpMk id="39" creationId="{68FD3FC6-3993-183E-47DA-D9063CF08871}"/>
          </ac:cxnSpMkLst>
        </pc:cxnChg>
      </pc:sldChg>
      <pc:sldChg chg="add del">
        <pc:chgData name="Usmani, O.A. (Omar)" userId="9138a46d-5e3b-4a04-8d74-2137b161a14c" providerId="ADAL" clId="{62351CF1-7D0D-4746-9F28-2824CC9CE2F7}" dt="2026-10-13T12:37:16.381" v="6369" actId="2696"/>
        <pc:sldMkLst>
          <pc:docMk/>
          <pc:sldMk cId="3990688633" sldId="383"/>
        </pc:sldMkLst>
      </pc:sldChg>
      <pc:sldChg chg="addSp delSp modSp new del mod ord">
        <pc:chgData name="Usmani, O.A. (Omar)" userId="9138a46d-5e3b-4a04-8d74-2137b161a14c" providerId="ADAL" clId="{62351CF1-7D0D-4746-9F28-2824CC9CE2F7}" dt="2026-10-13T12:36:52.341" v="6366" actId="47"/>
        <pc:sldMkLst>
          <pc:docMk/>
          <pc:sldMk cId="1895806987" sldId="2147482876"/>
        </pc:sldMkLst>
        <pc:spChg chg="mod">
          <ac:chgData name="Usmani, O.A. (Omar)" userId="9138a46d-5e3b-4a04-8d74-2137b161a14c" providerId="ADAL" clId="{62351CF1-7D0D-4746-9F28-2824CC9CE2F7}" dt="2026-10-13T10:29:27.999" v="325" actId="20577"/>
          <ac:spMkLst>
            <pc:docMk/>
            <pc:sldMk cId="1895806987" sldId="2147482876"/>
            <ac:spMk id="2" creationId="{553CC406-B3A5-F2C9-8436-F89CD1AF9CFE}"/>
          </ac:spMkLst>
        </pc:spChg>
        <pc:spChg chg="add mod">
          <ac:chgData name="Usmani, O.A. (Omar)" userId="9138a46d-5e3b-4a04-8d74-2137b161a14c" providerId="ADAL" clId="{62351CF1-7D0D-4746-9F28-2824CC9CE2F7}" dt="2026-10-13T11:05:49.405" v="3554" actId="1038"/>
          <ac:spMkLst>
            <pc:docMk/>
            <pc:sldMk cId="1895806987" sldId="2147482876"/>
            <ac:spMk id="6" creationId="{B5BFFC35-B3DB-B169-B33E-8075921BD559}"/>
          </ac:spMkLst>
        </pc:spChg>
        <pc:spChg chg="add mod">
          <ac:chgData name="Usmani, O.A. (Omar)" userId="9138a46d-5e3b-4a04-8d74-2137b161a14c" providerId="ADAL" clId="{62351CF1-7D0D-4746-9F28-2824CC9CE2F7}" dt="2026-10-13T12:01:43.070" v="3844" actId="164"/>
          <ac:spMkLst>
            <pc:docMk/>
            <pc:sldMk cId="1895806987" sldId="2147482876"/>
            <ac:spMk id="18" creationId="{4CA76698-8596-9CB5-F616-ED7EC0F2FCCF}"/>
          </ac:spMkLst>
        </pc:spChg>
        <pc:spChg chg="add mod">
          <ac:chgData name="Usmani, O.A. (Omar)" userId="9138a46d-5e3b-4a04-8d74-2137b161a14c" providerId="ADAL" clId="{62351CF1-7D0D-4746-9F28-2824CC9CE2F7}" dt="2026-10-13T12:01:43.070" v="3844" actId="164"/>
          <ac:spMkLst>
            <pc:docMk/>
            <pc:sldMk cId="1895806987" sldId="2147482876"/>
            <ac:spMk id="21" creationId="{FC10A12F-02C9-9BE9-F905-F37CB6ACD4A9}"/>
          </ac:spMkLst>
        </pc:spChg>
        <pc:grpChg chg="add mod">
          <ac:chgData name="Usmani, O.A. (Omar)" userId="9138a46d-5e3b-4a04-8d74-2137b161a14c" providerId="ADAL" clId="{62351CF1-7D0D-4746-9F28-2824CC9CE2F7}" dt="2026-10-13T12:01:43.070" v="3844" actId="164"/>
          <ac:grpSpMkLst>
            <pc:docMk/>
            <pc:sldMk cId="1895806987" sldId="2147482876"/>
            <ac:grpSpMk id="17" creationId="{5C413ED5-B5AE-A05C-7F90-8A0371BDE6F8}"/>
          </ac:grpSpMkLst>
        </pc:grpChg>
        <pc:grpChg chg="add mod">
          <ac:chgData name="Usmani, O.A. (Omar)" userId="9138a46d-5e3b-4a04-8d74-2137b161a14c" providerId="ADAL" clId="{62351CF1-7D0D-4746-9F28-2824CC9CE2F7}" dt="2026-10-13T12:01:43.070" v="3844" actId="164"/>
          <ac:grpSpMkLst>
            <pc:docMk/>
            <pc:sldMk cId="1895806987" sldId="2147482876"/>
            <ac:grpSpMk id="22" creationId="{C75188D9-7773-BEB0-5447-77E26CA9414E}"/>
          </ac:grpSpMkLst>
        </pc:grpChg>
        <pc:picChg chg="add mod">
          <ac:chgData name="Usmani, O.A. (Omar)" userId="9138a46d-5e3b-4a04-8d74-2137b161a14c" providerId="ADAL" clId="{62351CF1-7D0D-4746-9F28-2824CC9CE2F7}" dt="2026-10-13T12:01:43.070" v="3844" actId="164"/>
          <ac:picMkLst>
            <pc:docMk/>
            <pc:sldMk cId="1895806987" sldId="2147482876"/>
            <ac:picMk id="20" creationId="{3E6B589B-9093-5B69-DA5B-9266DCB57815}"/>
          </ac:picMkLst>
        </pc:picChg>
        <pc:cxnChg chg="add del">
          <ac:chgData name="Usmani, O.A. (Omar)" userId="9138a46d-5e3b-4a04-8d74-2137b161a14c" providerId="ADAL" clId="{62351CF1-7D0D-4746-9F28-2824CC9CE2F7}" dt="2026-10-13T11:03:00.176" v="3299" actId="478"/>
          <ac:cxnSpMkLst>
            <pc:docMk/>
            <pc:sldMk cId="1895806987" sldId="2147482876"/>
            <ac:cxnSpMk id="8" creationId="{9B073717-4787-286A-9618-CD4B7541FF09}"/>
          </ac:cxnSpMkLst>
        </pc:cxnChg>
        <pc:cxnChg chg="add del">
          <ac:chgData name="Usmani, O.A. (Omar)" userId="9138a46d-5e3b-4a04-8d74-2137b161a14c" providerId="ADAL" clId="{62351CF1-7D0D-4746-9F28-2824CC9CE2F7}" dt="2026-10-13T11:03:05.882" v="3301" actId="11529"/>
          <ac:cxnSpMkLst>
            <pc:docMk/>
            <pc:sldMk cId="1895806987" sldId="2147482876"/>
            <ac:cxnSpMk id="10" creationId="{02A8A57B-B29E-9021-CBCC-7A202FB4DFB0}"/>
          </ac:cxnSpMkLst>
        </pc:cxnChg>
        <pc:cxnChg chg="add del mod">
          <ac:chgData name="Usmani, O.A. (Omar)" userId="9138a46d-5e3b-4a04-8d74-2137b161a14c" providerId="ADAL" clId="{62351CF1-7D0D-4746-9F28-2824CC9CE2F7}" dt="2026-10-13T11:04:07.891" v="3413" actId="478"/>
          <ac:cxnSpMkLst>
            <pc:docMk/>
            <pc:sldMk cId="1895806987" sldId="2147482876"/>
            <ac:cxnSpMk id="12" creationId="{7A3FE270-33B6-DA13-5431-DEE20505C085}"/>
          </ac:cxnSpMkLst>
        </pc:cxnChg>
        <pc:cxnChg chg="add mod">
          <ac:chgData name="Usmani, O.A. (Omar)" userId="9138a46d-5e3b-4a04-8d74-2137b161a14c" providerId="ADAL" clId="{62351CF1-7D0D-4746-9F28-2824CC9CE2F7}" dt="2026-10-13T12:01:01.139" v="3822" actId="208"/>
          <ac:cxnSpMkLst>
            <pc:docMk/>
            <pc:sldMk cId="1895806987" sldId="2147482876"/>
            <ac:cxnSpMk id="14" creationId="{0E21735C-A0B5-4661-0488-8852EE824B28}"/>
          </ac:cxnSpMkLst>
        </pc:cxnChg>
        <pc:cxnChg chg="add mod">
          <ac:chgData name="Usmani, O.A. (Omar)" userId="9138a46d-5e3b-4a04-8d74-2137b161a14c" providerId="ADAL" clId="{62351CF1-7D0D-4746-9F28-2824CC9CE2F7}" dt="2026-10-13T12:01:01.139" v="3822" actId="208"/>
          <ac:cxnSpMkLst>
            <pc:docMk/>
            <pc:sldMk cId="1895806987" sldId="2147482876"/>
            <ac:cxnSpMk id="16" creationId="{4F0B87F3-2C8C-078A-052A-B07604DCE55D}"/>
          </ac:cxnSpMkLst>
        </pc:cxnChg>
      </pc:sldChg>
      <pc:sldChg chg="addSp modSp add mod">
        <pc:chgData name="Usmani, O.A. (Omar)" userId="9138a46d-5e3b-4a04-8d74-2137b161a14c" providerId="ADAL" clId="{62351CF1-7D0D-4746-9F28-2824CC9CE2F7}" dt="2026-10-13T13:57:58.063" v="7079" actId="20577"/>
        <pc:sldMkLst>
          <pc:docMk/>
          <pc:sldMk cId="384545053" sldId="2147482877"/>
        </pc:sldMkLst>
        <pc:spChg chg="add mod">
          <ac:chgData name="Usmani, O.A. (Omar)" userId="9138a46d-5e3b-4a04-8d74-2137b161a14c" providerId="ADAL" clId="{62351CF1-7D0D-4746-9F28-2824CC9CE2F7}" dt="2026-10-13T13:56:09.041" v="6814" actId="1035"/>
          <ac:spMkLst>
            <pc:docMk/>
            <pc:sldMk cId="384545053" sldId="2147482877"/>
            <ac:spMk id="6" creationId="{83BCF5D7-4B1C-75CB-07AA-8CE4A98EE635}"/>
          </ac:spMkLst>
        </pc:spChg>
        <pc:spChg chg="add mod">
          <ac:chgData name="Usmani, O.A. (Omar)" userId="9138a46d-5e3b-4a04-8d74-2137b161a14c" providerId="ADAL" clId="{62351CF1-7D0D-4746-9F28-2824CC9CE2F7}" dt="2026-10-13T13:57:58.063" v="7079" actId="20577"/>
          <ac:spMkLst>
            <pc:docMk/>
            <pc:sldMk cId="384545053" sldId="2147482877"/>
            <ac:spMk id="10" creationId="{AA937525-F698-FA3C-550C-1664FEB31F56}"/>
          </ac:spMkLst>
        </pc:spChg>
      </pc:sldChg>
      <pc:sldChg chg="addSp delSp modSp new del mod">
        <pc:chgData name="Usmani, O.A. (Omar)" userId="9138a46d-5e3b-4a04-8d74-2137b161a14c" providerId="ADAL" clId="{62351CF1-7D0D-4746-9F28-2824CC9CE2F7}" dt="2026-10-13T12:37:04.679" v="6367" actId="2696"/>
        <pc:sldMkLst>
          <pc:docMk/>
          <pc:sldMk cId="1509729156" sldId="2147482877"/>
        </pc:sldMkLst>
        <pc:spChg chg="mod">
          <ac:chgData name="Usmani, O.A. (Omar)" userId="9138a46d-5e3b-4a04-8d74-2137b161a14c" providerId="ADAL" clId="{62351CF1-7D0D-4746-9F28-2824CC9CE2F7}" dt="2026-10-13T12:25:06.311" v="6321" actId="20577"/>
          <ac:spMkLst>
            <pc:docMk/>
            <pc:sldMk cId="1509729156" sldId="2147482877"/>
            <ac:spMk id="2" creationId="{124C6516-39EA-6FDC-1E2F-4D1A9E8F854D}"/>
          </ac:spMkLst>
        </pc:spChg>
        <pc:spChg chg="add del mod">
          <ac:chgData name="Usmani, O.A. (Omar)" userId="9138a46d-5e3b-4a04-8d74-2137b161a14c" providerId="ADAL" clId="{62351CF1-7D0D-4746-9F28-2824CC9CE2F7}" dt="2026-10-13T12:21:59.404" v="5907" actId="478"/>
          <ac:spMkLst>
            <pc:docMk/>
            <pc:sldMk cId="1509729156" sldId="2147482877"/>
            <ac:spMk id="10" creationId="{0EC4E7BA-9614-DC3A-6E75-54AE983AD372}"/>
          </ac:spMkLst>
        </pc:spChg>
        <pc:spChg chg="add mod">
          <ac:chgData name="Usmani, O.A. (Omar)" userId="9138a46d-5e3b-4a04-8d74-2137b161a14c" providerId="ADAL" clId="{62351CF1-7D0D-4746-9F28-2824CC9CE2F7}" dt="2026-10-13T12:22:36.513" v="6080" actId="20577"/>
          <ac:spMkLst>
            <pc:docMk/>
            <pc:sldMk cId="1509729156" sldId="2147482877"/>
            <ac:spMk id="12" creationId="{D0D693FA-7349-0484-561A-5CF6079C8AA4}"/>
          </ac:spMkLst>
        </pc:spChg>
        <pc:spChg chg="add del mod">
          <ac:chgData name="Usmani, O.A. (Omar)" userId="9138a46d-5e3b-4a04-8d74-2137b161a14c" providerId="ADAL" clId="{62351CF1-7D0D-4746-9F28-2824CC9CE2F7}" dt="2026-10-13T12:22:10.548" v="5943" actId="21"/>
          <ac:spMkLst>
            <pc:docMk/>
            <pc:sldMk cId="1509729156" sldId="2147482877"/>
            <ac:spMk id="14" creationId="{DC20897F-8391-9983-CCA3-8639809090A9}"/>
          </ac:spMkLst>
        </pc:spChg>
        <pc:spChg chg="add">
          <ac:chgData name="Usmani, O.A. (Omar)" userId="9138a46d-5e3b-4a04-8d74-2137b161a14c" providerId="ADAL" clId="{62351CF1-7D0D-4746-9F28-2824CC9CE2F7}" dt="2026-10-13T12:22:22.460" v="6057" actId="22"/>
          <ac:spMkLst>
            <pc:docMk/>
            <pc:sldMk cId="1509729156" sldId="2147482877"/>
            <ac:spMk id="16" creationId="{29183960-03D1-BBE5-637B-BB0CF7227A3E}"/>
          </ac:spMkLst>
        </pc:spChg>
        <pc:picChg chg="add mod">
          <ac:chgData name="Usmani, O.A. (Omar)" userId="9138a46d-5e3b-4a04-8d74-2137b161a14c" providerId="ADAL" clId="{62351CF1-7D0D-4746-9F28-2824CC9CE2F7}" dt="2026-10-13T12:19:33.474" v="5826" actId="12789"/>
          <ac:picMkLst>
            <pc:docMk/>
            <pc:sldMk cId="1509729156" sldId="2147482877"/>
            <ac:picMk id="7" creationId="{2CED3349-3752-B6A9-18CA-EBA02E4E9FFD}"/>
          </ac:picMkLst>
        </pc:picChg>
        <pc:picChg chg="add mod">
          <ac:chgData name="Usmani, O.A. (Omar)" userId="9138a46d-5e3b-4a04-8d74-2137b161a14c" providerId="ADAL" clId="{62351CF1-7D0D-4746-9F28-2824CC9CE2F7}" dt="2026-10-13T12:19:33.474" v="5826" actId="12789"/>
          <ac:picMkLst>
            <pc:docMk/>
            <pc:sldMk cId="1509729156" sldId="2147482877"/>
            <ac:picMk id="9" creationId="{9A66240B-304B-1C75-0094-7C3AF4BE4260}"/>
          </ac:picMkLst>
        </pc:picChg>
        <pc:cxnChg chg="add mod">
          <ac:chgData name="Usmani, O.A. (Omar)" userId="9138a46d-5e3b-4a04-8d74-2137b161a14c" providerId="ADAL" clId="{62351CF1-7D0D-4746-9F28-2824CC9CE2F7}" dt="2026-10-13T12:24:18.176" v="6122" actId="14100"/>
          <ac:cxnSpMkLst>
            <pc:docMk/>
            <pc:sldMk cId="1509729156" sldId="2147482877"/>
            <ac:cxnSpMk id="18" creationId="{71B121D6-1ECD-59B5-11BC-A398C46B0A1A}"/>
          </ac:cxnSpMkLst>
        </pc:cxnChg>
        <pc:cxnChg chg="add mod">
          <ac:chgData name="Usmani, O.A. (Omar)" userId="9138a46d-5e3b-4a04-8d74-2137b161a14c" providerId="ADAL" clId="{62351CF1-7D0D-4746-9F28-2824CC9CE2F7}" dt="2026-10-13T12:24:33.904" v="6291" actId="1037"/>
          <ac:cxnSpMkLst>
            <pc:docMk/>
            <pc:sldMk cId="1509729156" sldId="2147482877"/>
            <ac:cxnSpMk id="19" creationId="{B6EB9A82-E0E1-80D6-F0D8-BCD5D0D8644C}"/>
          </ac:cxnSpMkLst>
        </pc:cxnChg>
      </pc:sldChg>
      <pc:sldChg chg="add del">
        <pc:chgData name="Usmani, O.A. (Omar)" userId="9138a46d-5e3b-4a04-8d74-2137b161a14c" providerId="ADAL" clId="{62351CF1-7D0D-4746-9F28-2824CC9CE2F7}" dt="2026-10-13T14:12:20.208" v="7084" actId="47"/>
        <pc:sldMkLst>
          <pc:docMk/>
          <pc:sldMk cId="714863811" sldId="2147482878"/>
        </pc:sldMkLst>
      </pc:sldChg>
      <pc:sldChg chg="add del">
        <pc:chgData name="Usmani, O.A. (Omar)" userId="9138a46d-5e3b-4a04-8d74-2137b161a14c" providerId="ADAL" clId="{62351CF1-7D0D-4746-9F28-2824CC9CE2F7}" dt="2026-10-13T12:37:04.679" v="6367" actId="2696"/>
        <pc:sldMkLst>
          <pc:docMk/>
          <pc:sldMk cId="1497026512" sldId="2147482878"/>
        </pc:sldMkLst>
      </pc:sldChg>
      <pc:sldChg chg="add del">
        <pc:chgData name="Usmani, O.A. (Omar)" userId="9138a46d-5e3b-4a04-8d74-2137b161a14c" providerId="ADAL" clId="{62351CF1-7D0D-4746-9F28-2824CC9CE2F7}" dt="2026-10-13T13:58:33.813" v="7082" actId="2696"/>
        <pc:sldMkLst>
          <pc:docMk/>
          <pc:sldMk cId="4070843162" sldId="2147482878"/>
        </pc:sldMkLst>
      </pc:sldChg>
      <pc:sldChg chg="add">
        <pc:chgData name="Usmani, O.A. (Omar)" userId="9138a46d-5e3b-4a04-8d74-2137b161a14c" providerId="ADAL" clId="{62351CF1-7D0D-4746-9F28-2824CC9CE2F7}" dt="2026-10-13T12:37:10.440" v="6368"/>
        <pc:sldMkLst>
          <pc:docMk/>
          <pc:sldMk cId="3526529810" sldId="2147482879"/>
        </pc:sldMkLst>
      </pc:sldChg>
      <pc:sldChg chg="addSp delSp modSp new del mod">
        <pc:chgData name="Usmani, O.A. (Omar)" userId="9138a46d-5e3b-4a04-8d74-2137b161a14c" providerId="ADAL" clId="{62351CF1-7D0D-4746-9F28-2824CC9CE2F7}" dt="2026-10-13T12:37:04.679" v="6367" actId="2696"/>
        <pc:sldMkLst>
          <pc:docMk/>
          <pc:sldMk cId="4272442644" sldId="2147482879"/>
        </pc:sldMkLst>
        <pc:spChg chg="mod">
          <ac:chgData name="Usmani, O.A. (Omar)" userId="9138a46d-5e3b-4a04-8d74-2137b161a14c" providerId="ADAL" clId="{62351CF1-7D0D-4746-9F28-2824CC9CE2F7}" dt="2026-10-13T12:16:41.278" v="5378" actId="20577"/>
          <ac:spMkLst>
            <pc:docMk/>
            <pc:sldMk cId="4272442644" sldId="2147482879"/>
            <ac:spMk id="2" creationId="{17123018-4025-1249-11F1-609E9C1F306D}"/>
          </ac:spMkLst>
        </pc:spChg>
        <pc:spChg chg="mod">
          <ac:chgData name="Usmani, O.A. (Omar)" userId="9138a46d-5e3b-4a04-8d74-2137b161a14c" providerId="ADAL" clId="{62351CF1-7D0D-4746-9F28-2824CC9CE2F7}" dt="2026-10-13T10:31:27.061" v="328"/>
          <ac:spMkLst>
            <pc:docMk/>
            <pc:sldMk cId="4272442644" sldId="2147482879"/>
            <ac:spMk id="7" creationId="{0B4BA87A-1A05-2F8B-CB3A-0C3346B1EFD3}"/>
          </ac:spMkLst>
        </pc:spChg>
        <pc:spChg chg="mod">
          <ac:chgData name="Usmani, O.A. (Omar)" userId="9138a46d-5e3b-4a04-8d74-2137b161a14c" providerId="ADAL" clId="{62351CF1-7D0D-4746-9F28-2824CC9CE2F7}" dt="2026-10-13T10:31:27.061" v="328"/>
          <ac:spMkLst>
            <pc:docMk/>
            <pc:sldMk cId="4272442644" sldId="2147482879"/>
            <ac:spMk id="15" creationId="{74109004-AA34-0B21-36C3-185F92147159}"/>
          </ac:spMkLst>
        </pc:spChg>
        <pc:spChg chg="mod">
          <ac:chgData name="Usmani, O.A. (Omar)" userId="9138a46d-5e3b-4a04-8d74-2137b161a14c" providerId="ADAL" clId="{62351CF1-7D0D-4746-9F28-2824CC9CE2F7}" dt="2026-10-13T10:31:27.061" v="328"/>
          <ac:spMkLst>
            <pc:docMk/>
            <pc:sldMk cId="4272442644" sldId="2147482879"/>
            <ac:spMk id="17" creationId="{A623113D-CFE9-94A4-AC7C-D0856247D27C}"/>
          </ac:spMkLst>
        </pc:spChg>
        <pc:spChg chg="mod">
          <ac:chgData name="Usmani, O.A. (Omar)" userId="9138a46d-5e3b-4a04-8d74-2137b161a14c" providerId="ADAL" clId="{62351CF1-7D0D-4746-9F28-2824CC9CE2F7}" dt="2026-10-13T10:31:27.061" v="328"/>
          <ac:spMkLst>
            <pc:docMk/>
            <pc:sldMk cId="4272442644" sldId="2147482879"/>
            <ac:spMk id="19" creationId="{BC076742-28F0-9526-1F71-01ED9487D2B6}"/>
          </ac:spMkLst>
        </pc:spChg>
        <pc:spChg chg="mod">
          <ac:chgData name="Usmani, O.A. (Omar)" userId="9138a46d-5e3b-4a04-8d74-2137b161a14c" providerId="ADAL" clId="{62351CF1-7D0D-4746-9F28-2824CC9CE2F7}" dt="2026-10-13T10:31:27.061" v="328"/>
          <ac:spMkLst>
            <pc:docMk/>
            <pc:sldMk cId="4272442644" sldId="2147482879"/>
            <ac:spMk id="21" creationId="{7CA6B34D-BA41-59F6-97B7-EFF2DDA6B468}"/>
          </ac:spMkLst>
        </pc:spChg>
        <pc:spChg chg="mod">
          <ac:chgData name="Usmani, O.A. (Omar)" userId="9138a46d-5e3b-4a04-8d74-2137b161a14c" providerId="ADAL" clId="{62351CF1-7D0D-4746-9F28-2824CC9CE2F7}" dt="2026-10-13T10:31:27.061" v="328"/>
          <ac:spMkLst>
            <pc:docMk/>
            <pc:sldMk cId="4272442644" sldId="2147482879"/>
            <ac:spMk id="27" creationId="{0A3E9F72-B25F-F7A0-B7C3-2B5E97A761F5}"/>
          </ac:spMkLst>
        </pc:spChg>
        <pc:spChg chg="mod">
          <ac:chgData name="Usmani, O.A. (Omar)" userId="9138a46d-5e3b-4a04-8d74-2137b161a14c" providerId="ADAL" clId="{62351CF1-7D0D-4746-9F28-2824CC9CE2F7}" dt="2026-10-13T10:31:27.061" v="328"/>
          <ac:spMkLst>
            <pc:docMk/>
            <pc:sldMk cId="4272442644" sldId="2147482879"/>
            <ac:spMk id="29" creationId="{57973563-35FB-7D67-1709-0C02D6941C05}"/>
          </ac:spMkLst>
        </pc:spChg>
        <pc:spChg chg="mod">
          <ac:chgData name="Usmani, O.A. (Omar)" userId="9138a46d-5e3b-4a04-8d74-2137b161a14c" providerId="ADAL" clId="{62351CF1-7D0D-4746-9F28-2824CC9CE2F7}" dt="2026-10-13T10:31:27.061" v="328"/>
          <ac:spMkLst>
            <pc:docMk/>
            <pc:sldMk cId="4272442644" sldId="2147482879"/>
            <ac:spMk id="31" creationId="{F2DF2DC6-82F6-D443-AAEA-D1B683458620}"/>
          </ac:spMkLst>
        </pc:spChg>
        <pc:spChg chg="mod">
          <ac:chgData name="Usmani, O.A. (Omar)" userId="9138a46d-5e3b-4a04-8d74-2137b161a14c" providerId="ADAL" clId="{62351CF1-7D0D-4746-9F28-2824CC9CE2F7}" dt="2026-10-13T10:31:27.061" v="328"/>
          <ac:spMkLst>
            <pc:docMk/>
            <pc:sldMk cId="4272442644" sldId="2147482879"/>
            <ac:spMk id="32" creationId="{E7D276D4-168D-DE95-4C9F-805D7299A942}"/>
          </ac:spMkLst>
        </pc:spChg>
        <pc:spChg chg="add mod">
          <ac:chgData name="Usmani, O.A. (Omar)" userId="9138a46d-5e3b-4a04-8d74-2137b161a14c" providerId="ADAL" clId="{62351CF1-7D0D-4746-9F28-2824CC9CE2F7}" dt="2026-10-13T12:17:23.825" v="5379" actId="164"/>
          <ac:spMkLst>
            <pc:docMk/>
            <pc:sldMk cId="4272442644" sldId="2147482879"/>
            <ac:spMk id="36" creationId="{B144DAA0-270E-AAA6-A908-DFD8B830A9D9}"/>
          </ac:spMkLst>
        </pc:spChg>
        <pc:spChg chg="add del mod">
          <ac:chgData name="Usmani, O.A. (Omar)" userId="9138a46d-5e3b-4a04-8d74-2137b161a14c" providerId="ADAL" clId="{62351CF1-7D0D-4746-9F28-2824CC9CE2F7}" dt="2026-10-13T12:05:59.090" v="4284" actId="478"/>
          <ac:spMkLst>
            <pc:docMk/>
            <pc:sldMk cId="4272442644" sldId="2147482879"/>
            <ac:spMk id="37" creationId="{CEBA0CC9-E339-94EF-6EA9-BA2BD0CC021A}"/>
          </ac:spMkLst>
        </pc:spChg>
        <pc:spChg chg="add del mod">
          <ac:chgData name="Usmani, O.A. (Omar)" userId="9138a46d-5e3b-4a04-8d74-2137b161a14c" providerId="ADAL" clId="{62351CF1-7D0D-4746-9F28-2824CC9CE2F7}" dt="2026-10-13T12:06:03.451" v="4285" actId="478"/>
          <ac:spMkLst>
            <pc:docMk/>
            <pc:sldMk cId="4272442644" sldId="2147482879"/>
            <ac:spMk id="39" creationId="{434BA33F-2A83-AAC1-E7E5-98F02D6F6756}"/>
          </ac:spMkLst>
        </pc:spChg>
        <pc:spChg chg="add mod">
          <ac:chgData name="Usmani, O.A. (Omar)" userId="9138a46d-5e3b-4a04-8d74-2137b161a14c" providerId="ADAL" clId="{62351CF1-7D0D-4746-9F28-2824CC9CE2F7}" dt="2026-10-13T12:10:25.286" v="4766" actId="164"/>
          <ac:spMkLst>
            <pc:docMk/>
            <pc:sldMk cId="4272442644" sldId="2147482879"/>
            <ac:spMk id="40" creationId="{A96BFDC1-F5B1-B19A-A220-5D3C1AE280B3}"/>
          </ac:spMkLst>
        </pc:spChg>
        <pc:spChg chg="add mod">
          <ac:chgData name="Usmani, O.A. (Omar)" userId="9138a46d-5e3b-4a04-8d74-2137b161a14c" providerId="ADAL" clId="{62351CF1-7D0D-4746-9F28-2824CC9CE2F7}" dt="2026-10-13T12:10:25.286" v="4766" actId="164"/>
          <ac:spMkLst>
            <pc:docMk/>
            <pc:sldMk cId="4272442644" sldId="2147482879"/>
            <ac:spMk id="42" creationId="{E79C278B-901F-7728-8C32-5D84F6F3C15A}"/>
          </ac:spMkLst>
        </pc:spChg>
        <pc:spChg chg="add mod">
          <ac:chgData name="Usmani, O.A. (Omar)" userId="9138a46d-5e3b-4a04-8d74-2137b161a14c" providerId="ADAL" clId="{62351CF1-7D0D-4746-9F28-2824CC9CE2F7}" dt="2026-10-13T12:10:25.286" v="4766" actId="164"/>
          <ac:spMkLst>
            <pc:docMk/>
            <pc:sldMk cId="4272442644" sldId="2147482879"/>
            <ac:spMk id="44" creationId="{27869EB5-634D-B6D3-0760-A80B5A0950C6}"/>
          </ac:spMkLst>
        </pc:spChg>
        <pc:spChg chg="add mod">
          <ac:chgData name="Usmani, O.A. (Omar)" userId="9138a46d-5e3b-4a04-8d74-2137b161a14c" providerId="ADAL" clId="{62351CF1-7D0D-4746-9F28-2824CC9CE2F7}" dt="2026-10-13T12:10:25.286" v="4766" actId="164"/>
          <ac:spMkLst>
            <pc:docMk/>
            <pc:sldMk cId="4272442644" sldId="2147482879"/>
            <ac:spMk id="46" creationId="{0ABD8CC6-C171-A9A7-BA6D-1B8BF701DD4F}"/>
          </ac:spMkLst>
        </pc:spChg>
        <pc:spChg chg="add mod">
          <ac:chgData name="Usmani, O.A. (Omar)" userId="9138a46d-5e3b-4a04-8d74-2137b161a14c" providerId="ADAL" clId="{62351CF1-7D0D-4746-9F28-2824CC9CE2F7}" dt="2026-10-13T12:10:25.286" v="4766" actId="164"/>
          <ac:spMkLst>
            <pc:docMk/>
            <pc:sldMk cId="4272442644" sldId="2147482879"/>
            <ac:spMk id="48" creationId="{37A1D615-19E1-E13E-4548-10321640F707}"/>
          </ac:spMkLst>
        </pc:spChg>
        <pc:spChg chg="add mod">
          <ac:chgData name="Usmani, O.A. (Omar)" userId="9138a46d-5e3b-4a04-8d74-2137b161a14c" providerId="ADAL" clId="{62351CF1-7D0D-4746-9F28-2824CC9CE2F7}" dt="2026-10-13T12:10:25.286" v="4766" actId="164"/>
          <ac:spMkLst>
            <pc:docMk/>
            <pc:sldMk cId="4272442644" sldId="2147482879"/>
            <ac:spMk id="50" creationId="{2A9B9278-EB9C-D05C-88FD-D93B7F497C93}"/>
          </ac:spMkLst>
        </pc:spChg>
        <pc:spChg chg="add mod">
          <ac:chgData name="Usmani, O.A. (Omar)" userId="9138a46d-5e3b-4a04-8d74-2137b161a14c" providerId="ADAL" clId="{62351CF1-7D0D-4746-9F28-2824CC9CE2F7}" dt="2026-10-13T12:10:25.286" v="4766" actId="164"/>
          <ac:spMkLst>
            <pc:docMk/>
            <pc:sldMk cId="4272442644" sldId="2147482879"/>
            <ac:spMk id="52" creationId="{E9E357D9-68D3-67C0-19CA-6926F95697E5}"/>
          </ac:spMkLst>
        </pc:spChg>
        <pc:spChg chg="add mod">
          <ac:chgData name="Usmani, O.A. (Omar)" userId="9138a46d-5e3b-4a04-8d74-2137b161a14c" providerId="ADAL" clId="{62351CF1-7D0D-4746-9F28-2824CC9CE2F7}" dt="2026-10-13T12:10:25.286" v="4766" actId="164"/>
          <ac:spMkLst>
            <pc:docMk/>
            <pc:sldMk cId="4272442644" sldId="2147482879"/>
            <ac:spMk id="54" creationId="{F3E6CE93-2FA1-0FEC-1853-AC9442D56609}"/>
          </ac:spMkLst>
        </pc:spChg>
        <pc:spChg chg="mod">
          <ac:chgData name="Usmani, O.A. (Omar)" userId="9138a46d-5e3b-4a04-8d74-2137b161a14c" providerId="ADAL" clId="{62351CF1-7D0D-4746-9F28-2824CC9CE2F7}" dt="2026-10-13T12:11:26.577" v="4894"/>
          <ac:spMkLst>
            <pc:docMk/>
            <pc:sldMk cId="4272442644" sldId="2147482879"/>
            <ac:spMk id="60" creationId="{F0332B95-3B15-8BCB-0E8F-C4D400450F87}"/>
          </ac:spMkLst>
        </pc:spChg>
        <pc:spChg chg="mod">
          <ac:chgData name="Usmani, O.A. (Omar)" userId="9138a46d-5e3b-4a04-8d74-2137b161a14c" providerId="ADAL" clId="{62351CF1-7D0D-4746-9F28-2824CC9CE2F7}" dt="2026-10-13T12:11:26.577" v="4894"/>
          <ac:spMkLst>
            <pc:docMk/>
            <pc:sldMk cId="4272442644" sldId="2147482879"/>
            <ac:spMk id="62" creationId="{D1AD0AC5-3246-4063-ABAC-BF8F335114C0}"/>
          </ac:spMkLst>
        </pc:spChg>
        <pc:spChg chg="add mod">
          <ac:chgData name="Usmani, O.A. (Omar)" userId="9138a46d-5e3b-4a04-8d74-2137b161a14c" providerId="ADAL" clId="{62351CF1-7D0D-4746-9F28-2824CC9CE2F7}" dt="2026-10-13T12:17:23.825" v="5379" actId="164"/>
          <ac:spMkLst>
            <pc:docMk/>
            <pc:sldMk cId="4272442644" sldId="2147482879"/>
            <ac:spMk id="66" creationId="{E2F85736-BB3B-907C-9ED6-A8FA675F9CC5}"/>
          </ac:spMkLst>
        </pc:spChg>
        <pc:spChg chg="add mod">
          <ac:chgData name="Usmani, O.A. (Omar)" userId="9138a46d-5e3b-4a04-8d74-2137b161a14c" providerId="ADAL" clId="{62351CF1-7D0D-4746-9F28-2824CC9CE2F7}" dt="2026-10-13T12:17:23.825" v="5379" actId="164"/>
          <ac:spMkLst>
            <pc:docMk/>
            <pc:sldMk cId="4272442644" sldId="2147482879"/>
            <ac:spMk id="67" creationId="{03578B12-25BE-AE36-07FC-1791E3AEB636}"/>
          </ac:spMkLst>
        </pc:spChg>
        <pc:spChg chg="add mod">
          <ac:chgData name="Usmani, O.A. (Omar)" userId="9138a46d-5e3b-4a04-8d74-2137b161a14c" providerId="ADAL" clId="{62351CF1-7D0D-4746-9F28-2824CC9CE2F7}" dt="2026-10-13T12:17:23.825" v="5379" actId="164"/>
          <ac:spMkLst>
            <pc:docMk/>
            <pc:sldMk cId="4272442644" sldId="2147482879"/>
            <ac:spMk id="68" creationId="{D95A3B9D-D368-F38A-AEED-F54C116822F2}"/>
          </ac:spMkLst>
        </pc:spChg>
        <pc:grpChg chg="add del mod">
          <ac:chgData name="Usmani, O.A. (Omar)" userId="9138a46d-5e3b-4a04-8d74-2137b161a14c" providerId="ADAL" clId="{62351CF1-7D0D-4746-9F28-2824CC9CE2F7}" dt="2026-10-13T12:10:27.672" v="4767" actId="21"/>
          <ac:grpSpMkLst>
            <pc:docMk/>
            <pc:sldMk cId="4272442644" sldId="2147482879"/>
            <ac:grpSpMk id="55" creationId="{4C90449E-55EB-025E-D191-75AD24599A9D}"/>
          </ac:grpSpMkLst>
        </pc:grpChg>
        <pc:grpChg chg="add mod">
          <ac:chgData name="Usmani, O.A. (Omar)" userId="9138a46d-5e3b-4a04-8d74-2137b161a14c" providerId="ADAL" clId="{62351CF1-7D0D-4746-9F28-2824CC9CE2F7}" dt="2026-10-13T12:17:23.825" v="5379" actId="164"/>
          <ac:grpSpMkLst>
            <pc:docMk/>
            <pc:sldMk cId="4272442644" sldId="2147482879"/>
            <ac:grpSpMk id="58" creationId="{8F75D755-D0DB-ECF9-DD20-D91B648A0DCF}"/>
          </ac:grpSpMkLst>
        </pc:grpChg>
        <pc:grpChg chg="mod">
          <ac:chgData name="Usmani, O.A. (Omar)" userId="9138a46d-5e3b-4a04-8d74-2137b161a14c" providerId="ADAL" clId="{62351CF1-7D0D-4746-9F28-2824CC9CE2F7}" dt="2026-10-13T12:11:26.577" v="4894"/>
          <ac:grpSpMkLst>
            <pc:docMk/>
            <pc:sldMk cId="4272442644" sldId="2147482879"/>
            <ac:grpSpMk id="59" creationId="{32138F38-9E2C-80B1-0EEE-3841662D0FE4}"/>
          </ac:grpSpMkLst>
        </pc:grpChg>
        <pc:grpChg chg="add mod">
          <ac:chgData name="Usmani, O.A. (Omar)" userId="9138a46d-5e3b-4a04-8d74-2137b161a14c" providerId="ADAL" clId="{62351CF1-7D0D-4746-9F28-2824CC9CE2F7}" dt="2026-10-13T12:17:23.825" v="5379" actId="164"/>
          <ac:grpSpMkLst>
            <pc:docMk/>
            <pc:sldMk cId="4272442644" sldId="2147482879"/>
            <ac:grpSpMk id="69" creationId="{46D26AF3-3B78-2423-7503-EBD6C95B871C}"/>
          </ac:grpSpMkLst>
        </pc:grpChg>
        <pc:picChg chg="mod">
          <ac:chgData name="Usmani, O.A. (Omar)" userId="9138a46d-5e3b-4a04-8d74-2137b161a14c" providerId="ADAL" clId="{62351CF1-7D0D-4746-9F28-2824CC9CE2F7}" dt="2026-10-13T10:31:27.061" v="328"/>
          <ac:picMkLst>
            <pc:docMk/>
            <pc:sldMk cId="4272442644" sldId="2147482879"/>
            <ac:picMk id="33" creationId="{09EFE108-6CAE-D566-7D1D-89AE13C04A8D}"/>
          </ac:picMkLst>
        </pc:picChg>
        <pc:picChg chg="add mod">
          <ac:chgData name="Usmani, O.A. (Omar)" userId="9138a46d-5e3b-4a04-8d74-2137b161a14c" providerId="ADAL" clId="{62351CF1-7D0D-4746-9F28-2824CC9CE2F7}" dt="2026-10-13T12:10:25.286" v="4766" actId="164"/>
          <ac:picMkLst>
            <pc:docMk/>
            <pc:sldMk cId="4272442644" sldId="2147482879"/>
            <ac:picMk id="35" creationId="{10E45747-D0A4-998A-6B76-10B5987FBD33}"/>
          </ac:picMkLst>
        </pc:picChg>
        <pc:picChg chg="add mod">
          <ac:chgData name="Usmani, O.A. (Omar)" userId="9138a46d-5e3b-4a04-8d74-2137b161a14c" providerId="ADAL" clId="{62351CF1-7D0D-4746-9F28-2824CC9CE2F7}" dt="2026-10-13T12:17:23.825" v="5379" actId="164"/>
          <ac:picMkLst>
            <pc:docMk/>
            <pc:sldMk cId="4272442644" sldId="2147482879"/>
            <ac:picMk id="57" creationId="{2B6906A5-DBA5-9B2F-E473-87698CC48843}"/>
          </ac:picMkLst>
        </pc:picChg>
        <pc:picChg chg="mod">
          <ac:chgData name="Usmani, O.A. (Omar)" userId="9138a46d-5e3b-4a04-8d74-2137b161a14c" providerId="ADAL" clId="{62351CF1-7D0D-4746-9F28-2824CC9CE2F7}" dt="2026-10-13T12:11:26.577" v="4894"/>
          <ac:picMkLst>
            <pc:docMk/>
            <pc:sldMk cId="4272442644" sldId="2147482879"/>
            <ac:picMk id="61" creationId="{C2353439-408F-C8A6-E122-C192C3D1F594}"/>
          </ac:picMkLst>
        </pc:picChg>
        <pc:cxnChg chg="mod">
          <ac:chgData name="Usmani, O.A. (Omar)" userId="9138a46d-5e3b-4a04-8d74-2137b161a14c" providerId="ADAL" clId="{62351CF1-7D0D-4746-9F28-2824CC9CE2F7}" dt="2026-10-13T12:11:26.577" v="4894"/>
          <ac:cxnSpMkLst>
            <pc:docMk/>
            <pc:sldMk cId="4272442644" sldId="2147482879"/>
            <ac:cxnSpMk id="63" creationId="{A210CAC0-A75D-8D47-A9DD-11ABF0DF9720}"/>
          </ac:cxnSpMkLst>
        </pc:cxnChg>
        <pc:cxnChg chg="mod">
          <ac:chgData name="Usmani, O.A. (Omar)" userId="9138a46d-5e3b-4a04-8d74-2137b161a14c" providerId="ADAL" clId="{62351CF1-7D0D-4746-9F28-2824CC9CE2F7}" dt="2026-10-13T12:11:26.577" v="4894"/>
          <ac:cxnSpMkLst>
            <pc:docMk/>
            <pc:sldMk cId="4272442644" sldId="2147482879"/>
            <ac:cxnSpMk id="64" creationId="{B573C2E4-2A95-C86E-C6AF-DAC287875778}"/>
          </ac:cxnSpMkLst>
        </pc:cxnChg>
      </pc:sldChg>
      <pc:sldChg chg="add">
        <pc:chgData name="Usmani, O.A. (Omar)" userId="9138a46d-5e3b-4a04-8d74-2137b161a14c" providerId="ADAL" clId="{62351CF1-7D0D-4746-9F28-2824CC9CE2F7}" dt="2026-10-13T12:37:10.440" v="6368"/>
        <pc:sldMkLst>
          <pc:docMk/>
          <pc:sldMk cId="185378740" sldId="2147482880"/>
        </pc:sldMkLst>
      </pc:sldChg>
      <pc:sldChg chg="addSp delSp modSp new del mod">
        <pc:chgData name="Usmani, O.A. (Omar)" userId="9138a46d-5e3b-4a04-8d74-2137b161a14c" providerId="ADAL" clId="{62351CF1-7D0D-4746-9F28-2824CC9CE2F7}" dt="2026-10-13T12:37:04.679" v="6367" actId="2696"/>
        <pc:sldMkLst>
          <pc:docMk/>
          <pc:sldMk cId="1917446020" sldId="2147482880"/>
        </pc:sldMkLst>
        <pc:spChg chg="mod">
          <ac:chgData name="Usmani, O.A. (Omar)" userId="9138a46d-5e3b-4a04-8d74-2137b161a14c" providerId="ADAL" clId="{62351CF1-7D0D-4746-9F28-2824CC9CE2F7}" dt="2026-10-13T12:05:09.652" v="4283" actId="20577"/>
          <ac:spMkLst>
            <pc:docMk/>
            <pc:sldMk cId="1917446020" sldId="2147482880"/>
            <ac:spMk id="2" creationId="{91D58B53-D4D3-0152-09EA-24F31D687BB2}"/>
          </ac:spMkLst>
        </pc:spChg>
        <pc:spChg chg="add mod">
          <ac:chgData name="Usmani, O.A. (Omar)" userId="9138a46d-5e3b-4a04-8d74-2137b161a14c" providerId="ADAL" clId="{62351CF1-7D0D-4746-9F28-2824CC9CE2F7}" dt="2026-10-13T12:04:47.905" v="4247" actId="1036"/>
          <ac:spMkLst>
            <pc:docMk/>
            <pc:sldMk cId="1917446020" sldId="2147482880"/>
            <ac:spMk id="13" creationId="{2A6F91F6-CD78-F445-933A-F20E8C0807D1}"/>
          </ac:spMkLst>
        </pc:spChg>
        <pc:spChg chg="add mod">
          <ac:chgData name="Usmani, O.A. (Omar)" userId="9138a46d-5e3b-4a04-8d74-2137b161a14c" providerId="ADAL" clId="{62351CF1-7D0D-4746-9F28-2824CC9CE2F7}" dt="2026-10-13T10:49:30.162" v="1896" actId="164"/>
          <ac:spMkLst>
            <pc:docMk/>
            <pc:sldMk cId="1917446020" sldId="2147482880"/>
            <ac:spMk id="19" creationId="{C6EED862-2CDE-9DA2-8FE2-341A2E236352}"/>
          </ac:spMkLst>
        </pc:spChg>
        <pc:spChg chg="add del">
          <ac:chgData name="Usmani, O.A. (Omar)" userId="9138a46d-5e3b-4a04-8d74-2137b161a14c" providerId="ADAL" clId="{62351CF1-7D0D-4746-9F28-2824CC9CE2F7}" dt="2026-10-13T10:50:24.468" v="1899" actId="478"/>
          <ac:spMkLst>
            <pc:docMk/>
            <pc:sldMk cId="1917446020" sldId="2147482880"/>
            <ac:spMk id="24" creationId="{D0940B4E-8AAC-3D5E-D8A8-46EA32AD2ADA}"/>
          </ac:spMkLst>
        </pc:spChg>
        <pc:spChg chg="add del mod">
          <ac:chgData name="Usmani, O.A. (Omar)" userId="9138a46d-5e3b-4a04-8d74-2137b161a14c" providerId="ADAL" clId="{62351CF1-7D0D-4746-9F28-2824CC9CE2F7}" dt="2026-10-13T10:50:39.415" v="1902" actId="478"/>
          <ac:spMkLst>
            <pc:docMk/>
            <pc:sldMk cId="1917446020" sldId="2147482880"/>
            <ac:spMk id="30" creationId="{FEFACC56-D28F-BE1D-2DE1-95F6B516233F}"/>
          </ac:spMkLst>
        </pc:spChg>
        <pc:spChg chg="del mod">
          <ac:chgData name="Usmani, O.A. (Omar)" userId="9138a46d-5e3b-4a04-8d74-2137b161a14c" providerId="ADAL" clId="{62351CF1-7D0D-4746-9F28-2824CC9CE2F7}" dt="2026-10-13T10:50:39.415" v="1902" actId="478"/>
          <ac:spMkLst>
            <pc:docMk/>
            <pc:sldMk cId="1917446020" sldId="2147482880"/>
            <ac:spMk id="36" creationId="{CB615200-E9C9-3CB5-ECB7-BFAD7FF92201}"/>
          </ac:spMkLst>
        </pc:spChg>
        <pc:spChg chg="del mod">
          <ac:chgData name="Usmani, O.A. (Omar)" userId="9138a46d-5e3b-4a04-8d74-2137b161a14c" providerId="ADAL" clId="{62351CF1-7D0D-4746-9F28-2824CC9CE2F7}" dt="2026-10-13T10:50:39.415" v="1902" actId="478"/>
          <ac:spMkLst>
            <pc:docMk/>
            <pc:sldMk cId="1917446020" sldId="2147482880"/>
            <ac:spMk id="37" creationId="{CD95218B-A338-E6F4-193B-DE5DDA70ED1C}"/>
          </ac:spMkLst>
        </pc:spChg>
        <pc:spChg chg="del mod">
          <ac:chgData name="Usmani, O.A. (Omar)" userId="9138a46d-5e3b-4a04-8d74-2137b161a14c" providerId="ADAL" clId="{62351CF1-7D0D-4746-9F28-2824CC9CE2F7}" dt="2026-10-13T10:50:39.415" v="1902" actId="478"/>
          <ac:spMkLst>
            <pc:docMk/>
            <pc:sldMk cId="1917446020" sldId="2147482880"/>
            <ac:spMk id="38" creationId="{CEF99562-1DB1-454D-7F0D-1985952A989A}"/>
          </ac:spMkLst>
        </pc:spChg>
        <pc:spChg chg="del mod">
          <ac:chgData name="Usmani, O.A. (Omar)" userId="9138a46d-5e3b-4a04-8d74-2137b161a14c" providerId="ADAL" clId="{62351CF1-7D0D-4746-9F28-2824CC9CE2F7}" dt="2026-10-13T10:50:39.415" v="1902" actId="478"/>
          <ac:spMkLst>
            <pc:docMk/>
            <pc:sldMk cId="1917446020" sldId="2147482880"/>
            <ac:spMk id="39" creationId="{2E003AE2-377A-3D37-BD92-0F5D3E6C8A03}"/>
          </ac:spMkLst>
        </pc:spChg>
        <pc:spChg chg="del mod">
          <ac:chgData name="Usmani, O.A. (Omar)" userId="9138a46d-5e3b-4a04-8d74-2137b161a14c" providerId="ADAL" clId="{62351CF1-7D0D-4746-9F28-2824CC9CE2F7}" dt="2026-10-13T10:50:39.415" v="1902" actId="478"/>
          <ac:spMkLst>
            <pc:docMk/>
            <pc:sldMk cId="1917446020" sldId="2147482880"/>
            <ac:spMk id="40" creationId="{0439FF7B-2C35-2A2F-A15F-5BECDA6DEB9B}"/>
          </ac:spMkLst>
        </pc:spChg>
        <pc:spChg chg="del mod">
          <ac:chgData name="Usmani, O.A. (Omar)" userId="9138a46d-5e3b-4a04-8d74-2137b161a14c" providerId="ADAL" clId="{62351CF1-7D0D-4746-9F28-2824CC9CE2F7}" dt="2026-10-13T10:50:39.415" v="1902" actId="478"/>
          <ac:spMkLst>
            <pc:docMk/>
            <pc:sldMk cId="1917446020" sldId="2147482880"/>
            <ac:spMk id="41" creationId="{E2501E24-C3AE-457C-ED7C-F3BAFE36E240}"/>
          </ac:spMkLst>
        </pc:spChg>
        <pc:spChg chg="del mod">
          <ac:chgData name="Usmani, O.A. (Omar)" userId="9138a46d-5e3b-4a04-8d74-2137b161a14c" providerId="ADAL" clId="{62351CF1-7D0D-4746-9F28-2824CC9CE2F7}" dt="2026-10-13T10:50:39.415" v="1902" actId="478"/>
          <ac:spMkLst>
            <pc:docMk/>
            <pc:sldMk cId="1917446020" sldId="2147482880"/>
            <ac:spMk id="43" creationId="{26FD0E26-A537-FAD4-345B-D73EBDFD44C4}"/>
          </ac:spMkLst>
        </pc:spChg>
        <pc:spChg chg="del mod">
          <ac:chgData name="Usmani, O.A. (Omar)" userId="9138a46d-5e3b-4a04-8d74-2137b161a14c" providerId="ADAL" clId="{62351CF1-7D0D-4746-9F28-2824CC9CE2F7}" dt="2026-10-13T10:50:39.415" v="1902" actId="478"/>
          <ac:spMkLst>
            <pc:docMk/>
            <pc:sldMk cId="1917446020" sldId="2147482880"/>
            <ac:spMk id="44" creationId="{B90DD3AC-D317-A3A2-D3DA-EBADE04EBD55}"/>
          </ac:spMkLst>
        </pc:spChg>
        <pc:spChg chg="del mod topLvl">
          <ac:chgData name="Usmani, O.A. (Omar)" userId="9138a46d-5e3b-4a04-8d74-2137b161a14c" providerId="ADAL" clId="{62351CF1-7D0D-4746-9F28-2824CC9CE2F7}" dt="2026-10-13T10:50:47.431" v="1904" actId="478"/>
          <ac:spMkLst>
            <pc:docMk/>
            <pc:sldMk cId="1917446020" sldId="2147482880"/>
            <ac:spMk id="46" creationId="{6ED1BA6C-600A-CF67-69FA-CA010F87F72A}"/>
          </ac:spMkLst>
        </pc:spChg>
        <pc:spChg chg="add mod">
          <ac:chgData name="Usmani, O.A. (Omar)" userId="9138a46d-5e3b-4a04-8d74-2137b161a14c" providerId="ADAL" clId="{62351CF1-7D0D-4746-9F28-2824CC9CE2F7}" dt="2026-10-13T10:53:19.249" v="2373" actId="14100"/>
          <ac:spMkLst>
            <pc:docMk/>
            <pc:sldMk cId="1917446020" sldId="2147482880"/>
            <ac:spMk id="50" creationId="{68B8A0BF-31A3-3602-C2B8-7C1D8FD17BB4}"/>
          </ac:spMkLst>
        </pc:spChg>
        <pc:spChg chg="add mod">
          <ac:chgData name="Usmani, O.A. (Omar)" userId="9138a46d-5e3b-4a04-8d74-2137b161a14c" providerId="ADAL" clId="{62351CF1-7D0D-4746-9F28-2824CC9CE2F7}" dt="2026-10-13T12:18:11.606" v="5380" actId="164"/>
          <ac:spMkLst>
            <pc:docMk/>
            <pc:sldMk cId="1917446020" sldId="2147482880"/>
            <ac:spMk id="56" creationId="{420B567E-7D93-A5C8-462D-BFEBC5AD54BD}"/>
          </ac:spMkLst>
        </pc:spChg>
        <pc:spChg chg="add mod">
          <ac:chgData name="Usmani, O.A. (Omar)" userId="9138a46d-5e3b-4a04-8d74-2137b161a14c" providerId="ADAL" clId="{62351CF1-7D0D-4746-9F28-2824CC9CE2F7}" dt="2026-10-13T11:01:28.683" v="3295" actId="164"/>
          <ac:spMkLst>
            <pc:docMk/>
            <pc:sldMk cId="1917446020" sldId="2147482880"/>
            <ac:spMk id="57" creationId="{8E739E08-3599-687B-921C-59DF6728DF8B}"/>
          </ac:spMkLst>
        </pc:spChg>
        <pc:spChg chg="add del mod">
          <ac:chgData name="Usmani, O.A. (Omar)" userId="9138a46d-5e3b-4a04-8d74-2137b161a14c" providerId="ADAL" clId="{62351CF1-7D0D-4746-9F28-2824CC9CE2F7}" dt="2026-10-13T11:01:33.245" v="3296" actId="164"/>
          <ac:spMkLst>
            <pc:docMk/>
            <pc:sldMk cId="1917446020" sldId="2147482880"/>
            <ac:spMk id="59" creationId="{05C6B071-D125-A9C8-13C6-DC2CFC2EC836}"/>
          </ac:spMkLst>
        </pc:spChg>
        <pc:spChg chg="add mod">
          <ac:chgData name="Usmani, O.A. (Omar)" userId="9138a46d-5e3b-4a04-8d74-2137b161a14c" providerId="ADAL" clId="{62351CF1-7D0D-4746-9F28-2824CC9CE2F7}" dt="2026-10-13T11:01:33.245" v="3296" actId="164"/>
          <ac:spMkLst>
            <pc:docMk/>
            <pc:sldMk cId="1917446020" sldId="2147482880"/>
            <ac:spMk id="60" creationId="{144974CC-6B0B-1531-28F5-A400E95A09B0}"/>
          </ac:spMkLst>
        </pc:spChg>
        <pc:spChg chg="add mod">
          <ac:chgData name="Usmani, O.A. (Omar)" userId="9138a46d-5e3b-4a04-8d74-2137b161a14c" providerId="ADAL" clId="{62351CF1-7D0D-4746-9F28-2824CC9CE2F7}" dt="2026-10-13T12:18:11.606" v="5380" actId="164"/>
          <ac:spMkLst>
            <pc:docMk/>
            <pc:sldMk cId="1917446020" sldId="2147482880"/>
            <ac:spMk id="61" creationId="{64B52CA5-9AAA-8ADF-74FA-891218181B55}"/>
          </ac:spMkLst>
        </pc:spChg>
        <pc:spChg chg="mod">
          <ac:chgData name="Usmani, O.A. (Omar)" userId="9138a46d-5e3b-4a04-8d74-2137b161a14c" providerId="ADAL" clId="{62351CF1-7D0D-4746-9F28-2824CC9CE2F7}" dt="2026-10-13T12:01:51.244" v="3845"/>
          <ac:spMkLst>
            <pc:docMk/>
            <pc:sldMk cId="1917446020" sldId="2147482880"/>
            <ac:spMk id="66" creationId="{EEC2C07D-4BEE-8E9C-6AED-5C6E5B51F4D7}"/>
          </ac:spMkLst>
        </pc:spChg>
        <pc:spChg chg="mod">
          <ac:chgData name="Usmani, O.A. (Omar)" userId="9138a46d-5e3b-4a04-8d74-2137b161a14c" providerId="ADAL" clId="{62351CF1-7D0D-4746-9F28-2824CC9CE2F7}" dt="2026-10-13T12:01:51.244" v="3845"/>
          <ac:spMkLst>
            <pc:docMk/>
            <pc:sldMk cId="1917446020" sldId="2147482880"/>
            <ac:spMk id="68" creationId="{055D2DDF-0AD6-1CBE-8AD0-BF7B3150D680}"/>
          </ac:spMkLst>
        </pc:spChg>
        <pc:grpChg chg="add del mod">
          <ac:chgData name="Usmani, O.A. (Omar)" userId="9138a46d-5e3b-4a04-8d74-2137b161a14c" providerId="ADAL" clId="{62351CF1-7D0D-4746-9F28-2824CC9CE2F7}" dt="2026-10-13T10:47:48.968" v="1318" actId="478"/>
          <ac:grpSpMkLst>
            <pc:docMk/>
            <pc:sldMk cId="1917446020" sldId="2147482880"/>
            <ac:grpSpMk id="12" creationId="{3F0E6EA2-139F-425F-3640-C92600300AE7}"/>
          </ac:grpSpMkLst>
        </pc:grpChg>
        <pc:grpChg chg="add mod">
          <ac:chgData name="Usmani, O.A. (Omar)" userId="9138a46d-5e3b-4a04-8d74-2137b161a14c" providerId="ADAL" clId="{62351CF1-7D0D-4746-9F28-2824CC9CE2F7}" dt="2026-10-13T10:47:54.568" v="1319" actId="164"/>
          <ac:grpSpMkLst>
            <pc:docMk/>
            <pc:sldMk cId="1917446020" sldId="2147482880"/>
            <ac:grpSpMk id="14" creationId="{D2A5AE6A-F816-6A3E-2922-D2498C1ED9D1}"/>
          </ac:grpSpMkLst>
        </pc:grpChg>
        <pc:grpChg chg="add mod">
          <ac:chgData name="Usmani, O.A. (Omar)" userId="9138a46d-5e3b-4a04-8d74-2137b161a14c" providerId="ADAL" clId="{62351CF1-7D0D-4746-9F28-2824CC9CE2F7}" dt="2026-10-13T12:18:11.606" v="5380" actId="164"/>
          <ac:grpSpMkLst>
            <pc:docMk/>
            <pc:sldMk cId="1917446020" sldId="2147482880"/>
            <ac:grpSpMk id="17" creationId="{56A8919A-0C07-52BF-EAAB-24F3FCFA1F47}"/>
          </ac:grpSpMkLst>
        </pc:grpChg>
        <pc:grpChg chg="add mod">
          <ac:chgData name="Usmani, O.A. (Omar)" userId="9138a46d-5e3b-4a04-8d74-2137b161a14c" providerId="ADAL" clId="{62351CF1-7D0D-4746-9F28-2824CC9CE2F7}" dt="2026-10-13T12:18:11.606" v="5380" actId="164"/>
          <ac:grpSpMkLst>
            <pc:docMk/>
            <pc:sldMk cId="1917446020" sldId="2147482880"/>
            <ac:grpSpMk id="22" creationId="{50D004E6-14F9-9D79-4660-BD684E078F27}"/>
          </ac:grpSpMkLst>
        </pc:grpChg>
        <pc:grpChg chg="add del mod">
          <ac:chgData name="Usmani, O.A. (Omar)" userId="9138a46d-5e3b-4a04-8d74-2137b161a14c" providerId="ADAL" clId="{62351CF1-7D0D-4746-9F28-2824CC9CE2F7}" dt="2026-10-13T10:50:47.431" v="1904" actId="478"/>
          <ac:grpSpMkLst>
            <pc:docMk/>
            <pc:sldMk cId="1917446020" sldId="2147482880"/>
            <ac:grpSpMk id="45" creationId="{D60FCA5E-37B9-2832-8F3C-487722B0E75C}"/>
          </ac:grpSpMkLst>
        </pc:grpChg>
        <pc:grpChg chg="mod ord topLvl">
          <ac:chgData name="Usmani, O.A. (Omar)" userId="9138a46d-5e3b-4a04-8d74-2137b161a14c" providerId="ADAL" clId="{62351CF1-7D0D-4746-9F28-2824CC9CE2F7}" dt="2026-10-13T10:52:48.839" v="2253" actId="164"/>
          <ac:grpSpMkLst>
            <pc:docMk/>
            <pc:sldMk cId="1917446020" sldId="2147482880"/>
            <ac:grpSpMk id="47" creationId="{6A9BB213-9413-B2F1-1098-49C8B51D2F10}"/>
          </ac:grpSpMkLst>
        </pc:grpChg>
        <pc:grpChg chg="add mod">
          <ac:chgData name="Usmani, O.A. (Omar)" userId="9138a46d-5e3b-4a04-8d74-2137b161a14c" providerId="ADAL" clId="{62351CF1-7D0D-4746-9F28-2824CC9CE2F7}" dt="2026-10-13T12:18:11.606" v="5380" actId="164"/>
          <ac:grpSpMkLst>
            <pc:docMk/>
            <pc:sldMk cId="1917446020" sldId="2147482880"/>
            <ac:grpSpMk id="51" creationId="{8F3F6E7B-7837-D92C-4BA9-44C3A29F75E2}"/>
          </ac:grpSpMkLst>
        </pc:grpChg>
        <pc:grpChg chg="add mod">
          <ac:chgData name="Usmani, O.A. (Omar)" userId="9138a46d-5e3b-4a04-8d74-2137b161a14c" providerId="ADAL" clId="{62351CF1-7D0D-4746-9F28-2824CC9CE2F7}" dt="2026-10-13T12:02:40.877" v="4116" actId="164"/>
          <ac:grpSpMkLst>
            <pc:docMk/>
            <pc:sldMk cId="1917446020" sldId="2147482880"/>
            <ac:grpSpMk id="62" creationId="{6F5CBCF2-C989-6149-D6BE-560DC261F24A}"/>
          </ac:grpSpMkLst>
        </pc:grpChg>
        <pc:grpChg chg="add mod">
          <ac:chgData name="Usmani, O.A. (Omar)" userId="9138a46d-5e3b-4a04-8d74-2137b161a14c" providerId="ADAL" clId="{62351CF1-7D0D-4746-9F28-2824CC9CE2F7}" dt="2026-10-13T12:02:40.877" v="4116" actId="164"/>
          <ac:grpSpMkLst>
            <pc:docMk/>
            <pc:sldMk cId="1917446020" sldId="2147482880"/>
            <ac:grpSpMk id="63" creationId="{536609B2-AC9B-54BA-B934-C6EDBE78D51E}"/>
          </ac:grpSpMkLst>
        </pc:grpChg>
        <pc:grpChg chg="add mod">
          <ac:chgData name="Usmani, O.A. (Omar)" userId="9138a46d-5e3b-4a04-8d74-2137b161a14c" providerId="ADAL" clId="{62351CF1-7D0D-4746-9F28-2824CC9CE2F7}" dt="2026-10-13T12:18:11.606" v="5380" actId="164"/>
          <ac:grpSpMkLst>
            <pc:docMk/>
            <pc:sldMk cId="1917446020" sldId="2147482880"/>
            <ac:grpSpMk id="64" creationId="{C3CEBA7C-41C1-6A01-6353-34C918A2CDB0}"/>
          </ac:grpSpMkLst>
        </pc:grpChg>
        <pc:grpChg chg="mod">
          <ac:chgData name="Usmani, O.A. (Omar)" userId="9138a46d-5e3b-4a04-8d74-2137b161a14c" providerId="ADAL" clId="{62351CF1-7D0D-4746-9F28-2824CC9CE2F7}" dt="2026-10-13T12:01:51.244" v="3845"/>
          <ac:grpSpMkLst>
            <pc:docMk/>
            <pc:sldMk cId="1917446020" sldId="2147482880"/>
            <ac:grpSpMk id="65" creationId="{C2D82716-542A-93DE-69AA-BE52A2494F18}"/>
          </ac:grpSpMkLst>
        </pc:grpChg>
        <pc:grpChg chg="add mod">
          <ac:chgData name="Usmani, O.A. (Omar)" userId="9138a46d-5e3b-4a04-8d74-2137b161a14c" providerId="ADAL" clId="{62351CF1-7D0D-4746-9F28-2824CC9CE2F7}" dt="2026-10-13T12:18:11.606" v="5380" actId="164"/>
          <ac:grpSpMkLst>
            <pc:docMk/>
            <pc:sldMk cId="1917446020" sldId="2147482880"/>
            <ac:grpSpMk id="71" creationId="{7B0A4758-9970-88FA-3B73-FB336090D0AE}"/>
          </ac:grpSpMkLst>
        </pc:grpChg>
        <pc:grpChg chg="add del mod">
          <ac:chgData name="Usmani, O.A. (Omar)" userId="9138a46d-5e3b-4a04-8d74-2137b161a14c" providerId="ADAL" clId="{62351CF1-7D0D-4746-9F28-2824CC9CE2F7}" dt="2026-10-13T12:18:15.280" v="5382" actId="21"/>
          <ac:grpSpMkLst>
            <pc:docMk/>
            <pc:sldMk cId="1917446020" sldId="2147482880"/>
            <ac:grpSpMk id="72" creationId="{0D17F82F-089A-B7DC-2B6B-499B08A66081}"/>
          </ac:grpSpMkLst>
        </pc:grpChg>
        <pc:picChg chg="add mod">
          <ac:chgData name="Usmani, O.A. (Omar)" userId="9138a46d-5e3b-4a04-8d74-2137b161a14c" providerId="ADAL" clId="{62351CF1-7D0D-4746-9F28-2824CC9CE2F7}" dt="2026-10-13T12:18:11.606" v="5380" actId="164"/>
          <ac:picMkLst>
            <pc:docMk/>
            <pc:sldMk cId="1917446020" sldId="2147482880"/>
            <ac:picMk id="7" creationId="{9565EB57-FD99-E3C4-D73A-F3C5D67DBDFA}"/>
          </ac:picMkLst>
        </pc:picChg>
        <pc:picChg chg="add mod">
          <ac:chgData name="Usmani, O.A. (Omar)" userId="9138a46d-5e3b-4a04-8d74-2137b161a14c" providerId="ADAL" clId="{62351CF1-7D0D-4746-9F28-2824CC9CE2F7}" dt="2026-10-13T10:46:14.946" v="1130" actId="1037"/>
          <ac:picMkLst>
            <pc:docMk/>
            <pc:sldMk cId="1917446020" sldId="2147482880"/>
            <ac:picMk id="9" creationId="{07619D31-9857-C9AB-60CB-24F0CDBFE7D7}"/>
          </ac:picMkLst>
        </pc:picChg>
        <pc:picChg chg="add mod">
          <ac:chgData name="Usmani, O.A. (Omar)" userId="9138a46d-5e3b-4a04-8d74-2137b161a14c" providerId="ADAL" clId="{62351CF1-7D0D-4746-9F28-2824CC9CE2F7}" dt="2026-10-13T10:43:28.464" v="724" actId="1037"/>
          <ac:picMkLst>
            <pc:docMk/>
            <pc:sldMk cId="1917446020" sldId="2147482880"/>
            <ac:picMk id="11" creationId="{84737F76-AECB-B1EF-125F-50EAF57E4B35}"/>
          </ac:picMkLst>
        </pc:picChg>
        <pc:picChg chg="mod">
          <ac:chgData name="Usmani, O.A. (Omar)" userId="9138a46d-5e3b-4a04-8d74-2137b161a14c" providerId="ADAL" clId="{62351CF1-7D0D-4746-9F28-2824CC9CE2F7}" dt="2026-10-13T10:47:24.688" v="1279" actId="207"/>
          <ac:picMkLst>
            <pc:docMk/>
            <pc:sldMk cId="1917446020" sldId="2147482880"/>
            <ac:picMk id="15" creationId="{8E0BD46E-3A4C-87F3-C0C9-2176B31BC3B8}"/>
          </ac:picMkLst>
        </pc:picChg>
        <pc:picChg chg="mod">
          <ac:chgData name="Usmani, O.A. (Omar)" userId="9138a46d-5e3b-4a04-8d74-2137b161a14c" providerId="ADAL" clId="{62351CF1-7D0D-4746-9F28-2824CC9CE2F7}" dt="2026-10-13T12:04:52.527" v="4258" actId="1036"/>
          <ac:picMkLst>
            <pc:docMk/>
            <pc:sldMk cId="1917446020" sldId="2147482880"/>
            <ac:picMk id="16" creationId="{EE4C3FBC-6ADB-D904-E45C-6D378343A3BC}"/>
          </ac:picMkLst>
        </pc:picChg>
        <pc:picChg chg="add mod">
          <ac:chgData name="Usmani, O.A. (Omar)" userId="9138a46d-5e3b-4a04-8d74-2137b161a14c" providerId="ADAL" clId="{62351CF1-7D0D-4746-9F28-2824CC9CE2F7}" dt="2026-10-13T10:49:30.162" v="1896" actId="164"/>
          <ac:picMkLst>
            <pc:docMk/>
            <pc:sldMk cId="1917446020" sldId="2147482880"/>
            <ac:picMk id="21" creationId="{D97B6D27-B379-6742-632D-7CEBAFE476F8}"/>
          </ac:picMkLst>
        </pc:picChg>
        <pc:picChg chg="add del">
          <ac:chgData name="Usmani, O.A. (Omar)" userId="9138a46d-5e3b-4a04-8d74-2137b161a14c" providerId="ADAL" clId="{62351CF1-7D0D-4746-9F28-2824CC9CE2F7}" dt="2026-10-13T10:50:24.468" v="1899" actId="478"/>
          <ac:picMkLst>
            <pc:docMk/>
            <pc:sldMk cId="1917446020" sldId="2147482880"/>
            <ac:picMk id="26" creationId="{4755E1DA-F3CD-743C-91E9-5EC5E689019F}"/>
          </ac:picMkLst>
        </pc:picChg>
        <pc:picChg chg="add del">
          <ac:chgData name="Usmani, O.A. (Omar)" userId="9138a46d-5e3b-4a04-8d74-2137b161a14c" providerId="ADAL" clId="{62351CF1-7D0D-4746-9F28-2824CC9CE2F7}" dt="2026-10-13T10:50:24.468" v="1899" actId="478"/>
          <ac:picMkLst>
            <pc:docMk/>
            <pc:sldMk cId="1917446020" sldId="2147482880"/>
            <ac:picMk id="28" creationId="{0AC2CB97-7E06-A4AD-56AD-7FC5F0D4C23F}"/>
          </ac:picMkLst>
        </pc:picChg>
        <pc:picChg chg="add del">
          <ac:chgData name="Usmani, O.A. (Omar)" userId="9138a46d-5e3b-4a04-8d74-2137b161a14c" providerId="ADAL" clId="{62351CF1-7D0D-4746-9F28-2824CC9CE2F7}" dt="2026-10-13T10:50:36.686" v="1901" actId="27803"/>
          <ac:picMkLst>
            <pc:docMk/>
            <pc:sldMk cId="1917446020" sldId="2147482880"/>
            <ac:picMk id="32" creationId="{7A0BE0B8-6A7C-BC92-DD6B-F342271205D9}"/>
          </ac:picMkLst>
        </pc:picChg>
        <pc:picChg chg="add">
          <ac:chgData name="Usmani, O.A. (Omar)" userId="9138a46d-5e3b-4a04-8d74-2137b161a14c" providerId="ADAL" clId="{62351CF1-7D0D-4746-9F28-2824CC9CE2F7}" dt="2026-10-13T10:50:26.019" v="1900" actId="22"/>
          <ac:picMkLst>
            <pc:docMk/>
            <pc:sldMk cId="1917446020" sldId="2147482880"/>
            <ac:picMk id="34" creationId="{7F787070-CC54-C191-924C-98149EDDB4D1}"/>
          </ac:picMkLst>
        </pc:picChg>
        <pc:picChg chg="mod">
          <ac:chgData name="Usmani, O.A. (Omar)" userId="9138a46d-5e3b-4a04-8d74-2137b161a14c" providerId="ADAL" clId="{62351CF1-7D0D-4746-9F28-2824CC9CE2F7}" dt="2026-10-13T10:50:44.952" v="1903"/>
          <ac:picMkLst>
            <pc:docMk/>
            <pc:sldMk cId="1917446020" sldId="2147482880"/>
            <ac:picMk id="48" creationId="{01C19889-FAC1-7680-BA59-AFFFB52A95EC}"/>
          </ac:picMkLst>
        </pc:picChg>
        <pc:picChg chg="mod">
          <ac:chgData name="Usmani, O.A. (Omar)" userId="9138a46d-5e3b-4a04-8d74-2137b161a14c" providerId="ADAL" clId="{62351CF1-7D0D-4746-9F28-2824CC9CE2F7}" dt="2026-10-13T10:50:44.952" v="1903"/>
          <ac:picMkLst>
            <pc:docMk/>
            <pc:sldMk cId="1917446020" sldId="2147482880"/>
            <ac:picMk id="49" creationId="{D9E125D6-02B0-780A-CB8F-7EA2D3CC5776}"/>
          </ac:picMkLst>
        </pc:picChg>
        <pc:picChg chg="add del mod">
          <ac:chgData name="Usmani, O.A. (Omar)" userId="9138a46d-5e3b-4a04-8d74-2137b161a14c" providerId="ADAL" clId="{62351CF1-7D0D-4746-9F28-2824CC9CE2F7}" dt="2026-10-13T10:59:04.164" v="3154" actId="478"/>
          <ac:picMkLst>
            <pc:docMk/>
            <pc:sldMk cId="1917446020" sldId="2147482880"/>
            <ac:picMk id="53" creationId="{8D1BCC96-7EFC-5D50-4431-3D51FFBEF0C4}"/>
          </ac:picMkLst>
        </pc:picChg>
        <pc:picChg chg="add mod">
          <ac:chgData name="Usmani, O.A. (Omar)" userId="9138a46d-5e3b-4a04-8d74-2137b161a14c" providerId="ADAL" clId="{62351CF1-7D0D-4746-9F28-2824CC9CE2F7}" dt="2026-10-13T11:01:28.683" v="3295" actId="164"/>
          <ac:picMkLst>
            <pc:docMk/>
            <pc:sldMk cId="1917446020" sldId="2147482880"/>
            <ac:picMk id="55" creationId="{0356BC0A-F0DF-85F3-D215-C99B4FA5ACB0}"/>
          </ac:picMkLst>
        </pc:picChg>
        <pc:picChg chg="mod">
          <ac:chgData name="Usmani, O.A. (Omar)" userId="9138a46d-5e3b-4a04-8d74-2137b161a14c" providerId="ADAL" clId="{62351CF1-7D0D-4746-9F28-2824CC9CE2F7}" dt="2026-10-13T12:01:51.244" v="3845"/>
          <ac:picMkLst>
            <pc:docMk/>
            <pc:sldMk cId="1917446020" sldId="2147482880"/>
            <ac:picMk id="67" creationId="{05AAE832-CCC7-7340-2D6F-1F5F327E7B34}"/>
          </ac:picMkLst>
        </pc:picChg>
        <pc:cxnChg chg="mod">
          <ac:chgData name="Usmani, O.A. (Omar)" userId="9138a46d-5e3b-4a04-8d74-2137b161a14c" providerId="ADAL" clId="{62351CF1-7D0D-4746-9F28-2824CC9CE2F7}" dt="2026-10-13T12:01:51.244" v="3845"/>
          <ac:cxnSpMkLst>
            <pc:docMk/>
            <pc:sldMk cId="1917446020" sldId="2147482880"/>
            <ac:cxnSpMk id="69" creationId="{02227701-13F1-10EA-724C-DE5AAB34796B}"/>
          </ac:cxnSpMkLst>
        </pc:cxnChg>
        <pc:cxnChg chg="mod">
          <ac:chgData name="Usmani, O.A. (Omar)" userId="9138a46d-5e3b-4a04-8d74-2137b161a14c" providerId="ADAL" clId="{62351CF1-7D0D-4746-9F28-2824CC9CE2F7}" dt="2026-10-13T12:01:51.244" v="3845"/>
          <ac:cxnSpMkLst>
            <pc:docMk/>
            <pc:sldMk cId="1917446020" sldId="2147482880"/>
            <ac:cxnSpMk id="70" creationId="{CE37AABE-4C65-BB90-0CE7-2439665E8F66}"/>
          </ac:cxnSpMkLst>
        </pc:cxnChg>
      </pc:sldChg>
      <pc:sldChg chg="add del">
        <pc:chgData name="Usmani, O.A. (Omar)" userId="9138a46d-5e3b-4a04-8d74-2137b161a14c" providerId="ADAL" clId="{62351CF1-7D0D-4746-9F28-2824CC9CE2F7}" dt="2026-10-13T13:58:33.813" v="7082" actId="2696"/>
        <pc:sldMkLst>
          <pc:docMk/>
          <pc:sldMk cId="2456908837" sldId="2147482881"/>
        </pc:sldMkLst>
      </pc:sldChg>
      <pc:sldChg chg="addSp modSp add del mod">
        <pc:chgData name="Usmani, O.A. (Omar)" userId="9138a46d-5e3b-4a04-8d74-2137b161a14c" providerId="ADAL" clId="{62351CF1-7D0D-4746-9F28-2824CC9CE2F7}" dt="2026-10-14T12:18:45.593" v="14861" actId="47"/>
        <pc:sldMkLst>
          <pc:docMk/>
          <pc:sldMk cId="2523039454" sldId="2147482881"/>
        </pc:sldMkLst>
        <pc:spChg chg="mod">
          <ac:chgData name="Usmani, O.A. (Omar)" userId="9138a46d-5e3b-4a04-8d74-2137b161a14c" providerId="ADAL" clId="{62351CF1-7D0D-4746-9F28-2824CC9CE2F7}" dt="2026-10-14T11:50:23.929" v="14152"/>
          <ac:spMkLst>
            <pc:docMk/>
            <pc:sldMk cId="2523039454" sldId="2147482881"/>
            <ac:spMk id="8" creationId="{2D461E7F-386E-11A6-C6BA-53F9BBA9ABCA}"/>
          </ac:spMkLst>
        </pc:spChg>
        <pc:spChg chg="mod">
          <ac:chgData name="Usmani, O.A. (Omar)" userId="9138a46d-5e3b-4a04-8d74-2137b161a14c" providerId="ADAL" clId="{62351CF1-7D0D-4746-9F28-2824CC9CE2F7}" dt="2026-10-14T11:50:23.929" v="14152"/>
          <ac:spMkLst>
            <pc:docMk/>
            <pc:sldMk cId="2523039454" sldId="2147482881"/>
            <ac:spMk id="10" creationId="{17E7FEA1-4C00-7F27-2DAB-8661FAEBC4CB}"/>
          </ac:spMkLst>
        </pc:spChg>
        <pc:spChg chg="mod">
          <ac:chgData name="Usmani, O.A. (Omar)" userId="9138a46d-5e3b-4a04-8d74-2137b161a14c" providerId="ADAL" clId="{62351CF1-7D0D-4746-9F28-2824CC9CE2F7}" dt="2026-10-14T11:56:01.434" v="14225" actId="208"/>
          <ac:spMkLst>
            <pc:docMk/>
            <pc:sldMk cId="2523039454" sldId="2147482881"/>
            <ac:spMk id="13" creationId="{00000000-0000-0000-0000-000000000000}"/>
          </ac:spMkLst>
        </pc:spChg>
        <pc:grpChg chg="add mod">
          <ac:chgData name="Usmani, O.A. (Omar)" userId="9138a46d-5e3b-4a04-8d74-2137b161a14c" providerId="ADAL" clId="{62351CF1-7D0D-4746-9F28-2824CC9CE2F7}" dt="2026-10-14T11:55:45.839" v="14224" actId="1037"/>
          <ac:grpSpMkLst>
            <pc:docMk/>
            <pc:sldMk cId="2523039454" sldId="2147482881"/>
            <ac:grpSpMk id="6" creationId="{14707FB8-0BDE-E076-F9A8-A93232D5F791}"/>
          </ac:grpSpMkLst>
        </pc:grpChg>
        <pc:grpChg chg="mod">
          <ac:chgData name="Usmani, O.A. (Omar)" userId="9138a46d-5e3b-4a04-8d74-2137b161a14c" providerId="ADAL" clId="{62351CF1-7D0D-4746-9F28-2824CC9CE2F7}" dt="2026-10-14T11:50:23.929" v="14152"/>
          <ac:grpSpMkLst>
            <pc:docMk/>
            <pc:sldMk cId="2523039454" sldId="2147482881"/>
            <ac:grpSpMk id="7" creationId="{6E4EF3D1-1FAE-4999-2BC9-FDA9EC1EAEB3}"/>
          </ac:grpSpMkLst>
        </pc:grpChg>
        <pc:picChg chg="mod">
          <ac:chgData name="Usmani, O.A. (Omar)" userId="9138a46d-5e3b-4a04-8d74-2137b161a14c" providerId="ADAL" clId="{62351CF1-7D0D-4746-9F28-2824CC9CE2F7}" dt="2026-10-14T11:50:23.929" v="14152"/>
          <ac:picMkLst>
            <pc:docMk/>
            <pc:sldMk cId="2523039454" sldId="2147482881"/>
            <ac:picMk id="9" creationId="{D7B5E930-3CE0-24B6-9919-A2CF9006352F}"/>
          </ac:picMkLst>
        </pc:picChg>
        <pc:cxnChg chg="mod">
          <ac:chgData name="Usmani, O.A. (Omar)" userId="9138a46d-5e3b-4a04-8d74-2137b161a14c" providerId="ADAL" clId="{62351CF1-7D0D-4746-9F28-2824CC9CE2F7}" dt="2026-10-14T11:50:23.929" v="14152"/>
          <ac:cxnSpMkLst>
            <pc:docMk/>
            <pc:sldMk cId="2523039454" sldId="2147482881"/>
            <ac:cxnSpMk id="11" creationId="{706678BD-1977-D053-A6B7-0D347840983B}"/>
          </ac:cxnSpMkLst>
        </pc:cxnChg>
        <pc:cxnChg chg="mod">
          <ac:chgData name="Usmani, O.A. (Omar)" userId="9138a46d-5e3b-4a04-8d74-2137b161a14c" providerId="ADAL" clId="{62351CF1-7D0D-4746-9F28-2824CC9CE2F7}" dt="2026-10-14T11:50:23.929" v="14152"/>
          <ac:cxnSpMkLst>
            <pc:docMk/>
            <pc:sldMk cId="2523039454" sldId="2147482881"/>
            <ac:cxnSpMk id="12" creationId="{F8E16FA9-5101-A2F3-5084-847AF9B8C2B6}"/>
          </ac:cxnSpMkLst>
        </pc:cxnChg>
      </pc:sldChg>
      <pc:sldChg chg="modSp new del mod">
        <pc:chgData name="Usmani, O.A. (Omar)" userId="9138a46d-5e3b-4a04-8d74-2137b161a14c" providerId="ADAL" clId="{62351CF1-7D0D-4746-9F28-2824CC9CE2F7}" dt="2026-10-13T12:37:04.679" v="6367" actId="2696"/>
        <pc:sldMkLst>
          <pc:docMk/>
          <pc:sldMk cId="2785937456" sldId="2147482881"/>
        </pc:sldMkLst>
        <pc:spChg chg="mod">
          <ac:chgData name="Usmani, O.A. (Omar)" userId="9138a46d-5e3b-4a04-8d74-2137b161a14c" providerId="ADAL" clId="{62351CF1-7D0D-4746-9F28-2824CC9CE2F7}" dt="2026-10-13T11:53:10.861" v="3568" actId="20577"/>
          <ac:spMkLst>
            <pc:docMk/>
            <pc:sldMk cId="2785937456" sldId="2147482881"/>
            <ac:spMk id="2" creationId="{BFE4F65C-2089-84D4-5FF8-0D779B57213E}"/>
          </ac:spMkLst>
        </pc:spChg>
      </pc:sldChg>
      <pc:sldChg chg="add del">
        <pc:chgData name="Usmani, O.A. (Omar)" userId="9138a46d-5e3b-4a04-8d74-2137b161a14c" providerId="ADAL" clId="{62351CF1-7D0D-4746-9F28-2824CC9CE2F7}" dt="2026-10-14T10:01:38.052" v="12644" actId="47"/>
        <pc:sldMkLst>
          <pc:docMk/>
          <pc:sldMk cId="3498199684" sldId="2147482882"/>
        </pc:sldMkLst>
      </pc:sldChg>
      <pc:sldChg chg="add del">
        <pc:chgData name="Usmani, O.A. (Omar)" userId="9138a46d-5e3b-4a04-8d74-2137b161a14c" providerId="ADAL" clId="{62351CF1-7D0D-4746-9F28-2824CC9CE2F7}" dt="2026-10-14T10:01:36.134" v="12643" actId="47"/>
        <pc:sldMkLst>
          <pc:docMk/>
          <pc:sldMk cId="1440258757" sldId="2147482883"/>
        </pc:sldMkLst>
      </pc:sldChg>
      <pc:sldChg chg="add del">
        <pc:chgData name="Usmani, O.A. (Omar)" userId="9138a46d-5e3b-4a04-8d74-2137b161a14c" providerId="ADAL" clId="{62351CF1-7D0D-4746-9F28-2824CC9CE2F7}" dt="2026-10-14T10:01:34.413" v="12642" actId="47"/>
        <pc:sldMkLst>
          <pc:docMk/>
          <pc:sldMk cId="71784698" sldId="2147482884"/>
        </pc:sldMkLst>
      </pc:sldChg>
      <pc:sldChg chg="add del">
        <pc:chgData name="Usmani, O.A. (Omar)" userId="9138a46d-5e3b-4a04-8d74-2137b161a14c" providerId="ADAL" clId="{62351CF1-7D0D-4746-9F28-2824CC9CE2F7}" dt="2026-10-14T10:01:32.636" v="12641" actId="47"/>
        <pc:sldMkLst>
          <pc:docMk/>
          <pc:sldMk cId="586803616" sldId="2147482885"/>
        </pc:sldMkLst>
      </pc:sldChg>
      <pc:sldChg chg="add del">
        <pc:chgData name="Usmani, O.A. (Omar)" userId="9138a46d-5e3b-4a04-8d74-2137b161a14c" providerId="ADAL" clId="{62351CF1-7D0D-4746-9F28-2824CC9CE2F7}" dt="2026-10-14T10:01:39.749" v="12645" actId="47"/>
        <pc:sldMkLst>
          <pc:docMk/>
          <pc:sldMk cId="1178243506" sldId="2147482886"/>
        </pc:sldMkLst>
      </pc:sldChg>
      <pc:sldChg chg="addSp delSp modSp add mod">
        <pc:chgData name="Usmani, O.A. (Omar)" userId="9138a46d-5e3b-4a04-8d74-2137b161a14c" providerId="ADAL" clId="{62351CF1-7D0D-4746-9F28-2824CC9CE2F7}" dt="2026-10-14T10:09:02.086" v="12824" actId="20577"/>
        <pc:sldMkLst>
          <pc:docMk/>
          <pc:sldMk cId="2786479758" sldId="2147482887"/>
        </pc:sldMkLst>
        <pc:spChg chg="add del mod">
          <ac:chgData name="Usmani, O.A. (Omar)" userId="9138a46d-5e3b-4a04-8d74-2137b161a14c" providerId="ADAL" clId="{62351CF1-7D0D-4746-9F28-2824CC9CE2F7}" dt="2026-10-14T10:09:02.086" v="12824" actId="20577"/>
          <ac:spMkLst>
            <pc:docMk/>
            <pc:sldMk cId="2786479758" sldId="2147482887"/>
            <ac:spMk id="2" creationId="{D52A20A2-672C-42C5-9F0E-2A97108908F8}"/>
          </ac:spMkLst>
        </pc:spChg>
        <pc:spChg chg="del mod topLvl">
          <ac:chgData name="Usmani, O.A. (Omar)" userId="9138a46d-5e3b-4a04-8d74-2137b161a14c" providerId="ADAL" clId="{62351CF1-7D0D-4746-9F28-2824CC9CE2F7}" dt="2026-10-14T08:44:22.546" v="8087" actId="478"/>
          <ac:spMkLst>
            <pc:docMk/>
            <pc:sldMk cId="2786479758" sldId="2147482887"/>
            <ac:spMk id="48" creationId="{5F8F59E9-F1B3-683E-96D4-9DE5EB97825A}"/>
          </ac:spMkLst>
        </pc:spChg>
        <pc:spChg chg="mod topLvl">
          <ac:chgData name="Usmani, O.A. (Omar)" userId="9138a46d-5e3b-4a04-8d74-2137b161a14c" providerId="ADAL" clId="{62351CF1-7D0D-4746-9F28-2824CC9CE2F7}" dt="2026-10-14T08:49:33.260" v="8963" actId="207"/>
          <ac:spMkLst>
            <pc:docMk/>
            <pc:sldMk cId="2786479758" sldId="2147482887"/>
            <ac:spMk id="50" creationId="{138BD3B3-67BF-E1B9-973B-0E6CBB50A18A}"/>
          </ac:spMkLst>
        </pc:spChg>
        <pc:spChg chg="del mod topLvl">
          <ac:chgData name="Usmani, O.A. (Omar)" userId="9138a46d-5e3b-4a04-8d74-2137b161a14c" providerId="ADAL" clId="{62351CF1-7D0D-4746-9F28-2824CC9CE2F7}" dt="2026-10-14T08:44:27.809" v="8089" actId="478"/>
          <ac:spMkLst>
            <pc:docMk/>
            <pc:sldMk cId="2786479758" sldId="2147482887"/>
            <ac:spMk id="52" creationId="{E704F3CE-024B-6C38-DD2C-0D0E9C1C3A6F}"/>
          </ac:spMkLst>
        </pc:spChg>
        <pc:spChg chg="del mod topLvl">
          <ac:chgData name="Usmani, O.A. (Omar)" userId="9138a46d-5e3b-4a04-8d74-2137b161a14c" providerId="ADAL" clId="{62351CF1-7D0D-4746-9F28-2824CC9CE2F7}" dt="2026-10-14T08:44:26.347" v="8088" actId="478"/>
          <ac:spMkLst>
            <pc:docMk/>
            <pc:sldMk cId="2786479758" sldId="2147482887"/>
            <ac:spMk id="54" creationId="{749514BF-FF9A-B955-7697-CC156AB413F1}"/>
          </ac:spMkLst>
        </pc:spChg>
        <pc:spChg chg="mod">
          <ac:chgData name="Usmani, O.A. (Omar)" userId="9138a46d-5e3b-4a04-8d74-2137b161a14c" providerId="ADAL" clId="{62351CF1-7D0D-4746-9F28-2824CC9CE2F7}" dt="2026-10-14T08:46:45.706" v="8432"/>
          <ac:spMkLst>
            <pc:docMk/>
            <pc:sldMk cId="2786479758" sldId="2147482887"/>
            <ac:spMk id="69" creationId="{FE8BA786-8DF0-38DD-B53D-80549574C41B}"/>
          </ac:spMkLst>
        </pc:spChg>
        <pc:spChg chg="mod">
          <ac:chgData name="Usmani, O.A. (Omar)" userId="9138a46d-5e3b-4a04-8d74-2137b161a14c" providerId="ADAL" clId="{62351CF1-7D0D-4746-9F28-2824CC9CE2F7}" dt="2026-10-14T08:46:45.706" v="8432"/>
          <ac:spMkLst>
            <pc:docMk/>
            <pc:sldMk cId="2786479758" sldId="2147482887"/>
            <ac:spMk id="70" creationId="{0CF2D954-020A-FBFA-C159-8FB127561014}"/>
          </ac:spMkLst>
        </pc:spChg>
        <pc:spChg chg="mod">
          <ac:chgData name="Usmani, O.A. (Omar)" userId="9138a46d-5e3b-4a04-8d74-2137b161a14c" providerId="ADAL" clId="{62351CF1-7D0D-4746-9F28-2824CC9CE2F7}" dt="2026-10-14T08:46:45.706" v="8432"/>
          <ac:spMkLst>
            <pc:docMk/>
            <pc:sldMk cId="2786479758" sldId="2147482887"/>
            <ac:spMk id="74" creationId="{04407FFD-3B36-5509-5AA2-84D34C926F06}"/>
          </ac:spMkLst>
        </pc:spChg>
        <pc:spChg chg="add mod ord">
          <ac:chgData name="Usmani, O.A. (Omar)" userId="9138a46d-5e3b-4a04-8d74-2137b161a14c" providerId="ADAL" clId="{62351CF1-7D0D-4746-9F28-2824CC9CE2F7}" dt="2026-10-14T09:07:58.533" v="9876" actId="1076"/>
          <ac:spMkLst>
            <pc:docMk/>
            <pc:sldMk cId="2786479758" sldId="2147482887"/>
            <ac:spMk id="88" creationId="{00000000-0000-0000-0000-000000000000}"/>
          </ac:spMkLst>
        </pc:spChg>
        <pc:spChg chg="mod">
          <ac:chgData name="Usmani, O.A. (Omar)" userId="9138a46d-5e3b-4a04-8d74-2137b161a14c" providerId="ADAL" clId="{62351CF1-7D0D-4746-9F28-2824CC9CE2F7}" dt="2026-10-14T08:46:45.706" v="8432"/>
          <ac:spMkLst>
            <pc:docMk/>
            <pc:sldMk cId="2786479758" sldId="2147482887"/>
            <ac:spMk id="89" creationId="{CC7938F0-3C0F-4117-4D7E-B16886215D66}"/>
          </ac:spMkLst>
        </pc:spChg>
        <pc:spChg chg="mod">
          <ac:chgData name="Usmani, O.A. (Omar)" userId="9138a46d-5e3b-4a04-8d74-2137b161a14c" providerId="ADAL" clId="{62351CF1-7D0D-4746-9F28-2824CC9CE2F7}" dt="2026-10-14T08:46:45.706" v="8432"/>
          <ac:spMkLst>
            <pc:docMk/>
            <pc:sldMk cId="2786479758" sldId="2147482887"/>
            <ac:spMk id="96" creationId="{4DD1002E-6D18-B06F-5B5F-26B001FBA454}"/>
          </ac:spMkLst>
        </pc:spChg>
        <pc:spChg chg="mod">
          <ac:chgData name="Usmani, O.A. (Omar)" userId="9138a46d-5e3b-4a04-8d74-2137b161a14c" providerId="ADAL" clId="{62351CF1-7D0D-4746-9F28-2824CC9CE2F7}" dt="2026-10-14T08:46:45.706" v="8432"/>
          <ac:spMkLst>
            <pc:docMk/>
            <pc:sldMk cId="2786479758" sldId="2147482887"/>
            <ac:spMk id="99" creationId="{0FEDEAA9-C797-7530-AD38-FA65BD728B4A}"/>
          </ac:spMkLst>
        </pc:spChg>
        <pc:spChg chg="mod">
          <ac:chgData name="Usmani, O.A. (Omar)" userId="9138a46d-5e3b-4a04-8d74-2137b161a14c" providerId="ADAL" clId="{62351CF1-7D0D-4746-9F28-2824CC9CE2F7}" dt="2026-10-14T08:46:45.706" v="8432"/>
          <ac:spMkLst>
            <pc:docMk/>
            <pc:sldMk cId="2786479758" sldId="2147482887"/>
            <ac:spMk id="100" creationId="{9F3327C1-AE68-2EFA-F152-259340C5B6D4}"/>
          </ac:spMkLst>
        </pc:spChg>
        <pc:spChg chg="mod">
          <ac:chgData name="Usmani, O.A. (Omar)" userId="9138a46d-5e3b-4a04-8d74-2137b161a14c" providerId="ADAL" clId="{62351CF1-7D0D-4746-9F28-2824CC9CE2F7}" dt="2026-10-14T08:46:45.706" v="8432"/>
          <ac:spMkLst>
            <pc:docMk/>
            <pc:sldMk cId="2786479758" sldId="2147482887"/>
            <ac:spMk id="101" creationId="{88DFD516-0D34-D62C-5DE8-5B9FE71AB43E}"/>
          </ac:spMkLst>
        </pc:spChg>
        <pc:spChg chg="mod">
          <ac:chgData name="Usmani, O.A. (Omar)" userId="9138a46d-5e3b-4a04-8d74-2137b161a14c" providerId="ADAL" clId="{62351CF1-7D0D-4746-9F28-2824CC9CE2F7}" dt="2026-10-14T08:46:45.706" v="8432"/>
          <ac:spMkLst>
            <pc:docMk/>
            <pc:sldMk cId="2786479758" sldId="2147482887"/>
            <ac:spMk id="107" creationId="{9D2A3EBE-EA8C-6BA3-445A-240FAC32564D}"/>
          </ac:spMkLst>
        </pc:spChg>
        <pc:spChg chg="mod">
          <ac:chgData name="Usmani, O.A. (Omar)" userId="9138a46d-5e3b-4a04-8d74-2137b161a14c" providerId="ADAL" clId="{62351CF1-7D0D-4746-9F28-2824CC9CE2F7}" dt="2026-10-14T08:46:45.706" v="8432"/>
          <ac:spMkLst>
            <pc:docMk/>
            <pc:sldMk cId="2786479758" sldId="2147482887"/>
            <ac:spMk id="108" creationId="{A77EFA8E-9761-2B42-760E-E51D9209B8F9}"/>
          </ac:spMkLst>
        </pc:spChg>
        <pc:spChg chg="add mod">
          <ac:chgData name="Usmani, O.A. (Omar)" userId="9138a46d-5e3b-4a04-8d74-2137b161a14c" providerId="ADAL" clId="{62351CF1-7D0D-4746-9F28-2824CC9CE2F7}" dt="2026-10-14T10:03:18.998" v="12656" actId="255"/>
          <ac:spMkLst>
            <pc:docMk/>
            <pc:sldMk cId="2786479758" sldId="2147482887"/>
            <ac:spMk id="110" creationId="{A3F99D4F-FF6C-9BD8-1D8F-EDC0FC57B28B}"/>
          </ac:spMkLst>
        </pc:spChg>
        <pc:spChg chg="add del mod">
          <ac:chgData name="Usmani, O.A. (Omar)" userId="9138a46d-5e3b-4a04-8d74-2137b161a14c" providerId="ADAL" clId="{62351CF1-7D0D-4746-9F28-2824CC9CE2F7}" dt="2026-10-14T09:23:19.441" v="10895" actId="12788"/>
          <ac:spMkLst>
            <pc:docMk/>
            <pc:sldMk cId="2786479758" sldId="2147482887"/>
            <ac:spMk id="136" creationId="{0A18293E-7406-790E-4207-F059354E55AC}"/>
          </ac:spMkLst>
        </pc:spChg>
        <pc:spChg chg="mod">
          <ac:chgData name="Usmani, O.A. (Omar)" userId="9138a46d-5e3b-4a04-8d74-2137b161a14c" providerId="ADAL" clId="{62351CF1-7D0D-4746-9F28-2824CC9CE2F7}" dt="2026-10-14T09:09:56.880" v="10176"/>
          <ac:spMkLst>
            <pc:docMk/>
            <pc:sldMk cId="2786479758" sldId="2147482887"/>
            <ac:spMk id="139" creationId="{88D9CE7C-8EFB-65C7-931D-8B50FE549D47}"/>
          </ac:spMkLst>
        </pc:spChg>
        <pc:spChg chg="mod">
          <ac:chgData name="Usmani, O.A. (Omar)" userId="9138a46d-5e3b-4a04-8d74-2137b161a14c" providerId="ADAL" clId="{62351CF1-7D0D-4746-9F28-2824CC9CE2F7}" dt="2026-10-14T09:09:56.880" v="10176"/>
          <ac:spMkLst>
            <pc:docMk/>
            <pc:sldMk cId="2786479758" sldId="2147482887"/>
            <ac:spMk id="151" creationId="{1FA168B6-8937-0B5A-DB64-229B99AF0CE3}"/>
          </ac:spMkLst>
        </pc:spChg>
        <pc:spChg chg="mod">
          <ac:chgData name="Usmani, O.A. (Omar)" userId="9138a46d-5e3b-4a04-8d74-2137b161a14c" providerId="ADAL" clId="{62351CF1-7D0D-4746-9F28-2824CC9CE2F7}" dt="2026-10-14T09:09:56.880" v="10176"/>
          <ac:spMkLst>
            <pc:docMk/>
            <pc:sldMk cId="2786479758" sldId="2147482887"/>
            <ac:spMk id="152" creationId="{2F4ECD84-288F-9E0F-C14B-42A0518C95ED}"/>
          </ac:spMkLst>
        </pc:spChg>
        <pc:spChg chg="mod">
          <ac:chgData name="Usmani, O.A. (Omar)" userId="9138a46d-5e3b-4a04-8d74-2137b161a14c" providerId="ADAL" clId="{62351CF1-7D0D-4746-9F28-2824CC9CE2F7}" dt="2026-10-14T09:09:56.880" v="10176"/>
          <ac:spMkLst>
            <pc:docMk/>
            <pc:sldMk cId="2786479758" sldId="2147482887"/>
            <ac:spMk id="153" creationId="{0EB7DDE9-8EEF-CC40-E9B5-819F6C9410AD}"/>
          </ac:spMkLst>
        </pc:spChg>
        <pc:spChg chg="mod">
          <ac:chgData name="Usmani, O.A. (Omar)" userId="9138a46d-5e3b-4a04-8d74-2137b161a14c" providerId="ADAL" clId="{62351CF1-7D0D-4746-9F28-2824CC9CE2F7}" dt="2026-10-14T09:09:56.880" v="10176"/>
          <ac:spMkLst>
            <pc:docMk/>
            <pc:sldMk cId="2786479758" sldId="2147482887"/>
            <ac:spMk id="155" creationId="{0FD6077E-10D5-F3CD-F7C4-BBB554AD6F36}"/>
          </ac:spMkLst>
        </pc:spChg>
        <pc:spChg chg="mod">
          <ac:chgData name="Usmani, O.A. (Omar)" userId="9138a46d-5e3b-4a04-8d74-2137b161a14c" providerId="ADAL" clId="{62351CF1-7D0D-4746-9F28-2824CC9CE2F7}" dt="2026-10-14T09:09:56.880" v="10176"/>
          <ac:spMkLst>
            <pc:docMk/>
            <pc:sldMk cId="2786479758" sldId="2147482887"/>
            <ac:spMk id="158" creationId="{B524483C-C1DB-2747-2B55-DEC7AB8235D7}"/>
          </ac:spMkLst>
        </pc:spChg>
        <pc:spChg chg="mod">
          <ac:chgData name="Usmani, O.A. (Omar)" userId="9138a46d-5e3b-4a04-8d74-2137b161a14c" providerId="ADAL" clId="{62351CF1-7D0D-4746-9F28-2824CC9CE2F7}" dt="2026-10-14T09:09:56.880" v="10176"/>
          <ac:spMkLst>
            <pc:docMk/>
            <pc:sldMk cId="2786479758" sldId="2147482887"/>
            <ac:spMk id="160" creationId="{24169818-C7E8-ACEE-AD7A-A1A175415E9E}"/>
          </ac:spMkLst>
        </pc:spChg>
        <pc:spChg chg="mod">
          <ac:chgData name="Usmani, O.A. (Omar)" userId="9138a46d-5e3b-4a04-8d74-2137b161a14c" providerId="ADAL" clId="{62351CF1-7D0D-4746-9F28-2824CC9CE2F7}" dt="2026-10-14T09:09:56.880" v="10176"/>
          <ac:spMkLst>
            <pc:docMk/>
            <pc:sldMk cId="2786479758" sldId="2147482887"/>
            <ac:spMk id="162" creationId="{EACDF1EE-5273-730F-315B-2E9A32C3BEE9}"/>
          </ac:spMkLst>
        </pc:spChg>
        <pc:spChg chg="mod">
          <ac:chgData name="Usmani, O.A. (Omar)" userId="9138a46d-5e3b-4a04-8d74-2137b161a14c" providerId="ADAL" clId="{62351CF1-7D0D-4746-9F28-2824CC9CE2F7}" dt="2026-10-14T09:09:56.880" v="10176"/>
          <ac:spMkLst>
            <pc:docMk/>
            <pc:sldMk cId="2786479758" sldId="2147482887"/>
            <ac:spMk id="165" creationId="{8474D74F-4FCD-A042-3C28-F7AB86C73364}"/>
          </ac:spMkLst>
        </pc:spChg>
        <pc:spChg chg="mod">
          <ac:chgData name="Usmani, O.A. (Omar)" userId="9138a46d-5e3b-4a04-8d74-2137b161a14c" providerId="ADAL" clId="{62351CF1-7D0D-4746-9F28-2824CC9CE2F7}" dt="2026-10-14T09:09:56.880" v="10176"/>
          <ac:spMkLst>
            <pc:docMk/>
            <pc:sldMk cId="2786479758" sldId="2147482887"/>
            <ac:spMk id="166" creationId="{7ADB6DA7-3067-5D1E-316C-71C45582B3B1}"/>
          </ac:spMkLst>
        </pc:spChg>
        <pc:spChg chg="mod">
          <ac:chgData name="Usmani, O.A. (Omar)" userId="9138a46d-5e3b-4a04-8d74-2137b161a14c" providerId="ADAL" clId="{62351CF1-7D0D-4746-9F28-2824CC9CE2F7}" dt="2026-10-14T09:10:53.605" v="10352"/>
          <ac:spMkLst>
            <pc:docMk/>
            <pc:sldMk cId="2786479758" sldId="2147482887"/>
            <ac:spMk id="172" creationId="{B5BF8C21-EABC-A402-3757-A2D616F5D285}"/>
          </ac:spMkLst>
        </pc:spChg>
        <pc:spChg chg="mod">
          <ac:chgData name="Usmani, O.A. (Omar)" userId="9138a46d-5e3b-4a04-8d74-2137b161a14c" providerId="ADAL" clId="{62351CF1-7D0D-4746-9F28-2824CC9CE2F7}" dt="2026-10-14T09:10:53.605" v="10352"/>
          <ac:spMkLst>
            <pc:docMk/>
            <pc:sldMk cId="2786479758" sldId="2147482887"/>
            <ac:spMk id="173" creationId="{E2275E10-6571-CC88-BDB2-9BA66AFCBDD8}"/>
          </ac:spMkLst>
        </pc:spChg>
        <pc:spChg chg="mod">
          <ac:chgData name="Usmani, O.A. (Omar)" userId="9138a46d-5e3b-4a04-8d74-2137b161a14c" providerId="ADAL" clId="{62351CF1-7D0D-4746-9F28-2824CC9CE2F7}" dt="2026-10-14T09:10:53.605" v="10352"/>
          <ac:spMkLst>
            <pc:docMk/>
            <pc:sldMk cId="2786479758" sldId="2147482887"/>
            <ac:spMk id="182" creationId="{EFECC55B-D76B-B6F7-D699-B7D26AB3FEAD}"/>
          </ac:spMkLst>
        </pc:spChg>
        <pc:spChg chg="mod">
          <ac:chgData name="Usmani, O.A. (Omar)" userId="9138a46d-5e3b-4a04-8d74-2137b161a14c" providerId="ADAL" clId="{62351CF1-7D0D-4746-9F28-2824CC9CE2F7}" dt="2026-10-14T09:10:53.605" v="10352"/>
          <ac:spMkLst>
            <pc:docMk/>
            <pc:sldMk cId="2786479758" sldId="2147482887"/>
            <ac:spMk id="183" creationId="{BE1F09D0-7010-1DE9-8965-E1A7D5B84A5B}"/>
          </ac:spMkLst>
        </pc:spChg>
        <pc:spChg chg="mod">
          <ac:chgData name="Usmani, O.A. (Omar)" userId="9138a46d-5e3b-4a04-8d74-2137b161a14c" providerId="ADAL" clId="{62351CF1-7D0D-4746-9F28-2824CC9CE2F7}" dt="2026-10-14T09:10:53.605" v="10352"/>
          <ac:spMkLst>
            <pc:docMk/>
            <pc:sldMk cId="2786479758" sldId="2147482887"/>
            <ac:spMk id="184" creationId="{DD196C2D-6C74-EA27-12BC-A1269B690139}"/>
          </ac:spMkLst>
        </pc:spChg>
        <pc:spChg chg="mod">
          <ac:chgData name="Usmani, O.A. (Omar)" userId="9138a46d-5e3b-4a04-8d74-2137b161a14c" providerId="ADAL" clId="{62351CF1-7D0D-4746-9F28-2824CC9CE2F7}" dt="2026-10-14T09:10:53.605" v="10352"/>
          <ac:spMkLst>
            <pc:docMk/>
            <pc:sldMk cId="2786479758" sldId="2147482887"/>
            <ac:spMk id="186" creationId="{C65BEE7B-F981-DE0F-DD74-DA227007DF24}"/>
          </ac:spMkLst>
        </pc:spChg>
        <pc:spChg chg="mod">
          <ac:chgData name="Usmani, O.A. (Omar)" userId="9138a46d-5e3b-4a04-8d74-2137b161a14c" providerId="ADAL" clId="{62351CF1-7D0D-4746-9F28-2824CC9CE2F7}" dt="2026-10-14T09:10:53.605" v="10352"/>
          <ac:spMkLst>
            <pc:docMk/>
            <pc:sldMk cId="2786479758" sldId="2147482887"/>
            <ac:spMk id="189" creationId="{77D90434-B727-EF26-AF7C-883251100568}"/>
          </ac:spMkLst>
        </pc:spChg>
        <pc:spChg chg="mod">
          <ac:chgData name="Usmani, O.A. (Omar)" userId="9138a46d-5e3b-4a04-8d74-2137b161a14c" providerId="ADAL" clId="{62351CF1-7D0D-4746-9F28-2824CC9CE2F7}" dt="2026-10-14T09:10:53.605" v="10352"/>
          <ac:spMkLst>
            <pc:docMk/>
            <pc:sldMk cId="2786479758" sldId="2147482887"/>
            <ac:spMk id="190" creationId="{D8E1A068-0156-97C2-9AA7-4604C5FB9D9A}"/>
          </ac:spMkLst>
        </pc:spChg>
        <pc:spChg chg="mod">
          <ac:chgData name="Usmani, O.A. (Omar)" userId="9138a46d-5e3b-4a04-8d74-2137b161a14c" providerId="ADAL" clId="{62351CF1-7D0D-4746-9F28-2824CC9CE2F7}" dt="2026-10-14T09:10:53.605" v="10352"/>
          <ac:spMkLst>
            <pc:docMk/>
            <pc:sldMk cId="2786479758" sldId="2147482887"/>
            <ac:spMk id="191" creationId="{6B65EA7C-E42E-93C5-39EE-2580C0225CC0}"/>
          </ac:spMkLst>
        </pc:spChg>
        <pc:spChg chg="mod">
          <ac:chgData name="Usmani, O.A. (Omar)" userId="9138a46d-5e3b-4a04-8d74-2137b161a14c" providerId="ADAL" clId="{62351CF1-7D0D-4746-9F28-2824CC9CE2F7}" dt="2026-10-14T09:10:53.605" v="10352"/>
          <ac:spMkLst>
            <pc:docMk/>
            <pc:sldMk cId="2786479758" sldId="2147482887"/>
            <ac:spMk id="193" creationId="{3ADDFAC1-458B-6D4E-50DF-7BC00A7DA234}"/>
          </ac:spMkLst>
        </pc:spChg>
        <pc:spChg chg="add del">
          <ac:chgData name="Usmani, O.A. (Omar)" userId="9138a46d-5e3b-4a04-8d74-2137b161a14c" providerId="ADAL" clId="{62351CF1-7D0D-4746-9F28-2824CC9CE2F7}" dt="2026-10-14T09:12:15.195" v="10475" actId="22"/>
          <ac:spMkLst>
            <pc:docMk/>
            <pc:sldMk cId="2786479758" sldId="2147482887"/>
            <ac:spMk id="202" creationId="{1F28562E-2926-5479-6F72-835BDE537C13}"/>
          </ac:spMkLst>
        </pc:spChg>
        <pc:spChg chg="mod">
          <ac:chgData name="Usmani, O.A. (Omar)" userId="9138a46d-5e3b-4a04-8d74-2137b161a14c" providerId="ADAL" clId="{62351CF1-7D0D-4746-9F28-2824CC9CE2F7}" dt="2026-10-14T09:17:46.528" v="10640"/>
          <ac:spMkLst>
            <pc:docMk/>
            <pc:sldMk cId="2786479758" sldId="2147482887"/>
            <ac:spMk id="216" creationId="{C721562F-AAF9-074E-7B75-C6751D77D2D9}"/>
          </ac:spMkLst>
        </pc:spChg>
        <pc:spChg chg="mod">
          <ac:chgData name="Usmani, O.A. (Omar)" userId="9138a46d-5e3b-4a04-8d74-2137b161a14c" providerId="ADAL" clId="{62351CF1-7D0D-4746-9F28-2824CC9CE2F7}" dt="2026-10-14T09:17:46.528" v="10640"/>
          <ac:spMkLst>
            <pc:docMk/>
            <pc:sldMk cId="2786479758" sldId="2147482887"/>
            <ac:spMk id="217" creationId="{74A164CC-EEDF-69AA-A41B-052E57F76146}"/>
          </ac:spMkLst>
        </pc:spChg>
        <pc:spChg chg="mod">
          <ac:chgData name="Usmani, O.A. (Omar)" userId="9138a46d-5e3b-4a04-8d74-2137b161a14c" providerId="ADAL" clId="{62351CF1-7D0D-4746-9F28-2824CC9CE2F7}" dt="2026-10-14T09:17:46.528" v="10640"/>
          <ac:spMkLst>
            <pc:docMk/>
            <pc:sldMk cId="2786479758" sldId="2147482887"/>
            <ac:spMk id="218" creationId="{4ECA63BE-E770-54FA-B83D-C69B29B34353}"/>
          </ac:spMkLst>
        </pc:spChg>
        <pc:spChg chg="mod">
          <ac:chgData name="Usmani, O.A. (Omar)" userId="9138a46d-5e3b-4a04-8d74-2137b161a14c" providerId="ADAL" clId="{62351CF1-7D0D-4746-9F28-2824CC9CE2F7}" dt="2026-10-14T09:17:46.528" v="10640"/>
          <ac:spMkLst>
            <pc:docMk/>
            <pc:sldMk cId="2786479758" sldId="2147482887"/>
            <ac:spMk id="224" creationId="{0E0E1824-6A6B-604B-598F-C67DBC3F8C41}"/>
          </ac:spMkLst>
        </pc:spChg>
        <pc:spChg chg="mod">
          <ac:chgData name="Usmani, O.A. (Omar)" userId="9138a46d-5e3b-4a04-8d74-2137b161a14c" providerId="ADAL" clId="{62351CF1-7D0D-4746-9F28-2824CC9CE2F7}" dt="2026-10-14T09:17:46.528" v="10640"/>
          <ac:spMkLst>
            <pc:docMk/>
            <pc:sldMk cId="2786479758" sldId="2147482887"/>
            <ac:spMk id="229" creationId="{BB749DA2-F1F1-BC04-88BB-93F9EAA6C6E2}"/>
          </ac:spMkLst>
        </pc:spChg>
        <pc:spChg chg="mod">
          <ac:chgData name="Usmani, O.A. (Omar)" userId="9138a46d-5e3b-4a04-8d74-2137b161a14c" providerId="ADAL" clId="{62351CF1-7D0D-4746-9F28-2824CC9CE2F7}" dt="2026-10-14T09:17:46.528" v="10640"/>
          <ac:spMkLst>
            <pc:docMk/>
            <pc:sldMk cId="2786479758" sldId="2147482887"/>
            <ac:spMk id="235" creationId="{A0430E87-AF86-85C0-BE15-235E5BAF150E}"/>
          </ac:spMkLst>
        </pc:spChg>
        <pc:spChg chg="mod">
          <ac:chgData name="Usmani, O.A. (Omar)" userId="9138a46d-5e3b-4a04-8d74-2137b161a14c" providerId="ADAL" clId="{62351CF1-7D0D-4746-9F28-2824CC9CE2F7}" dt="2026-10-14T09:17:46.528" v="10640"/>
          <ac:spMkLst>
            <pc:docMk/>
            <pc:sldMk cId="2786479758" sldId="2147482887"/>
            <ac:spMk id="238" creationId="{9F579DB8-2C34-69DC-3D20-86D7F0B8631F}"/>
          </ac:spMkLst>
        </pc:spChg>
        <pc:spChg chg="mod">
          <ac:chgData name="Usmani, O.A. (Omar)" userId="9138a46d-5e3b-4a04-8d74-2137b161a14c" providerId="ADAL" clId="{62351CF1-7D0D-4746-9F28-2824CC9CE2F7}" dt="2026-10-14T09:17:46.528" v="10640"/>
          <ac:spMkLst>
            <pc:docMk/>
            <pc:sldMk cId="2786479758" sldId="2147482887"/>
            <ac:spMk id="241" creationId="{EEC7811D-3BBA-E34B-38C7-C8C3CF22F418}"/>
          </ac:spMkLst>
        </pc:spChg>
        <pc:spChg chg="mod">
          <ac:chgData name="Usmani, O.A. (Omar)" userId="9138a46d-5e3b-4a04-8d74-2137b161a14c" providerId="ADAL" clId="{62351CF1-7D0D-4746-9F28-2824CC9CE2F7}" dt="2026-10-14T09:17:46.528" v="10640"/>
          <ac:spMkLst>
            <pc:docMk/>
            <pc:sldMk cId="2786479758" sldId="2147482887"/>
            <ac:spMk id="242" creationId="{6861B9B5-B5E9-E33B-D840-D53BFCEFA1AF}"/>
          </ac:spMkLst>
        </pc:spChg>
        <pc:spChg chg="mod">
          <ac:chgData name="Usmani, O.A. (Omar)" userId="9138a46d-5e3b-4a04-8d74-2137b161a14c" providerId="ADAL" clId="{62351CF1-7D0D-4746-9F28-2824CC9CE2F7}" dt="2026-10-14T09:17:46.528" v="10640"/>
          <ac:spMkLst>
            <pc:docMk/>
            <pc:sldMk cId="2786479758" sldId="2147482887"/>
            <ac:spMk id="243" creationId="{82B0B2E7-4383-74C3-9E28-82D2DCCAEF02}"/>
          </ac:spMkLst>
        </pc:spChg>
        <pc:spChg chg="add mod">
          <ac:chgData name="Usmani, O.A. (Omar)" userId="9138a46d-5e3b-4a04-8d74-2137b161a14c" providerId="ADAL" clId="{62351CF1-7D0D-4746-9F28-2824CC9CE2F7}" dt="2026-10-14T09:25:35.666" v="10906" actId="207"/>
          <ac:spMkLst>
            <pc:docMk/>
            <pc:sldMk cId="2786479758" sldId="2147482887"/>
            <ac:spMk id="258" creationId="{61777281-7B88-DB4D-9BE9-ED34791506A5}"/>
          </ac:spMkLst>
        </pc:spChg>
        <pc:spChg chg="add del mod">
          <ac:chgData name="Usmani, O.A. (Omar)" userId="9138a46d-5e3b-4a04-8d74-2137b161a14c" providerId="ADAL" clId="{62351CF1-7D0D-4746-9F28-2824CC9CE2F7}" dt="2026-10-14T10:08:56.903" v="12814" actId="21"/>
          <ac:spMkLst>
            <pc:docMk/>
            <pc:sldMk cId="2786479758" sldId="2147482887"/>
            <ac:spMk id="260" creationId="{EC2721EC-F049-D336-7A1B-C741076EAFC1}"/>
          </ac:spMkLst>
        </pc:spChg>
        <pc:grpChg chg="add mod">
          <ac:chgData name="Usmani, O.A. (Omar)" userId="9138a46d-5e3b-4a04-8d74-2137b161a14c" providerId="ADAL" clId="{62351CF1-7D0D-4746-9F28-2824CC9CE2F7}" dt="2026-10-14T08:33:40.641" v="7463" actId="26606"/>
          <ac:grpSpMkLst>
            <pc:docMk/>
            <pc:sldMk cId="2786479758" sldId="2147482887"/>
            <ac:grpSpMk id="5" creationId="{954073CF-6158-4EA1-B7E4-625C5D2ADE6E}"/>
          </ac:grpSpMkLst>
        </pc:grpChg>
        <pc:grpChg chg="del mod">
          <ac:chgData name="Usmani, O.A. (Omar)" userId="9138a46d-5e3b-4a04-8d74-2137b161a14c" providerId="ADAL" clId="{62351CF1-7D0D-4746-9F28-2824CC9CE2F7}" dt="2026-10-14T08:44:18.956" v="8086" actId="165"/>
          <ac:grpSpMkLst>
            <pc:docMk/>
            <pc:sldMk cId="2786479758" sldId="2147482887"/>
            <ac:grpSpMk id="43" creationId="{9BCB0E84-2929-347F-A8EF-7997C946395B}"/>
          </ac:grpSpMkLst>
        </pc:grpChg>
        <pc:grpChg chg="add mod ord">
          <ac:chgData name="Usmani, O.A. (Omar)" userId="9138a46d-5e3b-4a04-8d74-2137b161a14c" providerId="ADAL" clId="{62351CF1-7D0D-4746-9F28-2824CC9CE2F7}" dt="2026-10-14T09:04:42.714" v="9676" actId="164"/>
          <ac:grpSpMkLst>
            <pc:docMk/>
            <pc:sldMk cId="2786479758" sldId="2147482887"/>
            <ac:grpSpMk id="56" creationId="{ED3EBDD1-3791-8199-EC78-C825AE740A4A}"/>
          </ac:grpSpMkLst>
        </pc:grpChg>
        <pc:grpChg chg="mod ord">
          <ac:chgData name="Usmani, O.A. (Omar)" userId="9138a46d-5e3b-4a04-8d74-2137b161a14c" providerId="ADAL" clId="{62351CF1-7D0D-4746-9F28-2824CC9CE2F7}" dt="2026-10-14T09:04:42.714" v="9676" actId="164"/>
          <ac:grpSpMkLst>
            <pc:docMk/>
            <pc:sldMk cId="2786479758" sldId="2147482887"/>
            <ac:grpSpMk id="58" creationId="{6CC31C49-190E-6371-E41E-B931546C506D}"/>
          </ac:grpSpMkLst>
        </pc:grpChg>
        <pc:grpChg chg="add mod">
          <ac:chgData name="Usmani, O.A. (Omar)" userId="9138a46d-5e3b-4a04-8d74-2137b161a14c" providerId="ADAL" clId="{62351CF1-7D0D-4746-9F28-2824CC9CE2F7}" dt="2026-10-14T09:05:40.304" v="9693" actId="164"/>
          <ac:grpSpMkLst>
            <pc:docMk/>
            <pc:sldMk cId="2786479758" sldId="2147482887"/>
            <ac:grpSpMk id="132" creationId="{AA613C0C-FB9B-5475-0EC7-CF42525298A9}"/>
          </ac:grpSpMkLst>
        </pc:grpChg>
        <pc:grpChg chg="add mod">
          <ac:chgData name="Usmani, O.A. (Omar)" userId="9138a46d-5e3b-4a04-8d74-2137b161a14c" providerId="ADAL" clId="{62351CF1-7D0D-4746-9F28-2824CC9CE2F7}" dt="2026-10-14T09:06:06.772" v="9841" actId="1038"/>
          <ac:grpSpMkLst>
            <pc:docMk/>
            <pc:sldMk cId="2786479758" sldId="2147482887"/>
            <ac:grpSpMk id="133" creationId="{7E7DF2F3-4886-22C6-4E8B-A561DDD936C2}"/>
          </ac:grpSpMkLst>
        </pc:grpChg>
        <pc:grpChg chg="mod">
          <ac:chgData name="Usmani, O.A. (Omar)" userId="9138a46d-5e3b-4a04-8d74-2137b161a14c" providerId="ADAL" clId="{62351CF1-7D0D-4746-9F28-2824CC9CE2F7}" dt="2026-10-14T09:23:07.062" v="10878" actId="164"/>
          <ac:grpSpMkLst>
            <pc:docMk/>
            <pc:sldMk cId="2786479758" sldId="2147482887"/>
            <ac:grpSpMk id="137" creationId="{1399254A-6696-982A-8DAD-78AB6A015ED2}"/>
          </ac:grpSpMkLst>
        </pc:grpChg>
        <pc:grpChg chg="del mod">
          <ac:chgData name="Usmani, O.A. (Omar)" userId="9138a46d-5e3b-4a04-8d74-2137b161a14c" providerId="ADAL" clId="{62351CF1-7D0D-4746-9F28-2824CC9CE2F7}" dt="2026-10-14T09:11:09.395" v="10399" actId="478"/>
          <ac:grpSpMkLst>
            <pc:docMk/>
            <pc:sldMk cId="2786479758" sldId="2147482887"/>
            <ac:grpSpMk id="168" creationId="{5DBD7BC5-D58C-3BAA-3C2C-415C2136A0C8}"/>
          </ac:grpSpMkLst>
        </pc:grpChg>
        <pc:grpChg chg="add del mod">
          <ac:chgData name="Usmani, O.A. (Omar)" userId="9138a46d-5e3b-4a04-8d74-2137b161a14c" providerId="ADAL" clId="{62351CF1-7D0D-4746-9F28-2824CC9CE2F7}" dt="2026-10-14T09:22:48.543" v="10877" actId="164"/>
          <ac:grpSpMkLst>
            <pc:docMk/>
            <pc:sldMk cId="2786479758" sldId="2147482887"/>
            <ac:grpSpMk id="213" creationId="{7FB379AA-FE25-9413-7A82-02DCE341447F}"/>
          </ac:grpSpMkLst>
        </pc:grpChg>
        <pc:grpChg chg="add mod">
          <ac:chgData name="Usmani, O.A. (Omar)" userId="9138a46d-5e3b-4a04-8d74-2137b161a14c" providerId="ADAL" clId="{62351CF1-7D0D-4746-9F28-2824CC9CE2F7}" dt="2026-10-14T09:25:26.416" v="10904" actId="12788"/>
          <ac:grpSpMkLst>
            <pc:docMk/>
            <pc:sldMk cId="2786479758" sldId="2147482887"/>
            <ac:grpSpMk id="256" creationId="{71B81940-30D6-DB9D-6398-5FEDD6C1F968}"/>
          </ac:grpSpMkLst>
        </pc:grpChg>
        <pc:grpChg chg="add mod">
          <ac:chgData name="Usmani, O.A. (Omar)" userId="9138a46d-5e3b-4a04-8d74-2137b161a14c" providerId="ADAL" clId="{62351CF1-7D0D-4746-9F28-2824CC9CE2F7}" dt="2026-10-14T09:25:26.416" v="10904" actId="12788"/>
          <ac:grpSpMkLst>
            <pc:docMk/>
            <pc:sldMk cId="2786479758" sldId="2147482887"/>
            <ac:grpSpMk id="257" creationId="{12B5CA5C-97DF-F414-E07D-78A5E84CF5E6}"/>
          </ac:grpSpMkLst>
        </pc:grpChg>
        <pc:picChg chg="add del mod">
          <ac:chgData name="Usmani, O.A. (Omar)" userId="9138a46d-5e3b-4a04-8d74-2137b161a14c" providerId="ADAL" clId="{62351CF1-7D0D-4746-9F28-2824CC9CE2F7}" dt="2026-10-14T09:08:35.525" v="9987" actId="478"/>
          <ac:picMkLst>
            <pc:docMk/>
            <pc:sldMk cId="2786479758" sldId="2147482887"/>
            <ac:picMk id="7" creationId="{30A6E41B-6B27-56C9-DEBC-19F92A80162F}"/>
          </ac:picMkLst>
        </pc:picChg>
        <pc:picChg chg="add del mod">
          <ac:chgData name="Usmani, O.A. (Omar)" userId="9138a46d-5e3b-4a04-8d74-2137b161a14c" providerId="ADAL" clId="{62351CF1-7D0D-4746-9F28-2824CC9CE2F7}" dt="2026-10-14T08:43:33.868" v="8083" actId="478"/>
          <ac:picMkLst>
            <pc:docMk/>
            <pc:sldMk cId="2786479758" sldId="2147482887"/>
            <ac:picMk id="11" creationId="{62F2576E-4B5D-C796-56CC-66871602FF7D}"/>
          </ac:picMkLst>
        </pc:picChg>
        <pc:picChg chg="add mod ord">
          <ac:chgData name="Usmani, O.A. (Omar)" userId="9138a46d-5e3b-4a04-8d74-2137b161a14c" providerId="ADAL" clId="{62351CF1-7D0D-4746-9F28-2824CC9CE2F7}" dt="2026-10-14T08:49:22.845" v="8962" actId="207"/>
          <ac:picMkLst>
            <pc:docMk/>
            <pc:sldMk cId="2786479758" sldId="2147482887"/>
            <ac:picMk id="16" creationId="{417C0F41-596C-5765-2250-771F7E00F721}"/>
          </ac:picMkLst>
        </pc:picChg>
        <pc:picChg chg="add mod ord">
          <ac:chgData name="Usmani, O.A. (Omar)" userId="9138a46d-5e3b-4a04-8d74-2137b161a14c" providerId="ADAL" clId="{62351CF1-7D0D-4746-9F28-2824CC9CE2F7}" dt="2026-10-14T09:04:42.714" v="9676" actId="164"/>
          <ac:picMkLst>
            <pc:docMk/>
            <pc:sldMk cId="2786479758" sldId="2147482887"/>
            <ac:picMk id="27" creationId="{659C663E-3FB5-0939-85F0-8B63C25E3BBD}"/>
          </ac:picMkLst>
        </pc:picChg>
        <pc:picChg chg="add mod ord">
          <ac:chgData name="Usmani, O.A. (Omar)" userId="9138a46d-5e3b-4a04-8d74-2137b161a14c" providerId="ADAL" clId="{62351CF1-7D0D-4746-9F28-2824CC9CE2F7}" dt="2026-10-14T09:04:42.714" v="9676" actId="164"/>
          <ac:picMkLst>
            <pc:docMk/>
            <pc:sldMk cId="2786479758" sldId="2147482887"/>
            <ac:picMk id="40" creationId="{0AF4C8B9-4E47-F3A1-989B-82832606F6D8}"/>
          </ac:picMkLst>
        </pc:picChg>
        <pc:picChg chg="add del mod">
          <ac:chgData name="Usmani, O.A. (Omar)" userId="9138a46d-5e3b-4a04-8d74-2137b161a14c" providerId="ADAL" clId="{62351CF1-7D0D-4746-9F28-2824CC9CE2F7}" dt="2026-10-14T08:44:15.603" v="8085" actId="27803"/>
          <ac:picMkLst>
            <pc:docMk/>
            <pc:sldMk cId="2786479758" sldId="2147482887"/>
            <ac:picMk id="42" creationId="{FA3EEF3F-3AE6-2DA2-38FD-90BD1B4ED68D}"/>
          </ac:picMkLst>
        </pc:picChg>
        <pc:picChg chg="add mod">
          <ac:chgData name="Usmani, O.A. (Omar)" userId="9138a46d-5e3b-4a04-8d74-2137b161a14c" providerId="ADAL" clId="{62351CF1-7D0D-4746-9F28-2824CC9CE2F7}" dt="2026-10-14T09:04:42.714" v="9676" actId="164"/>
          <ac:picMkLst>
            <pc:docMk/>
            <pc:sldMk cId="2786479758" sldId="2147482887"/>
            <ac:picMk id="112" creationId="{E111EDC2-92DA-2449-5A29-9CF29C43F494}"/>
          </ac:picMkLst>
        </pc:picChg>
        <pc:picChg chg="add mod">
          <ac:chgData name="Usmani, O.A. (Omar)" userId="9138a46d-5e3b-4a04-8d74-2137b161a14c" providerId="ADAL" clId="{62351CF1-7D0D-4746-9F28-2824CC9CE2F7}" dt="2026-10-14T09:23:07.062" v="10878" actId="164"/>
          <ac:picMkLst>
            <pc:docMk/>
            <pc:sldMk cId="2786479758" sldId="2147482887"/>
            <ac:picMk id="200" creationId="{97E8D1C9-A2CA-632D-8689-9F60E72D6242}"/>
          </ac:picMkLst>
        </pc:picChg>
        <pc:picChg chg="add mod">
          <ac:chgData name="Usmani, O.A. (Omar)" userId="9138a46d-5e3b-4a04-8d74-2137b161a14c" providerId="ADAL" clId="{62351CF1-7D0D-4746-9F28-2824CC9CE2F7}" dt="2026-10-14T09:23:07.062" v="10878" actId="164"/>
          <ac:picMkLst>
            <pc:docMk/>
            <pc:sldMk cId="2786479758" sldId="2147482887"/>
            <ac:picMk id="204" creationId="{55203754-F3EF-C32A-A977-918BA54F5BCB}"/>
          </ac:picMkLst>
        </pc:picChg>
        <pc:picChg chg="add mod">
          <ac:chgData name="Usmani, O.A. (Omar)" userId="9138a46d-5e3b-4a04-8d74-2137b161a14c" providerId="ADAL" clId="{62351CF1-7D0D-4746-9F28-2824CC9CE2F7}" dt="2026-10-14T09:23:07.062" v="10878" actId="164"/>
          <ac:picMkLst>
            <pc:docMk/>
            <pc:sldMk cId="2786479758" sldId="2147482887"/>
            <ac:picMk id="206" creationId="{0DF85113-837D-1AC8-05E3-454105C0C702}"/>
          </ac:picMkLst>
        </pc:picChg>
        <pc:picChg chg="add mod">
          <ac:chgData name="Usmani, O.A. (Omar)" userId="9138a46d-5e3b-4a04-8d74-2137b161a14c" providerId="ADAL" clId="{62351CF1-7D0D-4746-9F28-2824CC9CE2F7}" dt="2026-10-14T09:23:07.062" v="10878" actId="164"/>
          <ac:picMkLst>
            <pc:docMk/>
            <pc:sldMk cId="2786479758" sldId="2147482887"/>
            <ac:picMk id="208" creationId="{3F790CE4-64CA-495A-3735-20EBFDBCDD1F}"/>
          </ac:picMkLst>
        </pc:picChg>
        <pc:picChg chg="add del mod">
          <ac:chgData name="Usmani, O.A. (Omar)" userId="9138a46d-5e3b-4a04-8d74-2137b161a14c" providerId="ADAL" clId="{62351CF1-7D0D-4746-9F28-2824CC9CE2F7}" dt="2026-10-14T09:22:48.543" v="10877" actId="164"/>
          <ac:picMkLst>
            <pc:docMk/>
            <pc:sldMk cId="2786479758" sldId="2147482887"/>
            <ac:picMk id="245" creationId="{6D741307-D843-DC6B-92E9-EEBF50543DC2}"/>
          </ac:picMkLst>
        </pc:picChg>
        <pc:picChg chg="add del mod">
          <ac:chgData name="Usmani, O.A. (Omar)" userId="9138a46d-5e3b-4a04-8d74-2137b161a14c" providerId="ADAL" clId="{62351CF1-7D0D-4746-9F28-2824CC9CE2F7}" dt="2026-10-14T09:22:48.543" v="10877" actId="164"/>
          <ac:picMkLst>
            <pc:docMk/>
            <pc:sldMk cId="2786479758" sldId="2147482887"/>
            <ac:picMk id="247" creationId="{406FF8C0-4177-0AAD-EE4C-3D62C67A6388}"/>
          </ac:picMkLst>
        </pc:picChg>
        <pc:picChg chg="add del mod">
          <ac:chgData name="Usmani, O.A. (Omar)" userId="9138a46d-5e3b-4a04-8d74-2137b161a14c" providerId="ADAL" clId="{62351CF1-7D0D-4746-9F28-2824CC9CE2F7}" dt="2026-10-14T09:22:48.543" v="10877" actId="164"/>
          <ac:picMkLst>
            <pc:docMk/>
            <pc:sldMk cId="2786479758" sldId="2147482887"/>
            <ac:picMk id="249" creationId="{EE98273F-1487-355B-60C1-FEAEE4BC237E}"/>
          </ac:picMkLst>
        </pc:picChg>
        <pc:picChg chg="add del mod">
          <ac:chgData name="Usmani, O.A. (Omar)" userId="9138a46d-5e3b-4a04-8d74-2137b161a14c" providerId="ADAL" clId="{62351CF1-7D0D-4746-9F28-2824CC9CE2F7}" dt="2026-10-14T09:22:48.543" v="10877" actId="164"/>
          <ac:picMkLst>
            <pc:docMk/>
            <pc:sldMk cId="2786479758" sldId="2147482887"/>
            <ac:picMk id="251" creationId="{F9974317-EE53-515F-7BAB-6C6B935CBB9A}"/>
          </ac:picMkLst>
        </pc:picChg>
        <pc:cxnChg chg="mod modVis">
          <ac:chgData name="Usmani, O.A. (Omar)" userId="9138a46d-5e3b-4a04-8d74-2137b161a14c" providerId="ADAL" clId="{62351CF1-7D0D-4746-9F28-2824CC9CE2F7}" dt="2026-10-14T08:33:40.641" v="7463" actId="26606"/>
          <ac:cxnSpMkLst>
            <pc:docMk/>
            <pc:sldMk cId="2786479758" sldId="2147482887"/>
            <ac:cxnSpMk id="10" creationId="{58509E9A-3623-4730-9160-9B34B1590361}"/>
          </ac:cxnSpMkLst>
        </pc:cxnChg>
        <pc:cxnChg chg="mod modVis">
          <ac:chgData name="Usmani, O.A. (Omar)" userId="9138a46d-5e3b-4a04-8d74-2137b161a14c" providerId="ADAL" clId="{62351CF1-7D0D-4746-9F28-2824CC9CE2F7}" dt="2026-10-14T08:33:40.641" v="7463" actId="26606"/>
          <ac:cxnSpMkLst>
            <pc:docMk/>
            <pc:sldMk cId="2786479758" sldId="2147482887"/>
            <ac:cxnSpMk id="13" creationId="{06886227-0EE4-4D28-BBF9-7097516E018E}"/>
          </ac:cxnSpMkLst>
        </pc:cxnChg>
        <pc:cxnChg chg="mod modVis">
          <ac:chgData name="Usmani, O.A. (Omar)" userId="9138a46d-5e3b-4a04-8d74-2137b161a14c" providerId="ADAL" clId="{62351CF1-7D0D-4746-9F28-2824CC9CE2F7}" dt="2026-10-14T08:33:40.641" v="7463" actId="26606"/>
          <ac:cxnSpMkLst>
            <pc:docMk/>
            <pc:sldMk cId="2786479758" sldId="2147482887"/>
            <ac:cxnSpMk id="35" creationId="{D57441B2-87D6-4DC3-951C-50D020F6E55E}"/>
          </ac:cxnSpMkLst>
        </pc:cxnChg>
        <pc:cxnChg chg="mod modVis">
          <ac:chgData name="Usmani, O.A. (Omar)" userId="9138a46d-5e3b-4a04-8d74-2137b161a14c" providerId="ADAL" clId="{62351CF1-7D0D-4746-9F28-2824CC9CE2F7}" dt="2026-10-14T08:33:40.641" v="7463" actId="26606"/>
          <ac:cxnSpMkLst>
            <pc:docMk/>
            <pc:sldMk cId="2786479758" sldId="2147482887"/>
            <ac:cxnSpMk id="39" creationId="{A0BFC3CB-9705-43B6-88AA-CBB0E5BC52CB}"/>
          </ac:cxnSpMkLst>
        </pc:cxnChg>
        <pc:cxnChg chg="add del mod">
          <ac:chgData name="Usmani, O.A. (Omar)" userId="9138a46d-5e3b-4a04-8d74-2137b161a14c" providerId="ADAL" clId="{62351CF1-7D0D-4746-9F28-2824CC9CE2F7}" dt="2026-10-14T08:55:27.951" v="9390" actId="11529"/>
          <ac:cxnSpMkLst>
            <pc:docMk/>
            <pc:sldMk cId="2786479758" sldId="2147482887"/>
            <ac:cxnSpMk id="114" creationId="{0D188156-461E-2413-82D8-784CF8166F6A}"/>
          </ac:cxnSpMkLst>
        </pc:cxnChg>
        <pc:cxnChg chg="add mod">
          <ac:chgData name="Usmani, O.A. (Omar)" userId="9138a46d-5e3b-4a04-8d74-2137b161a14c" providerId="ADAL" clId="{62351CF1-7D0D-4746-9F28-2824CC9CE2F7}" dt="2026-10-14T09:06:06.772" v="9841" actId="1038"/>
          <ac:cxnSpMkLst>
            <pc:docMk/>
            <pc:sldMk cId="2786479758" sldId="2147482887"/>
            <ac:cxnSpMk id="116" creationId="{CFFEEABE-051E-6C07-01A3-A9EC739F0686}"/>
          </ac:cxnSpMkLst>
        </pc:cxnChg>
        <pc:cxnChg chg="add mod">
          <ac:chgData name="Usmani, O.A. (Omar)" userId="9138a46d-5e3b-4a04-8d74-2137b161a14c" providerId="ADAL" clId="{62351CF1-7D0D-4746-9F28-2824CC9CE2F7}" dt="2026-10-14T09:06:06.772" v="9841" actId="1038"/>
          <ac:cxnSpMkLst>
            <pc:docMk/>
            <pc:sldMk cId="2786479758" sldId="2147482887"/>
            <ac:cxnSpMk id="127" creationId="{C3FB50A3-CDE0-6593-BC5C-7F9E02E9DF44}"/>
          </ac:cxnSpMkLst>
        </pc:cxnChg>
        <pc:cxnChg chg="add mod">
          <ac:chgData name="Usmani, O.A. (Omar)" userId="9138a46d-5e3b-4a04-8d74-2137b161a14c" providerId="ADAL" clId="{62351CF1-7D0D-4746-9F28-2824CC9CE2F7}" dt="2026-10-14T09:06:06.772" v="9841" actId="1038"/>
          <ac:cxnSpMkLst>
            <pc:docMk/>
            <pc:sldMk cId="2786479758" sldId="2147482887"/>
            <ac:cxnSpMk id="130" creationId="{A7394D3C-910F-5E75-2B9F-33B204381DFB}"/>
          </ac:cxnSpMkLst>
        </pc:cxnChg>
        <pc:cxnChg chg="add mod">
          <ac:chgData name="Usmani, O.A. (Omar)" userId="9138a46d-5e3b-4a04-8d74-2137b161a14c" providerId="ADAL" clId="{62351CF1-7D0D-4746-9F28-2824CC9CE2F7}" dt="2026-10-14T09:06:06.772" v="9841" actId="1038"/>
          <ac:cxnSpMkLst>
            <pc:docMk/>
            <pc:sldMk cId="2786479758" sldId="2147482887"/>
            <ac:cxnSpMk id="131" creationId="{5BAD7010-2D3F-A8D6-8572-B932A1B3851D}"/>
          </ac:cxnSpMkLst>
        </pc:cxnChg>
        <pc:cxnChg chg="add mod">
          <ac:chgData name="Usmani, O.A. (Omar)" userId="9138a46d-5e3b-4a04-8d74-2137b161a14c" providerId="ADAL" clId="{62351CF1-7D0D-4746-9F28-2824CC9CE2F7}" dt="2026-10-14T09:07:54.888" v="9875"/>
          <ac:cxnSpMkLst>
            <pc:docMk/>
            <pc:sldMk cId="2786479758" sldId="2147482887"/>
            <ac:cxnSpMk id="134" creationId="{A149A100-E37F-DD2C-18B3-B4E060686349}"/>
          </ac:cxnSpMkLst>
        </pc:cxnChg>
        <pc:cxnChg chg="add mod">
          <ac:chgData name="Usmani, O.A. (Omar)" userId="9138a46d-5e3b-4a04-8d74-2137b161a14c" providerId="ADAL" clId="{62351CF1-7D0D-4746-9F28-2824CC9CE2F7}" dt="2026-10-14T09:23:07.062" v="10878" actId="164"/>
          <ac:cxnSpMkLst>
            <pc:docMk/>
            <pc:sldMk cId="2786479758" sldId="2147482887"/>
            <ac:cxnSpMk id="209" creationId="{00000000-0000-0000-0000-000000000000}"/>
          </ac:cxnSpMkLst>
        </pc:cxnChg>
        <pc:cxnChg chg="add mod">
          <ac:chgData name="Usmani, O.A. (Omar)" userId="9138a46d-5e3b-4a04-8d74-2137b161a14c" providerId="ADAL" clId="{62351CF1-7D0D-4746-9F28-2824CC9CE2F7}" dt="2026-10-14T09:23:07.062" v="10878" actId="164"/>
          <ac:cxnSpMkLst>
            <pc:docMk/>
            <pc:sldMk cId="2786479758" sldId="2147482887"/>
            <ac:cxnSpMk id="210" creationId="{00000000-0000-0000-0000-000000000000}"/>
          </ac:cxnSpMkLst>
        </pc:cxnChg>
        <pc:cxnChg chg="add mod">
          <ac:chgData name="Usmani, O.A. (Omar)" userId="9138a46d-5e3b-4a04-8d74-2137b161a14c" providerId="ADAL" clId="{62351CF1-7D0D-4746-9F28-2824CC9CE2F7}" dt="2026-10-14T09:23:07.062" v="10878" actId="164"/>
          <ac:cxnSpMkLst>
            <pc:docMk/>
            <pc:sldMk cId="2786479758" sldId="2147482887"/>
            <ac:cxnSpMk id="211" creationId="{00000000-0000-0000-0000-000000000000}"/>
          </ac:cxnSpMkLst>
        </pc:cxnChg>
        <pc:cxnChg chg="add mod">
          <ac:chgData name="Usmani, O.A. (Omar)" userId="9138a46d-5e3b-4a04-8d74-2137b161a14c" providerId="ADAL" clId="{62351CF1-7D0D-4746-9F28-2824CC9CE2F7}" dt="2026-10-14T09:23:07.062" v="10878" actId="164"/>
          <ac:cxnSpMkLst>
            <pc:docMk/>
            <pc:sldMk cId="2786479758" sldId="2147482887"/>
            <ac:cxnSpMk id="212" creationId="{00000000-0000-0000-0000-000000000000}"/>
          </ac:cxnSpMkLst>
        </pc:cxnChg>
        <pc:cxnChg chg="add del mod">
          <ac:chgData name="Usmani, O.A. (Omar)" userId="9138a46d-5e3b-4a04-8d74-2137b161a14c" providerId="ADAL" clId="{62351CF1-7D0D-4746-9F28-2824CC9CE2F7}" dt="2026-10-14T09:22:48.543" v="10877" actId="164"/>
          <ac:cxnSpMkLst>
            <pc:docMk/>
            <pc:sldMk cId="2786479758" sldId="2147482887"/>
            <ac:cxnSpMk id="252" creationId="{00000000-0000-0000-0000-000000000000}"/>
          </ac:cxnSpMkLst>
        </pc:cxnChg>
        <pc:cxnChg chg="add del mod">
          <ac:chgData name="Usmani, O.A. (Omar)" userId="9138a46d-5e3b-4a04-8d74-2137b161a14c" providerId="ADAL" clId="{62351CF1-7D0D-4746-9F28-2824CC9CE2F7}" dt="2026-10-14T09:22:48.543" v="10877" actId="164"/>
          <ac:cxnSpMkLst>
            <pc:docMk/>
            <pc:sldMk cId="2786479758" sldId="2147482887"/>
            <ac:cxnSpMk id="253" creationId="{00000000-0000-0000-0000-000000000000}"/>
          </ac:cxnSpMkLst>
        </pc:cxnChg>
        <pc:cxnChg chg="add del mod">
          <ac:chgData name="Usmani, O.A. (Omar)" userId="9138a46d-5e3b-4a04-8d74-2137b161a14c" providerId="ADAL" clId="{62351CF1-7D0D-4746-9F28-2824CC9CE2F7}" dt="2026-10-14T09:22:48.543" v="10877" actId="164"/>
          <ac:cxnSpMkLst>
            <pc:docMk/>
            <pc:sldMk cId="2786479758" sldId="2147482887"/>
            <ac:cxnSpMk id="254" creationId="{00000000-0000-0000-0000-000000000000}"/>
          </ac:cxnSpMkLst>
        </pc:cxnChg>
        <pc:cxnChg chg="add del mod">
          <ac:chgData name="Usmani, O.A. (Omar)" userId="9138a46d-5e3b-4a04-8d74-2137b161a14c" providerId="ADAL" clId="{62351CF1-7D0D-4746-9F28-2824CC9CE2F7}" dt="2026-10-14T09:22:48.543" v="10877" actId="164"/>
          <ac:cxnSpMkLst>
            <pc:docMk/>
            <pc:sldMk cId="2786479758" sldId="2147482887"/>
            <ac:cxnSpMk id="255" creationId="{00000000-0000-0000-0000-000000000000}"/>
          </ac:cxnSpMkLst>
        </pc:cxnChg>
      </pc:sldChg>
      <pc:sldChg chg="addSp delSp modSp add mod">
        <pc:chgData name="Usmani, O.A. (Omar)" userId="9138a46d-5e3b-4a04-8d74-2137b161a14c" providerId="ADAL" clId="{62351CF1-7D0D-4746-9F28-2824CC9CE2F7}" dt="2026-10-14T11:45:52.143" v="14149" actId="14100"/>
        <pc:sldMkLst>
          <pc:docMk/>
          <pc:sldMk cId="3133169778" sldId="2147482888"/>
        </pc:sldMkLst>
        <pc:spChg chg="mod">
          <ac:chgData name="Usmani, O.A. (Omar)" userId="9138a46d-5e3b-4a04-8d74-2137b161a14c" providerId="ADAL" clId="{62351CF1-7D0D-4746-9F28-2824CC9CE2F7}" dt="2026-10-14T11:45:52.143" v="14149" actId="14100"/>
          <ac:spMkLst>
            <pc:docMk/>
            <pc:sldMk cId="3133169778" sldId="2147482888"/>
            <ac:spMk id="2" creationId="{09221F6F-3A2F-4A28-AB87-324FA59EB01D}"/>
          </ac:spMkLst>
        </pc:spChg>
        <pc:spChg chg="add mod">
          <ac:chgData name="Usmani, O.A. (Omar)" userId="9138a46d-5e3b-4a04-8d74-2137b161a14c" providerId="ADAL" clId="{62351CF1-7D0D-4746-9F28-2824CC9CE2F7}" dt="2026-10-14T11:44:47.602" v="14096" actId="20577"/>
          <ac:spMkLst>
            <pc:docMk/>
            <pc:sldMk cId="3133169778" sldId="2147482888"/>
            <ac:spMk id="7" creationId="{6A733C6F-A1B9-DA37-D754-F63BB72A3C71}"/>
          </ac:spMkLst>
        </pc:spChg>
        <pc:spChg chg="add del mod replId">
          <ac:chgData name="Usmani, O.A. (Omar)" userId="9138a46d-5e3b-4a04-8d74-2137b161a14c" providerId="ADAL" clId="{62351CF1-7D0D-4746-9F28-2824CC9CE2F7}" dt="2026-10-14T11:26:02.512" v="13475" actId="26606"/>
          <ac:spMkLst>
            <pc:docMk/>
            <pc:sldMk cId="3133169778" sldId="2147482888"/>
            <ac:spMk id="11" creationId="{00000000-0000-0000-0000-000000000000}"/>
          </ac:spMkLst>
        </pc:spChg>
        <pc:spChg chg="add del">
          <ac:chgData name="Usmani, O.A. (Omar)" userId="9138a46d-5e3b-4a04-8d74-2137b161a14c" providerId="ADAL" clId="{62351CF1-7D0D-4746-9F28-2824CC9CE2F7}" dt="2026-10-14T11:07:06.004" v="12860" actId="22"/>
          <ac:spMkLst>
            <pc:docMk/>
            <pc:sldMk cId="3133169778" sldId="2147482888"/>
            <ac:spMk id="11" creationId="{5A3D2C57-AB67-E4D3-34E5-2CCBE4A1B9DF}"/>
          </ac:spMkLst>
        </pc:spChg>
        <pc:spChg chg="mod">
          <ac:chgData name="Usmani, O.A. (Omar)" userId="9138a46d-5e3b-4a04-8d74-2137b161a14c" providerId="ADAL" clId="{62351CF1-7D0D-4746-9F28-2824CC9CE2F7}" dt="2026-10-14T11:18:21.860" v="13208" actId="207"/>
          <ac:spMkLst>
            <pc:docMk/>
            <pc:sldMk cId="3133169778" sldId="2147482888"/>
            <ac:spMk id="14" creationId="{00000000-0000-0000-0000-000000000000}"/>
          </ac:spMkLst>
        </pc:spChg>
        <pc:spChg chg="add del mod replId">
          <ac:chgData name="Usmani, O.A. (Omar)" userId="9138a46d-5e3b-4a04-8d74-2137b161a14c" providerId="ADAL" clId="{62351CF1-7D0D-4746-9F28-2824CC9CE2F7}" dt="2026-10-14T11:26:02.512" v="13475" actId="26606"/>
          <ac:spMkLst>
            <pc:docMk/>
            <pc:sldMk cId="3133169778" sldId="2147482888"/>
            <ac:spMk id="16" creationId="{00000000-0000-0000-0000-000000000000}"/>
          </ac:spMkLst>
        </pc:spChg>
        <pc:spChg chg="add del">
          <ac:chgData name="Usmani, O.A. (Omar)" userId="9138a46d-5e3b-4a04-8d74-2137b161a14c" providerId="ADAL" clId="{62351CF1-7D0D-4746-9F28-2824CC9CE2F7}" dt="2026-10-14T11:07:26.293" v="12863" actId="22"/>
          <ac:spMkLst>
            <pc:docMk/>
            <pc:sldMk cId="3133169778" sldId="2147482888"/>
            <ac:spMk id="16" creationId="{52130F1A-0212-8CB1-1FBD-0AE8BE0CE5B6}"/>
          </ac:spMkLst>
        </pc:spChg>
        <pc:spChg chg="add del mod replId">
          <ac:chgData name="Usmani, O.A. (Omar)" userId="9138a46d-5e3b-4a04-8d74-2137b161a14c" providerId="ADAL" clId="{62351CF1-7D0D-4746-9F28-2824CC9CE2F7}" dt="2026-10-14T11:26:02.512" v="13475" actId="26606"/>
          <ac:spMkLst>
            <pc:docMk/>
            <pc:sldMk cId="3133169778" sldId="2147482888"/>
            <ac:spMk id="25" creationId="{00000000-0000-0000-0000-000000000000}"/>
          </ac:spMkLst>
        </pc:spChg>
        <pc:spChg chg="add del mod replId">
          <ac:chgData name="Usmani, O.A. (Omar)" userId="9138a46d-5e3b-4a04-8d74-2137b161a14c" providerId="ADAL" clId="{62351CF1-7D0D-4746-9F28-2824CC9CE2F7}" dt="2026-10-14T11:26:02.512" v="13475" actId="26606"/>
          <ac:spMkLst>
            <pc:docMk/>
            <pc:sldMk cId="3133169778" sldId="2147482888"/>
            <ac:spMk id="27" creationId="{00000000-0000-0000-0000-000000000000}"/>
          </ac:spMkLst>
        </pc:spChg>
        <pc:spChg chg="add del">
          <ac:chgData name="Usmani, O.A. (Omar)" userId="9138a46d-5e3b-4a04-8d74-2137b161a14c" providerId="ADAL" clId="{62351CF1-7D0D-4746-9F28-2824CC9CE2F7}" dt="2026-10-14T11:07:42.194" v="12865" actId="22"/>
          <ac:spMkLst>
            <pc:docMk/>
            <pc:sldMk cId="3133169778" sldId="2147482888"/>
            <ac:spMk id="27" creationId="{18C23DC3-008A-AB1C-3D3E-B919729BD2D9}"/>
          </ac:spMkLst>
        </pc:spChg>
        <pc:spChg chg="add del mod replId">
          <ac:chgData name="Usmani, O.A. (Omar)" userId="9138a46d-5e3b-4a04-8d74-2137b161a14c" providerId="ADAL" clId="{62351CF1-7D0D-4746-9F28-2824CC9CE2F7}" dt="2026-10-14T11:26:02.512" v="13475" actId="26606"/>
          <ac:spMkLst>
            <pc:docMk/>
            <pc:sldMk cId="3133169778" sldId="2147482888"/>
            <ac:spMk id="31" creationId="{00000000-0000-0000-0000-000000000000}"/>
          </ac:spMkLst>
        </pc:spChg>
        <pc:spChg chg="add del mod replId">
          <ac:chgData name="Usmani, O.A. (Omar)" userId="9138a46d-5e3b-4a04-8d74-2137b161a14c" providerId="ADAL" clId="{62351CF1-7D0D-4746-9F28-2824CC9CE2F7}" dt="2026-10-14T11:26:02.512" v="13475" actId="26606"/>
          <ac:spMkLst>
            <pc:docMk/>
            <pc:sldMk cId="3133169778" sldId="2147482888"/>
            <ac:spMk id="40" creationId="{00000000-0000-0000-0000-000000000000}"/>
          </ac:spMkLst>
        </pc:spChg>
        <pc:spChg chg="add del mod replId">
          <ac:chgData name="Usmani, O.A. (Omar)" userId="9138a46d-5e3b-4a04-8d74-2137b161a14c" providerId="ADAL" clId="{62351CF1-7D0D-4746-9F28-2824CC9CE2F7}" dt="2026-10-14T11:26:02.512" v="13475" actId="26606"/>
          <ac:spMkLst>
            <pc:docMk/>
            <pc:sldMk cId="3133169778" sldId="2147482888"/>
            <ac:spMk id="41" creationId="{00000000-0000-0000-0000-000000000000}"/>
          </ac:spMkLst>
        </pc:spChg>
        <pc:spChg chg="add del mod replId">
          <ac:chgData name="Usmani, O.A. (Omar)" userId="9138a46d-5e3b-4a04-8d74-2137b161a14c" providerId="ADAL" clId="{62351CF1-7D0D-4746-9F28-2824CC9CE2F7}" dt="2026-10-14T11:26:02.512" v="13475" actId="26606"/>
          <ac:spMkLst>
            <pc:docMk/>
            <pc:sldMk cId="3133169778" sldId="2147482888"/>
            <ac:spMk id="42" creationId="{00000000-0000-0000-0000-000000000000}"/>
          </ac:spMkLst>
        </pc:spChg>
        <pc:spChg chg="mod">
          <ac:chgData name="Usmani, O.A. (Omar)" userId="9138a46d-5e3b-4a04-8d74-2137b161a14c" providerId="ADAL" clId="{62351CF1-7D0D-4746-9F28-2824CC9CE2F7}" dt="2026-10-14T11:08:32.391" v="12874"/>
          <ac:spMkLst>
            <pc:docMk/>
            <pc:sldMk cId="3133169778" sldId="2147482888"/>
            <ac:spMk id="48" creationId="{82A7F2C3-C6F4-96C6-7D7B-570D9009EA26}"/>
          </ac:spMkLst>
        </pc:spChg>
        <pc:spChg chg="add del mod replId">
          <ac:chgData name="Usmani, O.A. (Omar)" userId="9138a46d-5e3b-4a04-8d74-2137b161a14c" providerId="ADAL" clId="{62351CF1-7D0D-4746-9F28-2824CC9CE2F7}" dt="2026-10-14T11:26:02.512" v="13475" actId="26606"/>
          <ac:spMkLst>
            <pc:docMk/>
            <pc:sldMk cId="3133169778" sldId="2147482888"/>
            <ac:spMk id="52" creationId="{00000000-0000-0000-0000-000000000000}"/>
          </ac:spMkLst>
        </pc:spChg>
        <pc:spChg chg="mod">
          <ac:chgData name="Usmani, O.A. (Omar)" userId="9138a46d-5e3b-4a04-8d74-2137b161a14c" providerId="ADAL" clId="{62351CF1-7D0D-4746-9F28-2824CC9CE2F7}" dt="2026-10-14T11:18:05.314" v="13207" actId="207"/>
          <ac:spMkLst>
            <pc:docMk/>
            <pc:sldMk cId="3133169778" sldId="2147482888"/>
            <ac:spMk id="56" creationId="{00000000-0000-0000-0000-000000000000}"/>
          </ac:spMkLst>
        </pc:spChg>
        <pc:spChg chg="del mod replId">
          <ac:chgData name="Usmani, O.A. (Omar)" userId="9138a46d-5e3b-4a04-8d74-2137b161a14c" providerId="ADAL" clId="{62351CF1-7D0D-4746-9F28-2824CC9CE2F7}" dt="2026-10-14T11:26:02.512" v="13475" actId="26606"/>
          <ac:spMkLst>
            <pc:docMk/>
            <pc:sldMk cId="3133169778" sldId="2147482888"/>
            <ac:spMk id="68" creationId="{00000000-0000-0000-0000-000000000000}"/>
          </ac:spMkLst>
        </pc:spChg>
        <pc:spChg chg="add mod">
          <ac:chgData name="Usmani, O.A. (Omar)" userId="9138a46d-5e3b-4a04-8d74-2137b161a14c" providerId="ADAL" clId="{62351CF1-7D0D-4746-9F28-2824CC9CE2F7}" dt="2026-10-14T11:29:31.459" v="13756" actId="1076"/>
          <ac:spMkLst>
            <pc:docMk/>
            <pc:sldMk cId="3133169778" sldId="2147482888"/>
            <ac:spMk id="69" creationId="{3DA9AC75-0EF0-4E46-B7CA-476575733A81}"/>
          </ac:spMkLst>
        </pc:spChg>
        <pc:spChg chg="add mod">
          <ac:chgData name="Usmani, O.A. (Omar)" userId="9138a46d-5e3b-4a04-8d74-2137b161a14c" providerId="ADAL" clId="{62351CF1-7D0D-4746-9F28-2824CC9CE2F7}" dt="2026-10-14T11:44:28.384" v="14073" actId="14100"/>
          <ac:spMkLst>
            <pc:docMk/>
            <pc:sldMk cId="3133169778" sldId="2147482888"/>
            <ac:spMk id="81" creationId="{BB9571E6-B6E1-6134-FB84-F0A34C536968}"/>
          </ac:spMkLst>
        </pc:spChg>
        <pc:spChg chg="add mod ord">
          <ac:chgData name="Usmani, O.A. (Omar)" userId="9138a46d-5e3b-4a04-8d74-2137b161a14c" providerId="ADAL" clId="{62351CF1-7D0D-4746-9F28-2824CC9CE2F7}" dt="2026-10-14T11:26:27.297" v="13477" actId="207"/>
          <ac:spMkLst>
            <pc:docMk/>
            <pc:sldMk cId="3133169778" sldId="2147482888"/>
            <ac:spMk id="88" creationId="{00000000-0000-0000-0000-000000000000}"/>
          </ac:spMkLst>
        </pc:spChg>
        <pc:spChg chg="add del mod">
          <ac:chgData name="Usmani, O.A. (Omar)" userId="9138a46d-5e3b-4a04-8d74-2137b161a14c" providerId="ADAL" clId="{62351CF1-7D0D-4746-9F28-2824CC9CE2F7}" dt="2026-10-14T11:23:43.983" v="13473" actId="478"/>
          <ac:spMkLst>
            <pc:docMk/>
            <pc:sldMk cId="3133169778" sldId="2147482888"/>
            <ac:spMk id="89" creationId="{00000000-0000-0000-0000-000000000000}"/>
          </ac:spMkLst>
        </pc:spChg>
        <pc:spChg chg="mod">
          <ac:chgData name="Usmani, O.A. (Omar)" userId="9138a46d-5e3b-4a04-8d74-2137b161a14c" providerId="ADAL" clId="{62351CF1-7D0D-4746-9F28-2824CC9CE2F7}" dt="2026-10-14T11:29:05.397" v="13753" actId="692"/>
          <ac:spMkLst>
            <pc:docMk/>
            <pc:sldMk cId="3133169778" sldId="2147482888"/>
            <ac:spMk id="92" creationId="{00000000-0000-0000-0000-000000000000}"/>
          </ac:spMkLst>
        </pc:spChg>
        <pc:spChg chg="mod">
          <ac:chgData name="Usmani, O.A. (Omar)" userId="9138a46d-5e3b-4a04-8d74-2137b161a14c" providerId="ADAL" clId="{62351CF1-7D0D-4746-9F28-2824CC9CE2F7}" dt="2026-10-14T11:28:18.531" v="13707" actId="1038"/>
          <ac:spMkLst>
            <pc:docMk/>
            <pc:sldMk cId="3133169778" sldId="2147482888"/>
            <ac:spMk id="93" creationId="{00000000-0000-0000-0000-000000000000}"/>
          </ac:spMkLst>
        </pc:spChg>
        <pc:spChg chg="mod">
          <ac:chgData name="Usmani, O.A. (Omar)" userId="9138a46d-5e3b-4a04-8d74-2137b161a14c" providerId="ADAL" clId="{62351CF1-7D0D-4746-9F28-2824CC9CE2F7}" dt="2026-10-14T11:28:35.398" v="13751" actId="1036"/>
          <ac:spMkLst>
            <pc:docMk/>
            <pc:sldMk cId="3133169778" sldId="2147482888"/>
            <ac:spMk id="94" creationId="{00000000-0000-0000-0000-000000000000}"/>
          </ac:spMkLst>
        </pc:spChg>
        <pc:spChg chg="mod">
          <ac:chgData name="Usmani, O.A. (Omar)" userId="9138a46d-5e3b-4a04-8d74-2137b161a14c" providerId="ADAL" clId="{62351CF1-7D0D-4746-9F28-2824CC9CE2F7}" dt="2026-10-14T11:29:42.532" v="13758" actId="255"/>
          <ac:spMkLst>
            <pc:docMk/>
            <pc:sldMk cId="3133169778" sldId="2147482888"/>
            <ac:spMk id="100" creationId="{00000000-0000-0000-0000-000000000000}"/>
          </ac:spMkLst>
        </pc:spChg>
        <pc:spChg chg="mod">
          <ac:chgData name="Usmani, O.A. (Omar)" userId="9138a46d-5e3b-4a04-8d74-2137b161a14c" providerId="ADAL" clId="{62351CF1-7D0D-4746-9F28-2824CC9CE2F7}" dt="2026-10-14T11:29:29.762" v="13755" actId="255"/>
          <ac:spMkLst>
            <pc:docMk/>
            <pc:sldMk cId="3133169778" sldId="2147482888"/>
            <ac:spMk id="101" creationId="{00000000-0000-0000-0000-000000000000}"/>
          </ac:spMkLst>
        </pc:spChg>
        <pc:spChg chg="mod">
          <ac:chgData name="Usmani, O.A. (Omar)" userId="9138a46d-5e3b-4a04-8d74-2137b161a14c" providerId="ADAL" clId="{62351CF1-7D0D-4746-9F28-2824CC9CE2F7}" dt="2026-10-14T11:29:29.762" v="13755" actId="255"/>
          <ac:spMkLst>
            <pc:docMk/>
            <pc:sldMk cId="3133169778" sldId="2147482888"/>
            <ac:spMk id="102" creationId="{00000000-0000-0000-0000-000000000000}"/>
          </ac:spMkLst>
        </pc:spChg>
        <pc:spChg chg="mod">
          <ac:chgData name="Usmani, O.A. (Omar)" userId="9138a46d-5e3b-4a04-8d74-2137b161a14c" providerId="ADAL" clId="{62351CF1-7D0D-4746-9F28-2824CC9CE2F7}" dt="2026-10-14T11:29:29.762" v="13755" actId="255"/>
          <ac:spMkLst>
            <pc:docMk/>
            <pc:sldMk cId="3133169778" sldId="2147482888"/>
            <ac:spMk id="103" creationId="{00000000-0000-0000-0000-000000000000}"/>
          </ac:spMkLst>
        </pc:spChg>
        <pc:grpChg chg="add mod">
          <ac:chgData name="Usmani, O.A. (Omar)" userId="9138a46d-5e3b-4a04-8d74-2137b161a14c" providerId="ADAL" clId="{62351CF1-7D0D-4746-9F28-2824CC9CE2F7}" dt="2026-10-14T08:33:40.641" v="7463" actId="26606"/>
          <ac:grpSpMkLst>
            <pc:docMk/>
            <pc:sldMk cId="3133169778" sldId="2147482888"/>
            <ac:grpSpMk id="5" creationId="{B00B3B07-A831-4D10-89D5-525FE13A8AED}"/>
          </ac:grpSpMkLst>
        </pc:grpChg>
        <pc:grpChg chg="add mod">
          <ac:chgData name="Usmani, O.A. (Omar)" userId="9138a46d-5e3b-4a04-8d74-2137b161a14c" providerId="ADAL" clId="{62351CF1-7D0D-4746-9F28-2824CC9CE2F7}" dt="2026-10-14T11:37:11.174" v="13899" actId="554"/>
          <ac:grpSpMkLst>
            <pc:docMk/>
            <pc:sldMk cId="3133169778" sldId="2147482888"/>
            <ac:grpSpMk id="43" creationId="{291D717A-B893-147F-6743-D7742536D926}"/>
          </ac:grpSpMkLst>
        </pc:grpChg>
        <pc:grpChg chg="add mod ord">
          <ac:chgData name="Usmani, O.A. (Omar)" userId="9138a46d-5e3b-4a04-8d74-2137b161a14c" providerId="ADAL" clId="{62351CF1-7D0D-4746-9F28-2824CC9CE2F7}" dt="2026-10-14T11:21:44.147" v="13381" actId="164"/>
          <ac:grpSpMkLst>
            <pc:docMk/>
            <pc:sldMk cId="3133169778" sldId="2147482888"/>
            <ac:grpSpMk id="70" creationId="{482B0094-0D92-4A61-16F5-4151C54B1869}"/>
          </ac:grpSpMkLst>
        </pc:grpChg>
        <pc:grpChg chg="add mod ord">
          <ac:chgData name="Usmani, O.A. (Omar)" userId="9138a46d-5e3b-4a04-8d74-2137b161a14c" providerId="ADAL" clId="{62351CF1-7D0D-4746-9F28-2824CC9CE2F7}" dt="2026-10-14T11:34:08.155" v="13760" actId="26606"/>
          <ac:grpSpMkLst>
            <pc:docMk/>
            <pc:sldMk cId="3133169778" sldId="2147482888"/>
            <ac:grpSpMk id="104" creationId="{00000000-0000-0000-0000-000000000000}"/>
          </ac:grpSpMkLst>
        </pc:grpChg>
        <pc:picChg chg="add del">
          <ac:chgData name="Usmani, O.A. (Omar)" userId="9138a46d-5e3b-4a04-8d74-2137b161a14c" providerId="ADAL" clId="{62351CF1-7D0D-4746-9F28-2824CC9CE2F7}" dt="2026-10-14T11:08:03.382" v="12867" actId="22"/>
          <ac:picMkLst>
            <pc:docMk/>
            <pc:sldMk cId="3133169778" sldId="2147482888"/>
            <ac:picMk id="40" creationId="{58EB00DA-5A48-5080-790B-14F93057FE70}"/>
          </ac:picMkLst>
        </pc:picChg>
        <pc:picChg chg="add del">
          <ac:chgData name="Usmani, O.A. (Omar)" userId="9138a46d-5e3b-4a04-8d74-2137b161a14c" providerId="ADAL" clId="{62351CF1-7D0D-4746-9F28-2824CC9CE2F7}" dt="2026-10-14T11:08:13.607" v="12869" actId="22"/>
          <ac:picMkLst>
            <pc:docMk/>
            <pc:sldMk cId="3133169778" sldId="2147482888"/>
            <ac:picMk id="42" creationId="{8775175F-6F09-D7E5-8683-B6B39524459C}"/>
          </ac:picMkLst>
        </pc:picChg>
        <pc:picChg chg="mod">
          <ac:chgData name="Usmani, O.A. (Omar)" userId="9138a46d-5e3b-4a04-8d74-2137b161a14c" providerId="ADAL" clId="{62351CF1-7D0D-4746-9F28-2824CC9CE2F7}" dt="2026-10-14T11:08:32.391" v="12874"/>
          <ac:picMkLst>
            <pc:docMk/>
            <pc:sldMk cId="3133169778" sldId="2147482888"/>
            <ac:picMk id="50" creationId="{D3273B5A-CC06-4590-4072-956D420ACE00}"/>
          </ac:picMkLst>
        </pc:picChg>
        <pc:picChg chg="add mod">
          <ac:chgData name="Usmani, O.A. (Omar)" userId="9138a46d-5e3b-4a04-8d74-2137b161a14c" providerId="ADAL" clId="{62351CF1-7D0D-4746-9F28-2824CC9CE2F7}" dt="2026-10-14T11:37:11.174" v="13899" actId="554"/>
          <ac:picMkLst>
            <pc:docMk/>
            <pc:sldMk cId="3133169778" sldId="2147482888"/>
            <ac:picMk id="54" creationId="{7DAD8BF4-8CED-973A-5215-FDAC2850A0EB}"/>
          </ac:picMkLst>
        </pc:picChg>
        <pc:picChg chg="add">
          <ac:chgData name="Usmani, O.A. (Omar)" userId="9138a46d-5e3b-4a04-8d74-2137b161a14c" providerId="ADAL" clId="{62351CF1-7D0D-4746-9F28-2824CC9CE2F7}" dt="2026-10-14T11:11:00.709" v="13196" actId="22"/>
          <ac:picMkLst>
            <pc:docMk/>
            <pc:sldMk cId="3133169778" sldId="2147482888"/>
            <ac:picMk id="58" creationId="{EC984340-BC62-75E5-F881-5918DC46E7A5}"/>
          </ac:picMkLst>
        </pc:picChg>
        <pc:picChg chg="add mod">
          <ac:chgData name="Usmani, O.A. (Omar)" userId="9138a46d-5e3b-4a04-8d74-2137b161a14c" providerId="ADAL" clId="{62351CF1-7D0D-4746-9F28-2824CC9CE2F7}" dt="2026-10-14T11:37:44.769" v="13908" actId="465"/>
          <ac:picMkLst>
            <pc:docMk/>
            <pc:sldMk cId="3133169778" sldId="2147482888"/>
            <ac:picMk id="74" creationId="{4C52216C-CFD3-2602-55DE-E536C5486A45}"/>
          </ac:picMkLst>
        </pc:picChg>
        <pc:picChg chg="add mod">
          <ac:chgData name="Usmani, O.A. (Omar)" userId="9138a46d-5e3b-4a04-8d74-2137b161a14c" providerId="ADAL" clId="{62351CF1-7D0D-4746-9F28-2824CC9CE2F7}" dt="2026-10-14T11:44:03.089" v="14064" actId="1076"/>
          <ac:picMkLst>
            <pc:docMk/>
            <pc:sldMk cId="3133169778" sldId="2147482888"/>
            <ac:picMk id="78" creationId="{53A57881-3185-2F41-7304-4791EDCB3476}"/>
          </ac:picMkLst>
        </pc:picChg>
        <pc:picChg chg="add mod">
          <ac:chgData name="Usmani, O.A. (Omar)" userId="9138a46d-5e3b-4a04-8d74-2137b161a14c" providerId="ADAL" clId="{62351CF1-7D0D-4746-9F28-2824CC9CE2F7}" dt="2026-10-14T11:41:16.829" v="13909" actId="207"/>
          <ac:picMkLst>
            <pc:docMk/>
            <pc:sldMk cId="3133169778" sldId="2147482888"/>
            <ac:picMk id="80" creationId="{F35C1BCC-3C00-BC0D-4375-F1253E31E3E3}"/>
          </ac:picMkLst>
        </pc:picChg>
        <pc:cxnChg chg="mod">
          <ac:chgData name="Usmani, O.A. (Omar)" userId="9138a46d-5e3b-4a04-8d74-2137b161a14c" providerId="ADAL" clId="{62351CF1-7D0D-4746-9F28-2824CC9CE2F7}" dt="2026-10-14T11:17:46.882" v="13206" actId="14100"/>
          <ac:cxnSpMkLst>
            <pc:docMk/>
            <pc:sldMk cId="3133169778" sldId="2147482888"/>
            <ac:cxnSpMk id="6" creationId="{00000000-0000-0000-0000-000000000000}"/>
          </ac:cxnSpMkLst>
        </pc:cxnChg>
        <pc:cxnChg chg="mod">
          <ac:chgData name="Usmani, O.A. (Omar)" userId="9138a46d-5e3b-4a04-8d74-2137b161a14c" providerId="ADAL" clId="{62351CF1-7D0D-4746-9F28-2824CC9CE2F7}" dt="2026-10-14T11:17:46.882" v="13206" actId="14100"/>
          <ac:cxnSpMkLst>
            <pc:docMk/>
            <pc:sldMk cId="3133169778" sldId="2147482888"/>
            <ac:cxnSpMk id="8" creationId="{00000000-0000-0000-0000-000000000000}"/>
          </ac:cxnSpMkLst>
        </pc:cxnChg>
        <pc:cxnChg chg="mod modVis">
          <ac:chgData name="Usmani, O.A. (Omar)" userId="9138a46d-5e3b-4a04-8d74-2137b161a14c" providerId="ADAL" clId="{62351CF1-7D0D-4746-9F28-2824CC9CE2F7}" dt="2026-10-14T08:33:40.641" v="7463" actId="26606"/>
          <ac:cxnSpMkLst>
            <pc:docMk/>
            <pc:sldMk cId="3133169778" sldId="2147482888"/>
            <ac:cxnSpMk id="10" creationId="{8C7DF964-98AE-4A0C-A255-A0389C4354E4}"/>
          </ac:cxnSpMkLst>
        </pc:cxnChg>
        <pc:cxnChg chg="mod modVis">
          <ac:chgData name="Usmani, O.A. (Omar)" userId="9138a46d-5e3b-4a04-8d74-2137b161a14c" providerId="ADAL" clId="{62351CF1-7D0D-4746-9F28-2824CC9CE2F7}" dt="2026-10-14T08:33:40.641" v="7463" actId="26606"/>
          <ac:cxnSpMkLst>
            <pc:docMk/>
            <pc:sldMk cId="3133169778" sldId="2147482888"/>
            <ac:cxnSpMk id="13" creationId="{E3B1329B-26AE-4B84-AA60-DA485FEA34A3}"/>
          </ac:cxnSpMkLst>
        </pc:cxnChg>
        <pc:cxnChg chg="mod modVis">
          <ac:chgData name="Usmani, O.A. (Omar)" userId="9138a46d-5e3b-4a04-8d74-2137b161a14c" providerId="ADAL" clId="{62351CF1-7D0D-4746-9F28-2824CC9CE2F7}" dt="2026-10-14T08:33:40.641" v="7463" actId="26606"/>
          <ac:cxnSpMkLst>
            <pc:docMk/>
            <pc:sldMk cId="3133169778" sldId="2147482888"/>
            <ac:cxnSpMk id="35" creationId="{9E811086-AA1F-41D3-9298-7236731E7F54}"/>
          </ac:cxnSpMkLst>
        </pc:cxnChg>
        <pc:cxnChg chg="mod modVis">
          <ac:chgData name="Usmani, O.A. (Omar)" userId="9138a46d-5e3b-4a04-8d74-2137b161a14c" providerId="ADAL" clId="{62351CF1-7D0D-4746-9F28-2824CC9CE2F7}" dt="2026-10-14T08:33:40.641" v="7463" actId="26606"/>
          <ac:cxnSpMkLst>
            <pc:docMk/>
            <pc:sldMk cId="3133169778" sldId="2147482888"/>
            <ac:cxnSpMk id="39" creationId="{8275DC58-C374-4E88-ABD3-7C66B7281421}"/>
          </ac:cxnSpMkLst>
        </pc:cxnChg>
      </pc:sldChg>
      <pc:sldChg chg="addSp delSp modSp add mod">
        <pc:chgData name="Usmani, O.A. (Omar)" userId="9138a46d-5e3b-4a04-8d74-2137b161a14c" providerId="ADAL" clId="{62351CF1-7D0D-4746-9F28-2824CC9CE2F7}" dt="2026-10-14T12:41:36.592" v="16032" actId="20577"/>
        <pc:sldMkLst>
          <pc:docMk/>
          <pc:sldMk cId="1516405172" sldId="2147482889"/>
        </pc:sldMkLst>
        <pc:spChg chg="mod">
          <ac:chgData name="Usmani, O.A. (Omar)" userId="9138a46d-5e3b-4a04-8d74-2137b161a14c" providerId="ADAL" clId="{62351CF1-7D0D-4746-9F28-2824CC9CE2F7}" dt="2026-10-14T12:41:36.592" v="16032" actId="20577"/>
          <ac:spMkLst>
            <pc:docMk/>
            <pc:sldMk cId="1516405172" sldId="2147482889"/>
            <ac:spMk id="2" creationId="{DF308EA8-6AEE-46E6-97DA-F518C97594B9}"/>
          </ac:spMkLst>
        </pc:spChg>
        <pc:spChg chg="add mod">
          <ac:chgData name="Usmani, O.A. (Omar)" userId="9138a46d-5e3b-4a04-8d74-2137b161a14c" providerId="ADAL" clId="{62351CF1-7D0D-4746-9F28-2824CC9CE2F7}" dt="2026-10-14T12:26:48.137" v="15574" actId="1076"/>
          <ac:spMkLst>
            <pc:docMk/>
            <pc:sldMk cId="1516405172" sldId="2147482889"/>
            <ac:spMk id="7" creationId="{37351F60-3172-3472-7AEC-08B653B1E018}"/>
          </ac:spMkLst>
        </pc:spChg>
        <pc:spChg chg="add mod">
          <ac:chgData name="Usmani, O.A. (Omar)" userId="9138a46d-5e3b-4a04-8d74-2137b161a14c" providerId="ADAL" clId="{62351CF1-7D0D-4746-9F28-2824CC9CE2F7}" dt="2026-10-14T12:26:55.574" v="15575" actId="14100"/>
          <ac:spMkLst>
            <pc:docMk/>
            <pc:sldMk cId="1516405172" sldId="2147482889"/>
            <ac:spMk id="31" creationId="{147B0C6D-5533-0E5E-DDD2-8D1CE3238AD2}"/>
          </ac:spMkLst>
        </pc:spChg>
        <pc:spChg chg="add mod">
          <ac:chgData name="Usmani, O.A. (Omar)" userId="9138a46d-5e3b-4a04-8d74-2137b161a14c" providerId="ADAL" clId="{62351CF1-7D0D-4746-9F28-2824CC9CE2F7}" dt="2026-10-14T12:41:00.195" v="15952" actId="20577"/>
          <ac:spMkLst>
            <pc:docMk/>
            <pc:sldMk cId="1516405172" sldId="2147482889"/>
            <ac:spMk id="50" creationId="{DD9DB023-64CB-6A13-E0A8-90E3F10C54B6}"/>
          </ac:spMkLst>
        </pc:spChg>
        <pc:spChg chg="add mod ord">
          <ac:chgData name="Usmani, O.A. (Omar)" userId="9138a46d-5e3b-4a04-8d74-2137b161a14c" providerId="ADAL" clId="{62351CF1-7D0D-4746-9F28-2824CC9CE2F7}" dt="2026-10-14T12:26:58.484" v="15577" actId="1076"/>
          <ac:spMkLst>
            <pc:docMk/>
            <pc:sldMk cId="1516405172" sldId="2147482889"/>
            <ac:spMk id="88" creationId="{00000000-0000-0000-0000-000000000000}"/>
          </ac:spMkLst>
        </pc:spChg>
        <pc:grpChg chg="add mod">
          <ac:chgData name="Usmani, O.A. (Omar)" userId="9138a46d-5e3b-4a04-8d74-2137b161a14c" providerId="ADAL" clId="{62351CF1-7D0D-4746-9F28-2824CC9CE2F7}" dt="2026-10-14T08:33:40.641" v="7463" actId="26606"/>
          <ac:grpSpMkLst>
            <pc:docMk/>
            <pc:sldMk cId="1516405172" sldId="2147482889"/>
            <ac:grpSpMk id="5" creationId="{7B0B9F05-3536-474D-AEB6-386F21CCADA6}"/>
          </ac:grpSpMkLst>
        </pc:grpChg>
        <pc:picChg chg="add del">
          <ac:chgData name="Usmani, O.A. (Omar)" userId="9138a46d-5e3b-4a04-8d74-2137b161a14c" providerId="ADAL" clId="{62351CF1-7D0D-4746-9F28-2824CC9CE2F7}" dt="2026-10-14T12:24:01.270" v="14962" actId="22"/>
          <ac:picMkLst>
            <pc:docMk/>
            <pc:sldMk cId="1516405172" sldId="2147482889"/>
            <ac:picMk id="11" creationId="{E8F37446-A892-05DB-15DB-F1185DF5690D}"/>
          </ac:picMkLst>
        </pc:picChg>
        <pc:picChg chg="add mod">
          <ac:chgData name="Usmani, O.A. (Omar)" userId="9138a46d-5e3b-4a04-8d74-2137b161a14c" providerId="ADAL" clId="{62351CF1-7D0D-4746-9F28-2824CC9CE2F7}" dt="2026-10-14T12:26:56.419" v="15576" actId="1076"/>
          <ac:picMkLst>
            <pc:docMk/>
            <pc:sldMk cId="1516405172" sldId="2147482889"/>
            <ac:picMk id="16" creationId="{4B702CA5-B2B9-72A9-3F1D-B8275F167BC1}"/>
          </ac:picMkLst>
        </pc:picChg>
        <pc:picChg chg="add mod ord">
          <ac:chgData name="Usmani, O.A. (Omar)" userId="9138a46d-5e3b-4a04-8d74-2137b161a14c" providerId="ADAL" clId="{62351CF1-7D0D-4746-9F28-2824CC9CE2F7}" dt="2026-10-14T12:25:20.274" v="15456" actId="207"/>
          <ac:picMkLst>
            <pc:docMk/>
            <pc:sldMk cId="1516405172" sldId="2147482889"/>
            <ac:picMk id="27" creationId="{74CC6BCA-8FBC-2AE7-E1EB-0082B37EE4A2}"/>
          </ac:picMkLst>
        </pc:picChg>
        <pc:picChg chg="add mod ord">
          <ac:chgData name="Usmani, O.A. (Omar)" userId="9138a46d-5e3b-4a04-8d74-2137b161a14c" providerId="ADAL" clId="{62351CF1-7D0D-4746-9F28-2824CC9CE2F7}" dt="2026-10-14T12:40:30.045" v="15819" actId="166"/>
          <ac:picMkLst>
            <pc:docMk/>
            <pc:sldMk cId="1516405172" sldId="2147482889"/>
            <ac:picMk id="41" creationId="{77940892-CD82-6669-777E-F06E4B24B5EE}"/>
          </ac:picMkLst>
        </pc:picChg>
        <pc:picChg chg="add del">
          <ac:chgData name="Usmani, O.A. (Omar)" userId="9138a46d-5e3b-4a04-8d74-2137b161a14c" providerId="ADAL" clId="{62351CF1-7D0D-4746-9F28-2824CC9CE2F7}" dt="2026-10-14T12:40:24.122" v="15817" actId="22"/>
          <ac:picMkLst>
            <pc:docMk/>
            <pc:sldMk cId="1516405172" sldId="2147482889"/>
            <ac:picMk id="43" creationId="{C51635A4-86D9-E96F-1E18-E185E0A47510}"/>
          </ac:picMkLst>
        </pc:picChg>
        <pc:cxnChg chg="mod modVis">
          <ac:chgData name="Usmani, O.A. (Omar)" userId="9138a46d-5e3b-4a04-8d74-2137b161a14c" providerId="ADAL" clId="{62351CF1-7D0D-4746-9F28-2824CC9CE2F7}" dt="2026-10-14T08:33:40.641" v="7463" actId="26606"/>
          <ac:cxnSpMkLst>
            <pc:docMk/>
            <pc:sldMk cId="1516405172" sldId="2147482889"/>
            <ac:cxnSpMk id="10" creationId="{26512031-8039-42A7-978C-659C1A235E78}"/>
          </ac:cxnSpMkLst>
        </pc:cxnChg>
        <pc:cxnChg chg="mod modVis">
          <ac:chgData name="Usmani, O.A. (Omar)" userId="9138a46d-5e3b-4a04-8d74-2137b161a14c" providerId="ADAL" clId="{62351CF1-7D0D-4746-9F28-2824CC9CE2F7}" dt="2026-10-14T08:33:40.641" v="7463" actId="26606"/>
          <ac:cxnSpMkLst>
            <pc:docMk/>
            <pc:sldMk cId="1516405172" sldId="2147482889"/>
            <ac:cxnSpMk id="13" creationId="{B1660F56-4760-430F-B48C-EE63C30880BF}"/>
          </ac:cxnSpMkLst>
        </pc:cxnChg>
        <pc:cxnChg chg="mod modVis">
          <ac:chgData name="Usmani, O.A. (Omar)" userId="9138a46d-5e3b-4a04-8d74-2137b161a14c" providerId="ADAL" clId="{62351CF1-7D0D-4746-9F28-2824CC9CE2F7}" dt="2026-10-14T08:33:40.641" v="7463" actId="26606"/>
          <ac:cxnSpMkLst>
            <pc:docMk/>
            <pc:sldMk cId="1516405172" sldId="2147482889"/>
            <ac:cxnSpMk id="35" creationId="{8D794C3D-48CA-4578-943C-C011E7000889}"/>
          </ac:cxnSpMkLst>
        </pc:cxnChg>
        <pc:cxnChg chg="mod modVis">
          <ac:chgData name="Usmani, O.A. (Omar)" userId="9138a46d-5e3b-4a04-8d74-2137b161a14c" providerId="ADAL" clId="{62351CF1-7D0D-4746-9F28-2824CC9CE2F7}" dt="2026-10-14T08:33:40.641" v="7463" actId="26606"/>
          <ac:cxnSpMkLst>
            <pc:docMk/>
            <pc:sldMk cId="1516405172" sldId="2147482889"/>
            <ac:cxnSpMk id="39" creationId="{89D365AA-C5C5-4A53-93FB-DB2F02F643A5}"/>
          </ac:cxnSpMkLst>
        </pc:cxnChg>
      </pc:sldChg>
      <pc:sldChg chg="addSp delSp modSp add mod">
        <pc:chgData name="Usmani, O.A. (Omar)" userId="9138a46d-5e3b-4a04-8d74-2137b161a14c" providerId="ADAL" clId="{62351CF1-7D0D-4746-9F28-2824CC9CE2F7}" dt="2026-10-14T10:09:58.824" v="12857" actId="20577"/>
        <pc:sldMkLst>
          <pc:docMk/>
          <pc:sldMk cId="2036370990" sldId="2147482890"/>
        </pc:sldMkLst>
        <pc:spChg chg="mod">
          <ac:chgData name="Usmani, O.A. (Omar)" userId="9138a46d-5e3b-4a04-8d74-2137b161a14c" providerId="ADAL" clId="{62351CF1-7D0D-4746-9F28-2824CC9CE2F7}" dt="2026-10-14T10:09:58.824" v="12857" actId="20577"/>
          <ac:spMkLst>
            <pc:docMk/>
            <pc:sldMk cId="2036370990" sldId="2147482890"/>
            <ac:spMk id="2" creationId="{01A072AA-71BA-4FFF-A3C2-D9B1FC12B52C}"/>
          </ac:spMkLst>
        </pc:spChg>
        <pc:spChg chg="add del mod">
          <ac:chgData name="Usmani, O.A. (Omar)" userId="9138a46d-5e3b-4a04-8d74-2137b161a14c" providerId="ADAL" clId="{62351CF1-7D0D-4746-9F28-2824CC9CE2F7}" dt="2026-10-14T09:29:34.423" v="10937" actId="22"/>
          <ac:spMkLst>
            <pc:docMk/>
            <pc:sldMk cId="2036370990" sldId="2147482890"/>
            <ac:spMk id="7" creationId="{4AB23B78-16D7-6DDB-0F39-474594A2A394}"/>
          </ac:spMkLst>
        </pc:spChg>
        <pc:spChg chg="add mod">
          <ac:chgData name="Usmani, O.A. (Omar)" userId="9138a46d-5e3b-4a04-8d74-2137b161a14c" providerId="ADAL" clId="{62351CF1-7D0D-4746-9F28-2824CC9CE2F7}" dt="2026-10-14T09:54:52.418" v="12394" actId="1035"/>
          <ac:spMkLst>
            <pc:docMk/>
            <pc:sldMk cId="2036370990" sldId="2147482890"/>
            <ac:spMk id="16" creationId="{07FFA5AB-9789-06F9-9FED-307F86B1C205}"/>
          </ac:spMkLst>
        </pc:spChg>
        <pc:spChg chg="add mod">
          <ac:chgData name="Usmani, O.A. (Omar)" userId="9138a46d-5e3b-4a04-8d74-2137b161a14c" providerId="ADAL" clId="{62351CF1-7D0D-4746-9F28-2824CC9CE2F7}" dt="2026-10-14T09:48:38.068" v="12038" actId="164"/>
          <ac:spMkLst>
            <pc:docMk/>
            <pc:sldMk cId="2036370990" sldId="2147482890"/>
            <ac:spMk id="31" creationId="{D25FE34D-DE77-E379-C478-AF5627A9C9C6}"/>
          </ac:spMkLst>
        </pc:spChg>
        <pc:spChg chg="add mod">
          <ac:chgData name="Usmani, O.A. (Omar)" userId="9138a46d-5e3b-4a04-8d74-2137b161a14c" providerId="ADAL" clId="{62351CF1-7D0D-4746-9F28-2824CC9CE2F7}" dt="2026-10-14T09:54:26.982" v="12326" actId="1035"/>
          <ac:spMkLst>
            <pc:docMk/>
            <pc:sldMk cId="2036370990" sldId="2147482890"/>
            <ac:spMk id="41" creationId="{70D28A7C-96CC-FD3A-C153-3E728FC2E781}"/>
          </ac:spMkLst>
        </pc:spChg>
        <pc:spChg chg="add mod">
          <ac:chgData name="Usmani, O.A. (Omar)" userId="9138a46d-5e3b-4a04-8d74-2137b161a14c" providerId="ADAL" clId="{62351CF1-7D0D-4746-9F28-2824CC9CE2F7}" dt="2026-10-14T09:48:38.068" v="12038" actId="164"/>
          <ac:spMkLst>
            <pc:docMk/>
            <pc:sldMk cId="2036370990" sldId="2147482890"/>
            <ac:spMk id="43" creationId="{0D2245C0-6128-5DBD-4F94-080C3253AC77}"/>
          </ac:spMkLst>
        </pc:spChg>
        <pc:spChg chg="add mod">
          <ac:chgData name="Usmani, O.A. (Omar)" userId="9138a46d-5e3b-4a04-8d74-2137b161a14c" providerId="ADAL" clId="{62351CF1-7D0D-4746-9F28-2824CC9CE2F7}" dt="2026-10-14T10:00:57.279" v="12632" actId="12789"/>
          <ac:spMkLst>
            <pc:docMk/>
            <pc:sldMk cId="2036370990" sldId="2147482890"/>
            <ac:spMk id="69" creationId="{FA01D0ED-80A0-9A98-D1E6-6E2C76362B85}"/>
          </ac:spMkLst>
        </pc:spChg>
        <pc:spChg chg="add mod">
          <ac:chgData name="Usmani, O.A. (Omar)" userId="9138a46d-5e3b-4a04-8d74-2137b161a14c" providerId="ADAL" clId="{62351CF1-7D0D-4746-9F28-2824CC9CE2F7}" dt="2026-10-14T10:01:14.036" v="12638" actId="20577"/>
          <ac:spMkLst>
            <pc:docMk/>
            <pc:sldMk cId="2036370990" sldId="2147482890"/>
            <ac:spMk id="70" creationId="{01344688-A3C9-FDDB-DC92-0E0B10B3714D}"/>
          </ac:spMkLst>
        </pc:spChg>
        <pc:spChg chg="mod">
          <ac:chgData name="Usmani, O.A. (Omar)" userId="9138a46d-5e3b-4a04-8d74-2137b161a14c" providerId="ADAL" clId="{62351CF1-7D0D-4746-9F28-2824CC9CE2F7}" dt="2026-10-14T10:00:20.003" v="12609" actId="1076"/>
          <ac:spMkLst>
            <pc:docMk/>
            <pc:sldMk cId="2036370990" sldId="2147482890"/>
            <ac:spMk id="87" creationId="{00000000-0000-0000-0000-000000000000}"/>
          </ac:spMkLst>
        </pc:spChg>
        <pc:spChg chg="add mod ord">
          <ac:chgData name="Usmani, O.A. (Omar)" userId="9138a46d-5e3b-4a04-8d74-2137b161a14c" providerId="ADAL" clId="{62351CF1-7D0D-4746-9F28-2824CC9CE2F7}" dt="2026-10-14T09:48:39.512" v="12039" actId="1076"/>
          <ac:spMkLst>
            <pc:docMk/>
            <pc:sldMk cId="2036370990" sldId="2147482890"/>
            <ac:spMk id="88" creationId="{00000000-0000-0000-0000-000000000000}"/>
          </ac:spMkLst>
        </pc:spChg>
        <pc:spChg chg="add mod">
          <ac:chgData name="Usmani, O.A. (Omar)" userId="9138a46d-5e3b-4a04-8d74-2137b161a14c" providerId="ADAL" clId="{62351CF1-7D0D-4746-9F28-2824CC9CE2F7}" dt="2026-10-14T09:48:38.068" v="12038" actId="164"/>
          <ac:spMkLst>
            <pc:docMk/>
            <pc:sldMk cId="2036370990" sldId="2147482890"/>
            <ac:spMk id="89" creationId="{00000000-0000-0000-0000-000000000000}"/>
          </ac:spMkLst>
        </pc:spChg>
        <pc:spChg chg="add mod">
          <ac:chgData name="Usmani, O.A. (Omar)" userId="9138a46d-5e3b-4a04-8d74-2137b161a14c" providerId="ADAL" clId="{62351CF1-7D0D-4746-9F28-2824CC9CE2F7}" dt="2026-10-14T09:48:38.068" v="12038" actId="164"/>
          <ac:spMkLst>
            <pc:docMk/>
            <pc:sldMk cId="2036370990" sldId="2147482890"/>
            <ac:spMk id="90" creationId="{00000000-0000-0000-0000-000000000000}"/>
          </ac:spMkLst>
        </pc:spChg>
        <pc:spChg chg="add mod">
          <ac:chgData name="Usmani, O.A. (Omar)" userId="9138a46d-5e3b-4a04-8d74-2137b161a14c" providerId="ADAL" clId="{62351CF1-7D0D-4746-9F28-2824CC9CE2F7}" dt="2026-10-14T09:48:38.068" v="12038" actId="164"/>
          <ac:spMkLst>
            <pc:docMk/>
            <pc:sldMk cId="2036370990" sldId="2147482890"/>
            <ac:spMk id="91" creationId="{00000000-0000-0000-0000-000000000000}"/>
          </ac:spMkLst>
        </pc:spChg>
        <pc:spChg chg="add del mod">
          <ac:chgData name="Usmani, O.A. (Omar)" userId="9138a46d-5e3b-4a04-8d74-2137b161a14c" providerId="ADAL" clId="{62351CF1-7D0D-4746-9F28-2824CC9CE2F7}" dt="2026-10-14T10:00:00.060" v="12603" actId="26606"/>
          <ac:spMkLst>
            <pc:docMk/>
            <pc:sldMk cId="2036370990" sldId="2147482890"/>
            <ac:spMk id="92" creationId="{00000000-0000-0000-0000-000000000000}"/>
          </ac:spMkLst>
        </pc:spChg>
        <pc:grpChg chg="add mod">
          <ac:chgData name="Usmani, O.A. (Omar)" userId="9138a46d-5e3b-4a04-8d74-2137b161a14c" providerId="ADAL" clId="{62351CF1-7D0D-4746-9F28-2824CC9CE2F7}" dt="2026-10-14T08:33:40.641" v="7463" actId="26606"/>
          <ac:grpSpMkLst>
            <pc:docMk/>
            <pc:sldMk cId="2036370990" sldId="2147482890"/>
            <ac:grpSpMk id="5" creationId="{E2807EDA-4199-4CC4-8B51-F06904212449}"/>
          </ac:grpSpMkLst>
        </pc:grpChg>
        <pc:grpChg chg="add mod">
          <ac:chgData name="Usmani, O.A. (Omar)" userId="9138a46d-5e3b-4a04-8d74-2137b161a14c" providerId="ADAL" clId="{62351CF1-7D0D-4746-9F28-2824CC9CE2F7}" dt="2026-10-14T09:47:24.731" v="11946" actId="164"/>
          <ac:grpSpMkLst>
            <pc:docMk/>
            <pc:sldMk cId="2036370990" sldId="2147482890"/>
            <ac:grpSpMk id="48" creationId="{95863FAE-477D-51FA-EC2D-B3D7DD11D66A}"/>
          </ac:grpSpMkLst>
        </pc:grpChg>
        <pc:grpChg chg="add mod">
          <ac:chgData name="Usmani, O.A. (Omar)" userId="9138a46d-5e3b-4a04-8d74-2137b161a14c" providerId="ADAL" clId="{62351CF1-7D0D-4746-9F28-2824CC9CE2F7}" dt="2026-10-14T09:48:38.068" v="12038" actId="164"/>
          <ac:grpSpMkLst>
            <pc:docMk/>
            <pc:sldMk cId="2036370990" sldId="2147482890"/>
            <ac:grpSpMk id="50" creationId="{13026A24-BB9B-E252-3D09-B3DFB02104DA}"/>
          </ac:grpSpMkLst>
        </pc:grpChg>
        <pc:grpChg chg="add mod">
          <ac:chgData name="Usmani, O.A. (Omar)" userId="9138a46d-5e3b-4a04-8d74-2137b161a14c" providerId="ADAL" clId="{62351CF1-7D0D-4746-9F28-2824CC9CE2F7}" dt="2026-10-14T09:47:52.219" v="12003" actId="164"/>
          <ac:grpSpMkLst>
            <pc:docMk/>
            <pc:sldMk cId="2036370990" sldId="2147482890"/>
            <ac:grpSpMk id="52" creationId="{77F73242-4AEF-256E-4A3D-9CA084497488}"/>
          </ac:grpSpMkLst>
        </pc:grpChg>
        <pc:grpChg chg="add mod">
          <ac:chgData name="Usmani, O.A. (Omar)" userId="9138a46d-5e3b-4a04-8d74-2137b161a14c" providerId="ADAL" clId="{62351CF1-7D0D-4746-9F28-2824CC9CE2F7}" dt="2026-10-14T09:55:05.318" v="12396" actId="14100"/>
          <ac:grpSpMkLst>
            <pc:docMk/>
            <pc:sldMk cId="2036370990" sldId="2147482890"/>
            <ac:grpSpMk id="54" creationId="{DD79AA72-29BB-E8E6-3A95-15BAA897F825}"/>
          </ac:grpSpMkLst>
        </pc:grpChg>
        <pc:grpChg chg="add mod">
          <ac:chgData name="Usmani, O.A. (Omar)" userId="9138a46d-5e3b-4a04-8d74-2137b161a14c" providerId="ADAL" clId="{62351CF1-7D0D-4746-9F28-2824CC9CE2F7}" dt="2026-10-14T10:00:57.279" v="12632" actId="12789"/>
          <ac:grpSpMkLst>
            <pc:docMk/>
            <pc:sldMk cId="2036370990" sldId="2147482890"/>
            <ac:grpSpMk id="72" creationId="{1DF05423-4B07-80C8-A835-801A75DF0529}"/>
          </ac:grpSpMkLst>
        </pc:grpChg>
        <pc:picChg chg="add del mod">
          <ac:chgData name="Usmani, O.A. (Omar)" userId="9138a46d-5e3b-4a04-8d74-2137b161a14c" providerId="ADAL" clId="{62351CF1-7D0D-4746-9F28-2824CC9CE2F7}" dt="2026-10-14T09:30:01.200" v="11133" actId="22"/>
          <ac:picMkLst>
            <pc:docMk/>
            <pc:sldMk cId="2036370990" sldId="2147482890"/>
            <ac:picMk id="11" creationId="{09AC8E67-C4D1-2451-1FF9-2810C2A5498A}"/>
          </ac:picMkLst>
        </pc:picChg>
        <pc:picChg chg="add mod">
          <ac:chgData name="Usmani, O.A. (Omar)" userId="9138a46d-5e3b-4a04-8d74-2137b161a14c" providerId="ADAL" clId="{62351CF1-7D0D-4746-9F28-2824CC9CE2F7}" dt="2026-10-14T09:47:52.219" v="12003" actId="164"/>
          <ac:picMkLst>
            <pc:docMk/>
            <pc:sldMk cId="2036370990" sldId="2147482890"/>
            <ac:picMk id="27" creationId="{2B0F04AF-AEDA-9A33-9F49-CEC438AA6F1C}"/>
          </ac:picMkLst>
        </pc:picChg>
        <pc:picChg chg="add mod ord">
          <ac:chgData name="Usmani, O.A. (Omar)" userId="9138a46d-5e3b-4a04-8d74-2137b161a14c" providerId="ADAL" clId="{62351CF1-7D0D-4746-9F28-2824CC9CE2F7}" dt="2026-10-14T10:00:38.290" v="12613" actId="164"/>
          <ac:picMkLst>
            <pc:docMk/>
            <pc:sldMk cId="2036370990" sldId="2147482890"/>
            <ac:picMk id="58" creationId="{EF3FA87E-1AF3-E467-015A-5680D73D2FED}"/>
          </ac:picMkLst>
        </pc:picChg>
        <pc:cxnChg chg="mod modVis">
          <ac:chgData name="Usmani, O.A. (Omar)" userId="9138a46d-5e3b-4a04-8d74-2137b161a14c" providerId="ADAL" clId="{62351CF1-7D0D-4746-9F28-2824CC9CE2F7}" dt="2026-10-14T08:33:40.641" v="7463" actId="26606"/>
          <ac:cxnSpMkLst>
            <pc:docMk/>
            <pc:sldMk cId="2036370990" sldId="2147482890"/>
            <ac:cxnSpMk id="10" creationId="{E59B5C89-9CE0-4AC0-9A0F-A95132405ECE}"/>
          </ac:cxnSpMkLst>
        </pc:cxnChg>
        <pc:cxnChg chg="mod modVis">
          <ac:chgData name="Usmani, O.A. (Omar)" userId="9138a46d-5e3b-4a04-8d74-2137b161a14c" providerId="ADAL" clId="{62351CF1-7D0D-4746-9F28-2824CC9CE2F7}" dt="2026-10-14T08:33:40.641" v="7463" actId="26606"/>
          <ac:cxnSpMkLst>
            <pc:docMk/>
            <pc:sldMk cId="2036370990" sldId="2147482890"/>
            <ac:cxnSpMk id="13" creationId="{9F647B8C-BD4F-4A1D-A17B-279B08024A24}"/>
          </ac:cxnSpMkLst>
        </pc:cxnChg>
        <pc:cxnChg chg="mod modVis">
          <ac:chgData name="Usmani, O.A. (Omar)" userId="9138a46d-5e3b-4a04-8d74-2137b161a14c" providerId="ADAL" clId="{62351CF1-7D0D-4746-9F28-2824CC9CE2F7}" dt="2026-10-14T08:33:40.641" v="7463" actId="26606"/>
          <ac:cxnSpMkLst>
            <pc:docMk/>
            <pc:sldMk cId="2036370990" sldId="2147482890"/>
            <ac:cxnSpMk id="35" creationId="{ED40E3DC-9665-4E78-9C63-1D073C3F993C}"/>
          </ac:cxnSpMkLst>
        </pc:cxnChg>
        <pc:cxnChg chg="mod modVis">
          <ac:chgData name="Usmani, O.A. (Omar)" userId="9138a46d-5e3b-4a04-8d74-2137b161a14c" providerId="ADAL" clId="{62351CF1-7D0D-4746-9F28-2824CC9CE2F7}" dt="2026-10-14T08:33:40.641" v="7463" actId="26606"/>
          <ac:cxnSpMkLst>
            <pc:docMk/>
            <pc:sldMk cId="2036370990" sldId="2147482890"/>
            <ac:cxnSpMk id="39" creationId="{9F5E2EAE-4B50-41C5-883B-FD2452D7A781}"/>
          </ac:cxnSpMkLst>
        </pc:cxnChg>
      </pc:sldChg>
      <pc:sldChg chg="add del">
        <pc:chgData name="Usmani, O.A. (Omar)" userId="9138a46d-5e3b-4a04-8d74-2137b161a14c" providerId="ADAL" clId="{62351CF1-7D0D-4746-9F28-2824CC9CE2F7}" dt="2026-10-14T11:57:03.864" v="14227" actId="2696"/>
        <pc:sldMkLst>
          <pc:docMk/>
          <pc:sldMk cId="1147997995" sldId="2147482891"/>
        </pc:sldMkLst>
      </pc:sldChg>
      <pc:sldChg chg="delSp modSp add del">
        <pc:chgData name="Usmani, O.A. (Omar)" userId="9138a46d-5e3b-4a04-8d74-2137b161a14c" providerId="ADAL" clId="{62351CF1-7D0D-4746-9F28-2824CC9CE2F7}" dt="2026-10-14T10:02:07.426" v="12646" actId="47"/>
        <pc:sldMkLst>
          <pc:docMk/>
          <pc:sldMk cId="2019074838" sldId="2147482891"/>
        </pc:sldMkLst>
        <pc:spChg chg="mod topLvl">
          <ac:chgData name="Usmani, O.A. (Omar)" userId="9138a46d-5e3b-4a04-8d74-2137b161a14c" providerId="ADAL" clId="{62351CF1-7D0D-4746-9F28-2824CC9CE2F7}" dt="2026-10-14T08:46:39.405" v="8431" actId="165"/>
          <ac:spMkLst>
            <pc:docMk/>
            <pc:sldMk cId="2019074838" sldId="2147482891"/>
            <ac:spMk id="9" creationId="{AA1A2E59-2716-79CE-DD7C-E63C0E49B57A}"/>
          </ac:spMkLst>
        </pc:spChg>
        <pc:spChg chg="mod">
          <ac:chgData name="Usmani, O.A. (Omar)" userId="9138a46d-5e3b-4a04-8d74-2137b161a14c" providerId="ADAL" clId="{62351CF1-7D0D-4746-9F28-2824CC9CE2F7}" dt="2026-10-14T08:46:39.405" v="8431" actId="165"/>
          <ac:spMkLst>
            <pc:docMk/>
            <pc:sldMk cId="2019074838" sldId="2147482891"/>
            <ac:spMk id="20" creationId="{3B7A03C9-5080-74A5-B049-5D9677A51132}"/>
          </ac:spMkLst>
        </pc:spChg>
        <pc:spChg chg="mod">
          <ac:chgData name="Usmani, O.A. (Omar)" userId="9138a46d-5e3b-4a04-8d74-2137b161a14c" providerId="ADAL" clId="{62351CF1-7D0D-4746-9F28-2824CC9CE2F7}" dt="2026-10-14T08:46:39.405" v="8431" actId="165"/>
          <ac:spMkLst>
            <pc:docMk/>
            <pc:sldMk cId="2019074838" sldId="2147482891"/>
            <ac:spMk id="21" creationId="{CAEB6F6E-9FCD-3CD5-4C01-F43538646211}"/>
          </ac:spMkLst>
        </pc:spChg>
        <pc:spChg chg="mod">
          <ac:chgData name="Usmani, O.A. (Omar)" userId="9138a46d-5e3b-4a04-8d74-2137b161a14c" providerId="ADAL" clId="{62351CF1-7D0D-4746-9F28-2824CC9CE2F7}" dt="2026-10-14T08:46:39.405" v="8431" actId="165"/>
          <ac:spMkLst>
            <pc:docMk/>
            <pc:sldMk cId="2019074838" sldId="2147482891"/>
            <ac:spMk id="37" creationId="{FA363D3B-390A-2C43-220D-659422B5A458}"/>
          </ac:spMkLst>
        </pc:spChg>
        <pc:spChg chg="mod">
          <ac:chgData name="Usmani, O.A. (Omar)" userId="9138a46d-5e3b-4a04-8d74-2137b161a14c" providerId="ADAL" clId="{62351CF1-7D0D-4746-9F28-2824CC9CE2F7}" dt="2026-10-14T08:46:39.405" v="8431" actId="165"/>
          <ac:spMkLst>
            <pc:docMk/>
            <pc:sldMk cId="2019074838" sldId="2147482891"/>
            <ac:spMk id="51" creationId="{DF642842-6D08-4E70-02B0-FC57FA09D946}"/>
          </ac:spMkLst>
        </pc:spChg>
        <pc:spChg chg="mod">
          <ac:chgData name="Usmani, O.A. (Omar)" userId="9138a46d-5e3b-4a04-8d74-2137b161a14c" providerId="ADAL" clId="{62351CF1-7D0D-4746-9F28-2824CC9CE2F7}" dt="2026-10-14T08:46:39.405" v="8431" actId="165"/>
          <ac:spMkLst>
            <pc:docMk/>
            <pc:sldMk cId="2019074838" sldId="2147482891"/>
            <ac:spMk id="53" creationId="{291BD2C6-6E9E-CCD8-6441-E11810BBC49C}"/>
          </ac:spMkLst>
        </pc:spChg>
        <pc:spChg chg="mod">
          <ac:chgData name="Usmani, O.A. (Omar)" userId="9138a46d-5e3b-4a04-8d74-2137b161a14c" providerId="ADAL" clId="{62351CF1-7D0D-4746-9F28-2824CC9CE2F7}" dt="2026-10-14T08:46:39.405" v="8431" actId="165"/>
          <ac:spMkLst>
            <pc:docMk/>
            <pc:sldMk cId="2019074838" sldId="2147482891"/>
            <ac:spMk id="55" creationId="{9BA65DD6-7A4D-B448-9E0F-A6FED2FE05F0}"/>
          </ac:spMkLst>
        </pc:spChg>
        <pc:spChg chg="mod">
          <ac:chgData name="Usmani, O.A. (Omar)" userId="9138a46d-5e3b-4a04-8d74-2137b161a14c" providerId="ADAL" clId="{62351CF1-7D0D-4746-9F28-2824CC9CE2F7}" dt="2026-10-14T08:46:39.405" v="8431" actId="165"/>
          <ac:spMkLst>
            <pc:docMk/>
            <pc:sldMk cId="2019074838" sldId="2147482891"/>
            <ac:spMk id="59" creationId="{97DCDBBD-80DD-F155-C709-9655676A4BA1}"/>
          </ac:spMkLst>
        </pc:spChg>
        <pc:spChg chg="mod">
          <ac:chgData name="Usmani, O.A. (Omar)" userId="9138a46d-5e3b-4a04-8d74-2137b161a14c" providerId="ADAL" clId="{62351CF1-7D0D-4746-9F28-2824CC9CE2F7}" dt="2026-10-14T08:46:39.405" v="8431" actId="165"/>
          <ac:spMkLst>
            <pc:docMk/>
            <pc:sldMk cId="2019074838" sldId="2147482891"/>
            <ac:spMk id="63" creationId="{1756DB50-85A0-85EB-D214-AB78D52FE566}"/>
          </ac:spMkLst>
        </pc:spChg>
        <pc:spChg chg="mod">
          <ac:chgData name="Usmani, O.A. (Omar)" userId="9138a46d-5e3b-4a04-8d74-2137b161a14c" providerId="ADAL" clId="{62351CF1-7D0D-4746-9F28-2824CC9CE2F7}" dt="2026-10-14T08:46:39.405" v="8431" actId="165"/>
          <ac:spMkLst>
            <pc:docMk/>
            <pc:sldMk cId="2019074838" sldId="2147482891"/>
            <ac:spMk id="64" creationId="{BAD3210D-3500-F2F8-F25A-78EB7CCCC761}"/>
          </ac:spMkLst>
        </pc:spChg>
      </pc:sldChg>
      <pc:sldChg chg="addSp delSp modSp add mod">
        <pc:chgData name="Usmani, O.A. (Omar)" userId="9138a46d-5e3b-4a04-8d74-2137b161a14c" providerId="ADAL" clId="{62351CF1-7D0D-4746-9F28-2824CC9CE2F7}" dt="2026-10-14T12:17:41.232" v="14860" actId="14100"/>
        <pc:sldMkLst>
          <pc:docMk/>
          <pc:sldMk cId="2531940669" sldId="2147482891"/>
        </pc:sldMkLst>
        <pc:spChg chg="mod">
          <ac:chgData name="Usmani, O.A. (Omar)" userId="9138a46d-5e3b-4a04-8d74-2137b161a14c" providerId="ADAL" clId="{62351CF1-7D0D-4746-9F28-2824CC9CE2F7}" dt="2026-10-14T12:17:41.232" v="14860" actId="14100"/>
          <ac:spMkLst>
            <pc:docMk/>
            <pc:sldMk cId="2531940669" sldId="2147482891"/>
            <ac:spMk id="2" creationId="{83D749B5-461B-706D-11B2-4C6930B07DBF}"/>
          </ac:spMkLst>
        </pc:spChg>
        <pc:spChg chg="mod">
          <ac:chgData name="Usmani, O.A. (Omar)" userId="9138a46d-5e3b-4a04-8d74-2137b161a14c" providerId="ADAL" clId="{62351CF1-7D0D-4746-9F28-2824CC9CE2F7}" dt="2026-10-14T11:57:19.605" v="14229"/>
          <ac:spMkLst>
            <pc:docMk/>
            <pc:sldMk cId="2531940669" sldId="2147482891"/>
            <ac:spMk id="8" creationId="{4EDDF436-0EBF-4A94-BB65-E38BF793819B}"/>
          </ac:spMkLst>
        </pc:spChg>
        <pc:spChg chg="mod">
          <ac:chgData name="Usmani, O.A. (Omar)" userId="9138a46d-5e3b-4a04-8d74-2137b161a14c" providerId="ADAL" clId="{62351CF1-7D0D-4746-9F28-2824CC9CE2F7}" dt="2026-10-14T11:57:19.605" v="14229"/>
          <ac:spMkLst>
            <pc:docMk/>
            <pc:sldMk cId="2531940669" sldId="2147482891"/>
            <ac:spMk id="11" creationId="{45507A6D-6F68-4E12-3ED9-9BF45BAF7345}"/>
          </ac:spMkLst>
        </pc:spChg>
        <pc:spChg chg="add del mod">
          <ac:chgData name="Usmani, O.A. (Omar)" userId="9138a46d-5e3b-4a04-8d74-2137b161a14c" providerId="ADAL" clId="{62351CF1-7D0D-4746-9F28-2824CC9CE2F7}" dt="2026-10-14T12:11:28.148" v="14710" actId="478"/>
          <ac:spMkLst>
            <pc:docMk/>
            <pc:sldMk cId="2531940669" sldId="2147482891"/>
            <ac:spMk id="16" creationId="{9BB8139F-DCF5-AE81-D977-0045A56CE583}"/>
          </ac:spMkLst>
        </pc:spChg>
        <pc:spChg chg="add mod">
          <ac:chgData name="Usmani, O.A. (Omar)" userId="9138a46d-5e3b-4a04-8d74-2137b161a14c" providerId="ADAL" clId="{62351CF1-7D0D-4746-9F28-2824CC9CE2F7}" dt="2026-10-14T12:12:39.823" v="14772" actId="1035"/>
          <ac:spMkLst>
            <pc:docMk/>
            <pc:sldMk cId="2531940669" sldId="2147482891"/>
            <ac:spMk id="31" creationId="{F6C08825-D011-83F7-2066-6AC6CF5592BB}"/>
          </ac:spMkLst>
        </pc:spChg>
        <pc:spChg chg="add mod">
          <ac:chgData name="Usmani, O.A. (Omar)" userId="9138a46d-5e3b-4a04-8d74-2137b161a14c" providerId="ADAL" clId="{62351CF1-7D0D-4746-9F28-2824CC9CE2F7}" dt="2026-10-14T12:12:47.227" v="14790" actId="1035"/>
          <ac:spMkLst>
            <pc:docMk/>
            <pc:sldMk cId="2531940669" sldId="2147482891"/>
            <ac:spMk id="41" creationId="{6F92ED58-1DE9-560E-9BC5-456D8DF57620}"/>
          </ac:spMkLst>
        </pc:spChg>
        <pc:spChg chg="mod">
          <ac:chgData name="Usmani, O.A. (Omar)" userId="9138a46d-5e3b-4a04-8d74-2137b161a14c" providerId="ADAL" clId="{62351CF1-7D0D-4746-9F28-2824CC9CE2F7}" dt="2026-10-14T12:15:49.434" v="14792" actId="26606"/>
          <ac:spMkLst>
            <pc:docMk/>
            <pc:sldMk cId="2531940669" sldId="2147482891"/>
            <ac:spMk id="77" creationId="{A9C9AF8F-687B-860D-29E5-829900A7C6F0}"/>
          </ac:spMkLst>
        </pc:spChg>
        <pc:grpChg chg="add mod">
          <ac:chgData name="Usmani, O.A. (Omar)" userId="9138a46d-5e3b-4a04-8d74-2137b161a14c" providerId="ADAL" clId="{62351CF1-7D0D-4746-9F28-2824CC9CE2F7}" dt="2026-10-14T12:11:48.425" v="14732" actId="1035"/>
          <ac:grpSpMkLst>
            <pc:docMk/>
            <pc:sldMk cId="2531940669" sldId="2147482891"/>
            <ac:grpSpMk id="5" creationId="{76F3BF30-5D01-5081-6059-83856085E1AE}"/>
          </ac:grpSpMkLst>
        </pc:grpChg>
        <pc:grpChg chg="add mod">
          <ac:chgData name="Usmani, O.A. (Omar)" userId="9138a46d-5e3b-4a04-8d74-2137b161a14c" providerId="ADAL" clId="{62351CF1-7D0D-4746-9F28-2824CC9CE2F7}" dt="2026-10-14T12:11:55.957" v="14740" actId="1035"/>
          <ac:grpSpMkLst>
            <pc:docMk/>
            <pc:sldMk cId="2531940669" sldId="2147482891"/>
            <ac:grpSpMk id="6" creationId="{570396A1-0622-40D2-1EC9-F095F55683BB}"/>
          </ac:grpSpMkLst>
        </pc:grpChg>
        <pc:grpChg chg="mod">
          <ac:chgData name="Usmani, O.A. (Omar)" userId="9138a46d-5e3b-4a04-8d74-2137b161a14c" providerId="ADAL" clId="{62351CF1-7D0D-4746-9F28-2824CC9CE2F7}" dt="2026-10-14T11:57:19.605" v="14229"/>
          <ac:grpSpMkLst>
            <pc:docMk/>
            <pc:sldMk cId="2531940669" sldId="2147482891"/>
            <ac:grpSpMk id="7" creationId="{8C82B4D6-F90F-CE59-197A-142E1E13CA83}"/>
          </ac:grpSpMkLst>
        </pc:grpChg>
        <pc:picChg chg="mod">
          <ac:chgData name="Usmani, O.A. (Omar)" userId="9138a46d-5e3b-4a04-8d74-2137b161a14c" providerId="ADAL" clId="{62351CF1-7D0D-4746-9F28-2824CC9CE2F7}" dt="2026-10-14T12:12:03.788" v="14742" actId="207"/>
          <ac:picMkLst>
            <pc:docMk/>
            <pc:sldMk cId="2531940669" sldId="2147482891"/>
            <ac:picMk id="14" creationId="{C64F6AF8-2021-4B93-C89A-98A5AA4686FF}"/>
          </ac:picMkLst>
        </pc:picChg>
        <pc:picChg chg="mod">
          <ac:chgData name="Usmani, O.A. (Omar)" userId="9138a46d-5e3b-4a04-8d74-2137b161a14c" providerId="ADAL" clId="{62351CF1-7D0D-4746-9F28-2824CC9CE2F7}" dt="2026-10-14T12:15:49.434" v="14792" actId="26606"/>
          <ac:picMkLst>
            <pc:docMk/>
            <pc:sldMk cId="2531940669" sldId="2147482891"/>
            <ac:picMk id="82" creationId="{B8CBCD1B-66B3-E32C-951F-360C7D5C6885}"/>
          </ac:picMkLst>
        </pc:picChg>
        <pc:cxnChg chg="mod">
          <ac:chgData name="Usmani, O.A. (Omar)" userId="9138a46d-5e3b-4a04-8d74-2137b161a14c" providerId="ADAL" clId="{62351CF1-7D0D-4746-9F28-2824CC9CE2F7}" dt="2026-10-14T12:01:15.541" v="14389" actId="26606"/>
          <ac:cxnSpMkLst>
            <pc:docMk/>
            <pc:sldMk cId="2531940669" sldId="2147482891"/>
            <ac:cxnSpMk id="10" creationId="{E28D47C8-C164-8FF5-8CC4-B488F051A997}"/>
          </ac:cxnSpMkLst>
        </pc:cxnChg>
        <pc:cxnChg chg="mod">
          <ac:chgData name="Usmani, O.A. (Omar)" userId="9138a46d-5e3b-4a04-8d74-2137b161a14c" providerId="ADAL" clId="{62351CF1-7D0D-4746-9F28-2824CC9CE2F7}" dt="2026-10-14T12:01:15.541" v="14389" actId="26606"/>
          <ac:cxnSpMkLst>
            <pc:docMk/>
            <pc:sldMk cId="2531940669" sldId="2147482891"/>
            <ac:cxnSpMk id="13" creationId="{5F3C519E-3D1C-F4C0-0051-5B56217C76A1}"/>
          </ac:cxnSpMkLst>
        </pc:cxnChg>
        <pc:cxnChg chg="mod">
          <ac:chgData name="Usmani, O.A. (Omar)" userId="9138a46d-5e3b-4a04-8d74-2137b161a14c" providerId="ADAL" clId="{62351CF1-7D0D-4746-9F28-2824CC9CE2F7}" dt="2026-10-14T11:57:19.605" v="14229"/>
          <ac:cxnSpMkLst>
            <pc:docMk/>
            <pc:sldMk cId="2531940669" sldId="2147482891"/>
            <ac:cxnSpMk id="25" creationId="{9B8DCDA8-4A85-666C-6AF3-A8C41B62F636}"/>
          </ac:cxnSpMkLst>
        </pc:cxnChg>
        <pc:cxnChg chg="mod">
          <ac:chgData name="Usmani, O.A. (Omar)" userId="9138a46d-5e3b-4a04-8d74-2137b161a14c" providerId="ADAL" clId="{62351CF1-7D0D-4746-9F28-2824CC9CE2F7}" dt="2026-10-14T11:57:19.605" v="14229"/>
          <ac:cxnSpMkLst>
            <pc:docMk/>
            <pc:sldMk cId="2531940669" sldId="2147482891"/>
            <ac:cxnSpMk id="27" creationId="{BD88BB0F-A525-FC72-7233-20F03F0F94EC}"/>
          </ac:cxnSpMkLst>
        </pc:cxnChg>
        <pc:cxnChg chg="mod">
          <ac:chgData name="Usmani, O.A. (Omar)" userId="9138a46d-5e3b-4a04-8d74-2137b161a14c" providerId="ADAL" clId="{62351CF1-7D0D-4746-9F28-2824CC9CE2F7}" dt="2026-10-14T12:01:15.541" v="14389" actId="26606"/>
          <ac:cxnSpMkLst>
            <pc:docMk/>
            <pc:sldMk cId="2531940669" sldId="2147482891"/>
            <ac:cxnSpMk id="35" creationId="{D96A37E4-A179-CA12-35EC-8FF51DD331DC}"/>
          </ac:cxnSpMkLst>
        </pc:cxnChg>
        <pc:cxnChg chg="mod">
          <ac:chgData name="Usmani, O.A. (Omar)" userId="9138a46d-5e3b-4a04-8d74-2137b161a14c" providerId="ADAL" clId="{62351CF1-7D0D-4746-9F28-2824CC9CE2F7}" dt="2026-10-14T12:15:49.434" v="14792" actId="26606"/>
          <ac:cxnSpMkLst>
            <pc:docMk/>
            <pc:sldMk cId="2531940669" sldId="2147482891"/>
            <ac:cxnSpMk id="39" creationId="{F35A6173-2EC1-E4E5-4858-555E11C52425}"/>
          </ac:cxnSpMkLst>
        </pc:cxnChg>
      </pc:sldChg>
      <pc:sldChg chg="delSp modSp add del">
        <pc:chgData name="Usmani, O.A. (Omar)" userId="9138a46d-5e3b-4a04-8d74-2137b161a14c" providerId="ADAL" clId="{62351CF1-7D0D-4746-9F28-2824CC9CE2F7}" dt="2026-10-14T11:50:41.548" v="14155" actId="47"/>
        <pc:sldMkLst>
          <pc:docMk/>
          <pc:sldMk cId="3448634876" sldId="2147482891"/>
        </pc:sldMkLst>
        <pc:spChg chg="mod topLvl">
          <ac:chgData name="Usmani, O.A. (Omar)" userId="9138a46d-5e3b-4a04-8d74-2137b161a14c" providerId="ADAL" clId="{62351CF1-7D0D-4746-9F28-2824CC9CE2F7}" dt="2026-10-14T11:50:16.331" v="14151" actId="165"/>
          <ac:spMkLst>
            <pc:docMk/>
            <pc:sldMk cId="3448634876" sldId="2147482891"/>
            <ac:spMk id="36" creationId="{2B387603-782E-FB45-C3C9-D443629578A4}"/>
          </ac:spMkLst>
        </pc:spChg>
        <pc:spChg chg="mod">
          <ac:chgData name="Usmani, O.A. (Omar)" userId="9138a46d-5e3b-4a04-8d74-2137b161a14c" providerId="ADAL" clId="{62351CF1-7D0D-4746-9F28-2824CC9CE2F7}" dt="2026-10-14T11:50:16.331" v="14151" actId="165"/>
          <ac:spMkLst>
            <pc:docMk/>
            <pc:sldMk cId="3448634876" sldId="2147482891"/>
            <ac:spMk id="60" creationId="{E77227B9-EFBC-B313-9FF0-4FEF872860DA}"/>
          </ac:spMkLst>
        </pc:spChg>
        <pc:spChg chg="mod">
          <ac:chgData name="Usmani, O.A. (Omar)" userId="9138a46d-5e3b-4a04-8d74-2137b161a14c" providerId="ADAL" clId="{62351CF1-7D0D-4746-9F28-2824CC9CE2F7}" dt="2026-10-14T11:50:16.331" v="14151" actId="165"/>
          <ac:spMkLst>
            <pc:docMk/>
            <pc:sldMk cId="3448634876" sldId="2147482891"/>
            <ac:spMk id="62" creationId="{BA05E646-C449-2D23-67CB-BABE65581315}"/>
          </ac:spMkLst>
        </pc:spChg>
        <pc:spChg chg="mod topLvl">
          <ac:chgData name="Usmani, O.A. (Omar)" userId="9138a46d-5e3b-4a04-8d74-2137b161a14c" providerId="ADAL" clId="{62351CF1-7D0D-4746-9F28-2824CC9CE2F7}" dt="2026-10-14T11:50:16.331" v="14151" actId="165"/>
          <ac:spMkLst>
            <pc:docMk/>
            <pc:sldMk cId="3448634876" sldId="2147482891"/>
            <ac:spMk id="66" creationId="{798B95FF-D67E-7225-DF2E-B22AD1ACD10C}"/>
          </ac:spMkLst>
        </pc:spChg>
        <pc:spChg chg="mod topLvl">
          <ac:chgData name="Usmani, O.A. (Omar)" userId="9138a46d-5e3b-4a04-8d74-2137b161a14c" providerId="ADAL" clId="{62351CF1-7D0D-4746-9F28-2824CC9CE2F7}" dt="2026-10-14T11:50:16.331" v="14151" actId="165"/>
          <ac:spMkLst>
            <pc:docMk/>
            <pc:sldMk cId="3448634876" sldId="2147482891"/>
            <ac:spMk id="67" creationId="{ADDEC001-A536-66A8-0AFA-20C7A580E7BE}"/>
          </ac:spMkLst>
        </pc:spChg>
        <pc:spChg chg="mod topLvl">
          <ac:chgData name="Usmani, O.A. (Omar)" userId="9138a46d-5e3b-4a04-8d74-2137b161a14c" providerId="ADAL" clId="{62351CF1-7D0D-4746-9F28-2824CC9CE2F7}" dt="2026-10-14T11:50:16.331" v="14151" actId="165"/>
          <ac:spMkLst>
            <pc:docMk/>
            <pc:sldMk cId="3448634876" sldId="2147482891"/>
            <ac:spMk id="68" creationId="{07B50B4B-CFA2-B32B-2FBE-374672DEBCA1}"/>
          </ac:spMkLst>
        </pc:spChg>
        <pc:grpChg chg="mod topLvl">
          <ac:chgData name="Usmani, O.A. (Omar)" userId="9138a46d-5e3b-4a04-8d74-2137b161a14c" providerId="ADAL" clId="{62351CF1-7D0D-4746-9F28-2824CC9CE2F7}" dt="2026-10-14T11:50:16.331" v="14151" actId="165"/>
          <ac:grpSpMkLst>
            <pc:docMk/>
            <pc:sldMk cId="3448634876" sldId="2147482891"/>
            <ac:grpSpMk id="58" creationId="{55879909-213B-6179-6AE8-A58D51D749FA}"/>
          </ac:grpSpMkLst>
        </pc:grpChg>
        <pc:grpChg chg="del">
          <ac:chgData name="Usmani, O.A. (Omar)" userId="9138a46d-5e3b-4a04-8d74-2137b161a14c" providerId="ADAL" clId="{62351CF1-7D0D-4746-9F28-2824CC9CE2F7}" dt="2026-10-14T11:50:16.331" v="14151" actId="165"/>
          <ac:grpSpMkLst>
            <pc:docMk/>
            <pc:sldMk cId="3448634876" sldId="2147482891"/>
            <ac:grpSpMk id="69" creationId="{D1A14FC9-C85E-8549-5198-97E392FB2493}"/>
          </ac:grpSpMkLst>
        </pc:grpChg>
        <pc:picChg chg="mod topLvl">
          <ac:chgData name="Usmani, O.A. (Omar)" userId="9138a46d-5e3b-4a04-8d74-2137b161a14c" providerId="ADAL" clId="{62351CF1-7D0D-4746-9F28-2824CC9CE2F7}" dt="2026-10-14T11:50:16.331" v="14151" actId="165"/>
          <ac:picMkLst>
            <pc:docMk/>
            <pc:sldMk cId="3448634876" sldId="2147482891"/>
            <ac:picMk id="57" creationId="{1F099199-8C1C-8211-A5BA-DF5C80178EE3}"/>
          </ac:picMkLst>
        </pc:picChg>
        <pc:picChg chg="mod">
          <ac:chgData name="Usmani, O.A. (Omar)" userId="9138a46d-5e3b-4a04-8d74-2137b161a14c" providerId="ADAL" clId="{62351CF1-7D0D-4746-9F28-2824CC9CE2F7}" dt="2026-10-14T11:50:16.331" v="14151" actId="165"/>
          <ac:picMkLst>
            <pc:docMk/>
            <pc:sldMk cId="3448634876" sldId="2147482891"/>
            <ac:picMk id="61" creationId="{4F735FB2-4713-691A-28E9-362C79D0DD35}"/>
          </ac:picMkLst>
        </pc:picChg>
      </pc:sldChg>
      <pc:sldChg chg="addSp delSp modSp new del mod">
        <pc:chgData name="Usmani, O.A. (Omar)" userId="9138a46d-5e3b-4a04-8d74-2137b161a14c" providerId="ADAL" clId="{62351CF1-7D0D-4746-9F28-2824CC9CE2F7}" dt="2026-10-14T12:40:51.938" v="15930" actId="47"/>
        <pc:sldMkLst>
          <pc:docMk/>
          <pc:sldMk cId="1929876077" sldId="2147482892"/>
        </pc:sldMkLst>
        <pc:spChg chg="del">
          <ac:chgData name="Usmani, O.A. (Omar)" userId="9138a46d-5e3b-4a04-8d74-2137b161a14c" providerId="ADAL" clId="{62351CF1-7D0D-4746-9F28-2824CC9CE2F7}" dt="2026-10-14T12:39:14.708" v="15596" actId="478"/>
          <ac:spMkLst>
            <pc:docMk/>
            <pc:sldMk cId="1929876077" sldId="2147482892"/>
            <ac:spMk id="2" creationId="{7600BD31-9DAF-BF57-C548-E12AB86FAEEB}"/>
          </ac:spMkLst>
        </pc:spChg>
        <pc:spChg chg="del">
          <ac:chgData name="Usmani, O.A. (Omar)" userId="9138a46d-5e3b-4a04-8d74-2137b161a14c" providerId="ADAL" clId="{62351CF1-7D0D-4746-9F28-2824CC9CE2F7}" dt="2026-10-14T12:39:29.656" v="15599" actId="478"/>
          <ac:spMkLst>
            <pc:docMk/>
            <pc:sldMk cId="1929876077" sldId="2147482892"/>
            <ac:spMk id="4" creationId="{20DED9A0-CFA7-C55E-2A3E-5D867089FFF7}"/>
          </ac:spMkLst>
        </pc:spChg>
        <pc:spChg chg="del">
          <ac:chgData name="Usmani, O.A. (Omar)" userId="9138a46d-5e3b-4a04-8d74-2137b161a14c" providerId="ADAL" clId="{62351CF1-7D0D-4746-9F28-2824CC9CE2F7}" dt="2026-10-14T12:39:31.564" v="15600" actId="478"/>
          <ac:spMkLst>
            <pc:docMk/>
            <pc:sldMk cId="1929876077" sldId="2147482892"/>
            <ac:spMk id="5" creationId="{CCE4457F-C21B-B020-1EE3-BADB0DCEE4A6}"/>
          </ac:spMkLst>
        </pc:spChg>
        <pc:spChg chg="add del mod">
          <ac:chgData name="Usmani, O.A. (Omar)" userId="9138a46d-5e3b-4a04-8d74-2137b161a14c" providerId="ADAL" clId="{62351CF1-7D0D-4746-9F28-2824CC9CE2F7}" dt="2026-10-14T12:39:20.219" v="15597" actId="478"/>
          <ac:spMkLst>
            <pc:docMk/>
            <pc:sldMk cId="1929876077" sldId="2147482892"/>
            <ac:spMk id="6" creationId="{B2766D71-75D2-49AD-AB0E-8EF6099B6F97}"/>
          </ac:spMkLst>
        </pc:spChg>
        <pc:spChg chg="del">
          <ac:chgData name="Usmani, O.A. (Omar)" userId="9138a46d-5e3b-4a04-8d74-2137b161a14c" providerId="ADAL" clId="{62351CF1-7D0D-4746-9F28-2824CC9CE2F7}" dt="2026-10-14T12:39:23.370" v="15598" actId="478"/>
          <ac:spMkLst>
            <pc:docMk/>
            <pc:sldMk cId="1929876077" sldId="2147482892"/>
            <ac:spMk id="7" creationId="{748F3BF5-CE01-492F-98EE-84F0A2A42EF4}"/>
          </ac:spMkLst>
        </pc:spChg>
        <pc:spChg chg="add mod">
          <ac:chgData name="Usmani, O.A. (Omar)" userId="9138a46d-5e3b-4a04-8d74-2137b161a14c" providerId="ADAL" clId="{62351CF1-7D0D-4746-9F28-2824CC9CE2F7}" dt="2026-10-14T12:37:28.992" v="15579"/>
          <ac:spMkLst>
            <pc:docMk/>
            <pc:sldMk cId="1929876077" sldId="2147482892"/>
            <ac:spMk id="24" creationId="{80D7372C-8405-479B-BB56-10F1F96B6323}"/>
          </ac:spMkLst>
        </pc:spChg>
        <pc:spChg chg="mod">
          <ac:chgData name="Usmani, O.A. (Omar)" userId="9138a46d-5e3b-4a04-8d74-2137b161a14c" providerId="ADAL" clId="{62351CF1-7D0D-4746-9F28-2824CC9CE2F7}" dt="2026-10-14T12:38:02.822" v="15584" actId="207"/>
          <ac:spMkLst>
            <pc:docMk/>
            <pc:sldMk cId="1929876077" sldId="2147482892"/>
            <ac:spMk id="32" creationId="{14DA0792-C051-462E-B99C-B26FD6DEC0EC}"/>
          </ac:spMkLst>
        </pc:spChg>
        <pc:spChg chg="add mod">
          <ac:chgData name="Usmani, O.A. (Omar)" userId="9138a46d-5e3b-4a04-8d74-2137b161a14c" providerId="ADAL" clId="{62351CF1-7D0D-4746-9F28-2824CC9CE2F7}" dt="2026-10-14T12:38:50.080" v="15592" actId="207"/>
          <ac:spMkLst>
            <pc:docMk/>
            <pc:sldMk cId="1929876077" sldId="2147482892"/>
            <ac:spMk id="37" creationId="{44CCB624-9BDE-4C11-930F-9264A3E4903A}"/>
          </ac:spMkLst>
        </pc:spChg>
        <pc:spChg chg="mod">
          <ac:chgData name="Usmani, O.A. (Omar)" userId="9138a46d-5e3b-4a04-8d74-2137b161a14c" providerId="ADAL" clId="{62351CF1-7D0D-4746-9F28-2824CC9CE2F7}" dt="2026-10-14T12:38:55.876" v="15593" actId="207"/>
          <ac:spMkLst>
            <pc:docMk/>
            <pc:sldMk cId="1929876077" sldId="2147482892"/>
            <ac:spMk id="38" creationId="{1620E209-AE80-4695-82FA-CB8FE7B241AD}"/>
          </ac:spMkLst>
        </pc:spChg>
        <pc:spChg chg="add mod">
          <ac:chgData name="Usmani, O.A. (Omar)" userId="9138a46d-5e3b-4a04-8d74-2137b161a14c" providerId="ADAL" clId="{62351CF1-7D0D-4746-9F28-2824CC9CE2F7}" dt="2026-10-14T12:37:28.992" v="15579"/>
          <ac:spMkLst>
            <pc:docMk/>
            <pc:sldMk cId="1929876077" sldId="2147482892"/>
            <ac:spMk id="42" creationId="{3F2AAFDA-8B99-4D48-BB0C-E61BD30A1706}"/>
          </ac:spMkLst>
        </pc:spChg>
        <pc:spChg chg="mod">
          <ac:chgData name="Usmani, O.A. (Omar)" userId="9138a46d-5e3b-4a04-8d74-2137b161a14c" providerId="ADAL" clId="{62351CF1-7D0D-4746-9F28-2824CC9CE2F7}" dt="2026-10-14T12:39:08.486" v="15595" actId="207"/>
          <ac:spMkLst>
            <pc:docMk/>
            <pc:sldMk cId="1929876077" sldId="2147482892"/>
            <ac:spMk id="45" creationId="{7C83FCBA-3DB0-44C0-B6EF-1310DF98ABC3}"/>
          </ac:spMkLst>
        </pc:spChg>
        <pc:spChg chg="add mod">
          <ac:chgData name="Usmani, O.A. (Omar)" userId="9138a46d-5e3b-4a04-8d74-2137b161a14c" providerId="ADAL" clId="{62351CF1-7D0D-4746-9F28-2824CC9CE2F7}" dt="2026-10-14T12:37:28.992" v="15579"/>
          <ac:spMkLst>
            <pc:docMk/>
            <pc:sldMk cId="1929876077" sldId="2147482892"/>
            <ac:spMk id="47" creationId="{2F5E7A85-005B-4328-85B5-D4EF0D85E803}"/>
          </ac:spMkLst>
        </pc:spChg>
        <pc:spChg chg="add mod">
          <ac:chgData name="Usmani, O.A. (Omar)" userId="9138a46d-5e3b-4a04-8d74-2137b161a14c" providerId="ADAL" clId="{62351CF1-7D0D-4746-9F28-2824CC9CE2F7}" dt="2026-10-14T12:37:28.992" v="15579"/>
          <ac:spMkLst>
            <pc:docMk/>
            <pc:sldMk cId="1929876077" sldId="2147482892"/>
            <ac:spMk id="53" creationId="{C6267AD7-45FD-41A4-815F-B07095818692}"/>
          </ac:spMkLst>
        </pc:spChg>
        <pc:spChg chg="add mod">
          <ac:chgData name="Usmani, O.A. (Omar)" userId="9138a46d-5e3b-4a04-8d74-2137b161a14c" providerId="ADAL" clId="{62351CF1-7D0D-4746-9F28-2824CC9CE2F7}" dt="2026-10-14T12:37:28.992" v="15579"/>
          <ac:spMkLst>
            <pc:docMk/>
            <pc:sldMk cId="1929876077" sldId="2147482892"/>
            <ac:spMk id="59" creationId="{36765A8D-A7E3-448C-91B0-D5976C8A218E}"/>
          </ac:spMkLst>
        </pc:spChg>
        <pc:spChg chg="add mod">
          <ac:chgData name="Usmani, O.A. (Omar)" userId="9138a46d-5e3b-4a04-8d74-2137b161a14c" providerId="ADAL" clId="{62351CF1-7D0D-4746-9F28-2824CC9CE2F7}" dt="2026-10-14T12:37:40.602" v="15580" actId="207"/>
          <ac:spMkLst>
            <pc:docMk/>
            <pc:sldMk cId="1929876077" sldId="2147482892"/>
            <ac:spMk id="65" creationId="{9636868F-3E71-450D-9CB9-2357610FE809}"/>
          </ac:spMkLst>
        </pc:spChg>
        <pc:spChg chg="add mod">
          <ac:chgData name="Usmani, O.A. (Omar)" userId="9138a46d-5e3b-4a04-8d74-2137b161a14c" providerId="ADAL" clId="{62351CF1-7D0D-4746-9F28-2824CC9CE2F7}" dt="2026-10-14T12:38:29.934" v="15589" actId="207"/>
          <ac:spMkLst>
            <pc:docMk/>
            <pc:sldMk cId="1929876077" sldId="2147482892"/>
            <ac:spMk id="66" creationId="{045F65AC-FB0A-45A0-8388-84BCCD9D3514}"/>
          </ac:spMkLst>
        </pc:spChg>
        <pc:spChg chg="mod">
          <ac:chgData name="Usmani, O.A. (Omar)" userId="9138a46d-5e3b-4a04-8d74-2137b161a14c" providerId="ADAL" clId="{62351CF1-7D0D-4746-9F28-2824CC9CE2F7}" dt="2026-10-14T12:38:23.292" v="15588" actId="207"/>
          <ac:spMkLst>
            <pc:docMk/>
            <pc:sldMk cId="1929876077" sldId="2147482892"/>
            <ac:spMk id="67" creationId="{1937A670-9DB4-44F1-A97B-10D5A0AD77E3}"/>
          </ac:spMkLst>
        </pc:spChg>
        <pc:spChg chg="mod">
          <ac:chgData name="Usmani, O.A. (Omar)" userId="9138a46d-5e3b-4a04-8d74-2137b161a14c" providerId="ADAL" clId="{62351CF1-7D0D-4746-9F28-2824CC9CE2F7}" dt="2026-10-14T12:38:18.173" v="15587" actId="207"/>
          <ac:spMkLst>
            <pc:docMk/>
            <pc:sldMk cId="1929876077" sldId="2147482892"/>
            <ac:spMk id="68" creationId="{DA0901AE-9E15-4C36-9746-C7D335E3B01D}"/>
          </ac:spMkLst>
        </pc:spChg>
        <pc:spChg chg="mod">
          <ac:chgData name="Usmani, O.A. (Omar)" userId="9138a46d-5e3b-4a04-8d74-2137b161a14c" providerId="ADAL" clId="{62351CF1-7D0D-4746-9F28-2824CC9CE2F7}" dt="2026-10-14T12:37:55.027" v="15583" actId="207"/>
          <ac:spMkLst>
            <pc:docMk/>
            <pc:sldMk cId="1929876077" sldId="2147482892"/>
            <ac:spMk id="69" creationId="{BF2B79EF-D3A9-4733-A8B0-E8EB137BBE3B}"/>
          </ac:spMkLst>
        </pc:spChg>
        <pc:spChg chg="add mod">
          <ac:chgData name="Usmani, O.A. (Omar)" userId="9138a46d-5e3b-4a04-8d74-2137b161a14c" providerId="ADAL" clId="{62351CF1-7D0D-4746-9F28-2824CC9CE2F7}" dt="2026-10-14T12:37:49.463" v="15582" actId="207"/>
          <ac:spMkLst>
            <pc:docMk/>
            <pc:sldMk cId="1929876077" sldId="2147482892"/>
            <ac:spMk id="70" creationId="{B5649A70-F834-4356-86D1-59407D389B99}"/>
          </ac:spMkLst>
        </pc:spChg>
        <pc:spChg chg="mod">
          <ac:chgData name="Usmani, O.A. (Omar)" userId="9138a46d-5e3b-4a04-8d74-2137b161a14c" providerId="ADAL" clId="{62351CF1-7D0D-4746-9F28-2824CC9CE2F7}" dt="2026-10-14T12:37:44.929" v="15581" actId="207"/>
          <ac:spMkLst>
            <pc:docMk/>
            <pc:sldMk cId="1929876077" sldId="2147482892"/>
            <ac:spMk id="71" creationId="{5F554344-9813-4851-B625-EACBF486AFAD}"/>
          </ac:spMkLst>
        </pc:spChg>
        <pc:picChg chg="mod">
          <ac:chgData name="Usmani, O.A. (Omar)" userId="9138a46d-5e3b-4a04-8d74-2137b161a14c" providerId="ADAL" clId="{62351CF1-7D0D-4746-9F28-2824CC9CE2F7}" dt="2026-10-14T12:38:33.570" v="15590" actId="207"/>
          <ac:picMkLst>
            <pc:docMk/>
            <pc:sldMk cId="1929876077" sldId="2147482892"/>
            <ac:picMk id="21" creationId="{739E57BC-1DCF-434C-9B5D-FBD4C7CA01B7}"/>
          </ac:picMkLst>
        </pc:picChg>
        <pc:picChg chg="mod">
          <ac:chgData name="Usmani, O.A. (Omar)" userId="9138a46d-5e3b-4a04-8d74-2137b161a14c" providerId="ADAL" clId="{62351CF1-7D0D-4746-9F28-2824CC9CE2F7}" dt="2026-10-14T12:39:00.943" v="15594" actId="207"/>
          <ac:picMkLst>
            <pc:docMk/>
            <pc:sldMk cId="1929876077" sldId="2147482892"/>
            <ac:picMk id="44" creationId="{E422355C-98A3-4E5A-AD4F-705D4AD28674}"/>
          </ac:picMkLst>
        </pc:picChg>
        <pc:picChg chg="mod">
          <ac:chgData name="Usmani, O.A. (Omar)" userId="9138a46d-5e3b-4a04-8d74-2137b161a14c" providerId="ADAL" clId="{62351CF1-7D0D-4746-9F28-2824CC9CE2F7}" dt="2026-10-14T12:38:44.331" v="15591" actId="207"/>
          <ac:picMkLst>
            <pc:docMk/>
            <pc:sldMk cId="1929876077" sldId="2147482892"/>
            <ac:picMk id="50" creationId="{4DB169D8-E670-48DC-AC50-73BA4794C4B3}"/>
          </ac:picMkLst>
        </pc:picChg>
        <pc:picChg chg="add del">
          <ac:chgData name="Usmani, O.A. (Omar)" userId="9138a46d-5e3b-4a04-8d74-2137b161a14c" providerId="ADAL" clId="{62351CF1-7D0D-4746-9F28-2824CC9CE2F7}" dt="2026-10-14T12:39:40.103" v="15602" actId="21"/>
          <ac:picMkLst>
            <pc:docMk/>
            <pc:sldMk cId="1929876077" sldId="2147482892"/>
            <ac:picMk id="73" creationId="{CA489EB8-9EDA-5F35-D834-D24C1C59994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5462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nl-NL"/>
              <a:t>For LABS: </a:t>
            </a:r>
            <a:r>
              <a:rPr lang="nl-NL" err="1"/>
              <a:t>Local</a:t>
            </a:r>
            <a:r>
              <a:rPr lang="nl-NL"/>
              <a:t> means </a:t>
            </a:r>
            <a:r>
              <a:rPr lang="nl-NL" err="1"/>
              <a:t>using</a:t>
            </a:r>
            <a:r>
              <a:rPr lang="nl-NL"/>
              <a:t> micro level </a:t>
            </a:r>
            <a:r>
              <a:rPr lang="nl-NL" err="1"/>
              <a:t>models</a:t>
            </a:r>
            <a:r>
              <a:rPr lang="nl-NL"/>
              <a:t> </a:t>
            </a:r>
            <a:r>
              <a:rPr lang="nl-NL" err="1"/>
              <a:t>and</a:t>
            </a:r>
            <a:r>
              <a:rPr lang="nl-NL"/>
              <a:t> </a:t>
            </a:r>
            <a:r>
              <a:rPr lang="nl-NL" err="1"/>
              <a:t>global</a:t>
            </a:r>
            <a:r>
              <a:rPr lang="nl-NL"/>
              <a:t> means </a:t>
            </a:r>
            <a:r>
              <a:rPr lang="nl-NL" err="1"/>
              <a:t>zooming</a:t>
            </a:r>
            <a:r>
              <a:rPr lang="nl-NL"/>
              <a:t> out </a:t>
            </a:r>
            <a:r>
              <a:rPr lang="nl-NL" err="1"/>
              <a:t>from</a:t>
            </a:r>
            <a:r>
              <a:rPr lang="nl-NL"/>
              <a:t> </a:t>
            </a:r>
            <a:r>
              <a:rPr lang="nl-NL" err="1"/>
              <a:t>that</a:t>
            </a:r>
            <a:r>
              <a:rPr lang="nl-NL"/>
              <a:t> micro level </a:t>
            </a:r>
            <a:r>
              <a:rPr lang="nl-NL" err="1"/>
              <a:t>and</a:t>
            </a:r>
            <a:r>
              <a:rPr lang="nl-NL"/>
              <a:t>  </a:t>
            </a:r>
            <a:r>
              <a:rPr lang="nl-NL" err="1"/>
              <a:t>aggregating</a:t>
            </a:r>
            <a:r>
              <a:rPr lang="nl-NL"/>
              <a:t> </a:t>
            </a:r>
            <a:r>
              <a:rPr lang="nl-NL" err="1"/>
              <a:t>bck</a:t>
            </a:r>
            <a:r>
              <a:rPr lang="nl-NL"/>
              <a:t> at </a:t>
            </a:r>
            <a:r>
              <a:rPr lang="nl-NL" err="1"/>
              <a:t>the</a:t>
            </a:r>
            <a:r>
              <a:rPr lang="nl-NL"/>
              <a:t> </a:t>
            </a:r>
            <a:r>
              <a:rPr lang="nl-NL" err="1"/>
              <a:t>city</a:t>
            </a:r>
            <a:r>
              <a:rPr lang="nl-NL"/>
              <a:t> level.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4942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54D87-14BC-4AA5-D5CA-56510AB15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5A6F1267-74FB-9E76-85F3-A2B5C926A9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3A2BE6EA-A0D4-9866-B641-D2AF8CDD84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73EA348-C5A2-5345-688B-B39CFDAA8F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C176B4-2F3E-4542-A88B-B482618D0CAA}" type="slidenum">
              <a:rPr kumimoji="0" lang="nl-NL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71900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E8282-263E-4721-91E6-CA550FBC1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D2B486D7-AA2F-0B8E-78C6-20EE6F321C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6EBBFBA0-4512-CC08-68D3-319E688C94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ED27C6F-DB16-B656-3EC7-7D86CAB5A2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C176B4-2F3E-4542-A88B-B482618D0CAA}" type="slidenum">
              <a:rPr kumimoji="0" lang="nl-NL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40511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1CBBC-1F7A-89E2-986B-41DB9580B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8BDE96A6-FCC7-F8FE-6F0D-095AE1609D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757B1D58-2F83-2BAB-73EA-57B51C013E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F655DE5-E0FD-FD91-62F0-57C6CC2E3B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C176B4-2F3E-4542-A88B-B482618D0CAA}" type="slidenum">
              <a:rPr kumimoji="0" lang="nl-NL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6406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hyperlink" Target="https://youtu.be/oNGTAj4ajJ4" TargetMode="External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12" Type="http://schemas.openxmlformats.org/officeDocument/2006/relationships/hyperlink" Target="https://youtu.be/u-AgyEON7cU" TargetMode="External"/><Relationship Id="rId2" Type="http://schemas.openxmlformats.org/officeDocument/2006/relationships/image" Target="../media/image1.svg"/><Relationship Id="rId16" Type="http://schemas.openxmlformats.org/officeDocument/2006/relationships/hyperlink" Target="https://pptsolutions.nl/community-en-nl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svg"/><Relationship Id="rId11" Type="http://schemas.openxmlformats.org/officeDocument/2006/relationships/hyperlink" Target="https://youtu.be/0S5JXp8v6iM" TargetMode="External"/><Relationship Id="rId5" Type="http://schemas.openxmlformats.org/officeDocument/2006/relationships/image" Target="../media/image7.svg"/><Relationship Id="rId15" Type="http://schemas.openxmlformats.org/officeDocument/2006/relationships/hyperlink" Target="https://youtu.be/o9RYr_eARno" TargetMode="External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svg"/><Relationship Id="rId14" Type="http://schemas.openxmlformats.org/officeDocument/2006/relationships/hyperlink" Target="https://youtu.be/t1mKSiMRSxE" TargetMode="Externa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TNO Digita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hthoek 152">
            <a:extLst>
              <a:ext uri="{FF2B5EF4-FFF2-40B4-BE49-F238E27FC236}">
                <a16:creationId xmlns:a16="http://schemas.microsoft.com/office/drawing/2014/main" id="{F50AF329-6F26-2310-D7F2-4EA5444F404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/>
          </a:p>
        </p:txBody>
      </p:sp>
      <p:sp>
        <p:nvSpPr>
          <p:cNvPr id="198" name="Vrije vorm: vorm 197">
            <a:extLst>
              <a:ext uri="{FF2B5EF4-FFF2-40B4-BE49-F238E27FC236}">
                <a16:creationId xmlns:a16="http://schemas.microsoft.com/office/drawing/2014/main" id="{857F210E-B01D-43E7-8688-7793F9C6BEF6}"/>
              </a:ext>
            </a:extLst>
          </p:cNvPr>
          <p:cNvSpPr/>
          <p:nvPr userDrawn="1"/>
        </p:nvSpPr>
        <p:spPr>
          <a:xfrm>
            <a:off x="8242567" y="3480414"/>
            <a:ext cx="612961" cy="331953"/>
          </a:xfrm>
          <a:custGeom>
            <a:avLst/>
            <a:gdLst>
              <a:gd name="connsiteX0" fmla="*/ 499893 w 612961"/>
              <a:gd name="connsiteY0" fmla="*/ 119555 h 331953"/>
              <a:gd name="connsiteX1" fmla="*/ 444083 w 612961"/>
              <a:gd name="connsiteY1" fmla="*/ 181422 h 331953"/>
              <a:gd name="connsiteX2" fmla="*/ 556725 w 612961"/>
              <a:gd name="connsiteY2" fmla="*/ 181422 h 331953"/>
              <a:gd name="connsiteX3" fmla="*/ 499893 w 612961"/>
              <a:gd name="connsiteY3" fmla="*/ 119555 h 331953"/>
              <a:gd name="connsiteX4" fmla="*/ 130391 w 612961"/>
              <a:gd name="connsiteY4" fmla="*/ 88237 h 331953"/>
              <a:gd name="connsiteX5" fmla="*/ 184323 w 612961"/>
              <a:gd name="connsiteY5" fmla="*/ 88237 h 331953"/>
              <a:gd name="connsiteX6" fmla="*/ 184323 w 612961"/>
              <a:gd name="connsiteY6" fmla="*/ 325383 h 331953"/>
              <a:gd name="connsiteX7" fmla="*/ 130391 w 612961"/>
              <a:gd name="connsiteY7" fmla="*/ 325383 h 331953"/>
              <a:gd name="connsiteX8" fmla="*/ 499893 w 612961"/>
              <a:gd name="connsiteY8" fmla="*/ 81836 h 331953"/>
              <a:gd name="connsiteX9" fmla="*/ 612961 w 612961"/>
              <a:gd name="connsiteY9" fmla="*/ 206340 h 331953"/>
              <a:gd name="connsiteX10" fmla="*/ 612961 w 612961"/>
              <a:gd name="connsiteY10" fmla="*/ 214617 h 331953"/>
              <a:gd name="connsiteX11" fmla="*/ 443142 w 612961"/>
              <a:gd name="connsiteY11" fmla="*/ 214617 h 331953"/>
              <a:gd name="connsiteX12" fmla="*/ 443142 w 612961"/>
              <a:gd name="connsiteY12" fmla="*/ 216069 h 331953"/>
              <a:gd name="connsiteX13" fmla="*/ 504074 w 612961"/>
              <a:gd name="connsiteY13" fmla="*/ 291847 h 331953"/>
              <a:gd name="connsiteX14" fmla="*/ 559455 w 612961"/>
              <a:gd name="connsiteY14" fmla="*/ 251653 h 331953"/>
              <a:gd name="connsiteX15" fmla="*/ 610656 w 612961"/>
              <a:gd name="connsiteY15" fmla="*/ 257200 h 331953"/>
              <a:gd name="connsiteX16" fmla="*/ 501342 w 612961"/>
              <a:gd name="connsiteY16" fmla="*/ 331953 h 331953"/>
              <a:gd name="connsiteX17" fmla="*/ 386396 w 612961"/>
              <a:gd name="connsiteY17" fmla="*/ 207365 h 331953"/>
              <a:gd name="connsiteX18" fmla="*/ 499893 w 612961"/>
              <a:gd name="connsiteY18" fmla="*/ 81836 h 331953"/>
              <a:gd name="connsiteX19" fmla="*/ 130391 w 612961"/>
              <a:gd name="connsiteY19" fmla="*/ 5205 h 331953"/>
              <a:gd name="connsiteX20" fmla="*/ 184323 w 612961"/>
              <a:gd name="connsiteY20" fmla="*/ 5205 h 331953"/>
              <a:gd name="connsiteX21" fmla="*/ 184323 w 612961"/>
              <a:gd name="connsiteY21" fmla="*/ 49409 h 331953"/>
              <a:gd name="connsiteX22" fmla="*/ 130391 w 612961"/>
              <a:gd name="connsiteY22" fmla="*/ 49409 h 331953"/>
              <a:gd name="connsiteX23" fmla="*/ 0 w 612961"/>
              <a:gd name="connsiteY23" fmla="*/ 5121 h 331953"/>
              <a:gd name="connsiteX24" fmla="*/ 53931 w 612961"/>
              <a:gd name="connsiteY24" fmla="*/ 5121 h 331953"/>
              <a:gd name="connsiteX25" fmla="*/ 53931 w 612961"/>
              <a:gd name="connsiteY25" fmla="*/ 325383 h 331953"/>
              <a:gd name="connsiteX26" fmla="*/ 0 w 612961"/>
              <a:gd name="connsiteY26" fmla="*/ 325383 h 331953"/>
              <a:gd name="connsiteX27" fmla="*/ 342535 w 612961"/>
              <a:gd name="connsiteY27" fmla="*/ 0 h 331953"/>
              <a:gd name="connsiteX28" fmla="*/ 388274 w 612961"/>
              <a:gd name="connsiteY28" fmla="*/ 4182 h 331953"/>
              <a:gd name="connsiteX29" fmla="*/ 388274 w 612961"/>
              <a:gd name="connsiteY29" fmla="*/ 42924 h 331953"/>
              <a:gd name="connsiteX30" fmla="*/ 356870 w 612961"/>
              <a:gd name="connsiteY30" fmla="*/ 39682 h 331953"/>
              <a:gd name="connsiteX31" fmla="*/ 317615 w 612961"/>
              <a:gd name="connsiteY31" fmla="*/ 81752 h 331953"/>
              <a:gd name="connsiteX32" fmla="*/ 317615 w 612961"/>
              <a:gd name="connsiteY32" fmla="*/ 88237 h 331953"/>
              <a:gd name="connsiteX33" fmla="*/ 375303 w 612961"/>
              <a:gd name="connsiteY33" fmla="*/ 88237 h 331953"/>
              <a:gd name="connsiteX34" fmla="*/ 375303 w 612961"/>
              <a:gd name="connsiteY34" fmla="*/ 124590 h 331953"/>
              <a:gd name="connsiteX35" fmla="*/ 318554 w 612961"/>
              <a:gd name="connsiteY35" fmla="*/ 124590 h 331953"/>
              <a:gd name="connsiteX36" fmla="*/ 318554 w 612961"/>
              <a:gd name="connsiteY36" fmla="*/ 325297 h 331953"/>
              <a:gd name="connsiteX37" fmla="*/ 266500 w 612961"/>
              <a:gd name="connsiteY37" fmla="*/ 325297 h 331953"/>
              <a:gd name="connsiteX38" fmla="*/ 266500 w 612961"/>
              <a:gd name="connsiteY38" fmla="*/ 124504 h 331953"/>
              <a:gd name="connsiteX39" fmla="*/ 227247 w 612961"/>
              <a:gd name="connsiteY39" fmla="*/ 124504 h 331953"/>
              <a:gd name="connsiteX40" fmla="*/ 227247 w 612961"/>
              <a:gd name="connsiteY40" fmla="*/ 88151 h 331953"/>
              <a:gd name="connsiteX41" fmla="*/ 266500 w 612961"/>
              <a:gd name="connsiteY41" fmla="*/ 88151 h 331953"/>
              <a:gd name="connsiteX42" fmla="*/ 266500 w 612961"/>
              <a:gd name="connsiteY42" fmla="*/ 83543 h 331953"/>
              <a:gd name="connsiteX43" fmla="*/ 342535 w 612961"/>
              <a:gd name="connsiteY43" fmla="*/ 0 h 331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612961" h="331953">
                <a:moveTo>
                  <a:pt x="499893" y="119555"/>
                </a:moveTo>
                <a:cubicBezTo>
                  <a:pt x="468999" y="119555"/>
                  <a:pt x="447326" y="141657"/>
                  <a:pt x="444083" y="181422"/>
                </a:cubicBezTo>
                <a:lnTo>
                  <a:pt x="556725" y="181422"/>
                </a:lnTo>
                <a:cubicBezTo>
                  <a:pt x="555359" y="140804"/>
                  <a:pt x="535048" y="119555"/>
                  <a:pt x="499893" y="119555"/>
                </a:cubicBezTo>
                <a:close/>
                <a:moveTo>
                  <a:pt x="130391" y="88237"/>
                </a:moveTo>
                <a:lnTo>
                  <a:pt x="184323" y="88237"/>
                </a:lnTo>
                <a:lnTo>
                  <a:pt x="184323" y="325383"/>
                </a:lnTo>
                <a:lnTo>
                  <a:pt x="130391" y="325383"/>
                </a:lnTo>
                <a:close/>
                <a:moveTo>
                  <a:pt x="499893" y="81836"/>
                </a:moveTo>
                <a:cubicBezTo>
                  <a:pt x="568757" y="81836"/>
                  <a:pt x="612961" y="129282"/>
                  <a:pt x="612961" y="206340"/>
                </a:cubicBezTo>
                <a:lnTo>
                  <a:pt x="612961" y="214617"/>
                </a:lnTo>
                <a:lnTo>
                  <a:pt x="443142" y="214617"/>
                </a:lnTo>
                <a:lnTo>
                  <a:pt x="443142" y="216069"/>
                </a:lnTo>
                <a:cubicBezTo>
                  <a:pt x="443142" y="264538"/>
                  <a:pt x="466696" y="291847"/>
                  <a:pt x="504074" y="291847"/>
                </a:cubicBezTo>
                <a:cubicBezTo>
                  <a:pt x="529929" y="291847"/>
                  <a:pt x="550751" y="277510"/>
                  <a:pt x="559455" y="251653"/>
                </a:cubicBezTo>
                <a:lnTo>
                  <a:pt x="610656" y="257200"/>
                </a:lnTo>
                <a:cubicBezTo>
                  <a:pt x="593589" y="305670"/>
                  <a:pt x="555359" y="331953"/>
                  <a:pt x="501342" y="331953"/>
                </a:cubicBezTo>
                <a:cubicBezTo>
                  <a:pt x="432051" y="331953"/>
                  <a:pt x="386396" y="282630"/>
                  <a:pt x="386396" y="207365"/>
                </a:cubicBezTo>
                <a:cubicBezTo>
                  <a:pt x="386396" y="132100"/>
                  <a:pt x="432476" y="81836"/>
                  <a:pt x="499893" y="81836"/>
                </a:cubicBezTo>
                <a:close/>
                <a:moveTo>
                  <a:pt x="130391" y="5205"/>
                </a:moveTo>
                <a:lnTo>
                  <a:pt x="184323" y="5205"/>
                </a:lnTo>
                <a:lnTo>
                  <a:pt x="184323" y="49409"/>
                </a:lnTo>
                <a:lnTo>
                  <a:pt x="130391" y="49409"/>
                </a:lnTo>
                <a:close/>
                <a:moveTo>
                  <a:pt x="0" y="5121"/>
                </a:moveTo>
                <a:lnTo>
                  <a:pt x="53931" y="5121"/>
                </a:lnTo>
                <a:lnTo>
                  <a:pt x="53931" y="325383"/>
                </a:lnTo>
                <a:lnTo>
                  <a:pt x="0" y="325383"/>
                </a:lnTo>
                <a:close/>
                <a:moveTo>
                  <a:pt x="342535" y="0"/>
                </a:moveTo>
                <a:cubicBezTo>
                  <a:pt x="358748" y="0"/>
                  <a:pt x="373937" y="939"/>
                  <a:pt x="388274" y="4182"/>
                </a:cubicBezTo>
                <a:lnTo>
                  <a:pt x="388274" y="42924"/>
                </a:lnTo>
                <a:cubicBezTo>
                  <a:pt x="374874" y="40619"/>
                  <a:pt x="364721" y="39682"/>
                  <a:pt x="356870" y="39682"/>
                </a:cubicBezTo>
                <a:cubicBezTo>
                  <a:pt x="329137" y="39682"/>
                  <a:pt x="317615" y="52651"/>
                  <a:pt x="317615" y="81752"/>
                </a:cubicBezTo>
                <a:lnTo>
                  <a:pt x="317615" y="88237"/>
                </a:lnTo>
                <a:lnTo>
                  <a:pt x="375303" y="88237"/>
                </a:lnTo>
                <a:lnTo>
                  <a:pt x="375303" y="124590"/>
                </a:lnTo>
                <a:lnTo>
                  <a:pt x="318554" y="124590"/>
                </a:lnTo>
                <a:lnTo>
                  <a:pt x="318554" y="325297"/>
                </a:lnTo>
                <a:lnTo>
                  <a:pt x="266500" y="325297"/>
                </a:lnTo>
                <a:lnTo>
                  <a:pt x="266500" y="124504"/>
                </a:lnTo>
                <a:lnTo>
                  <a:pt x="227247" y="124504"/>
                </a:lnTo>
                <a:lnTo>
                  <a:pt x="227247" y="88151"/>
                </a:lnTo>
                <a:lnTo>
                  <a:pt x="266500" y="88151"/>
                </a:lnTo>
                <a:lnTo>
                  <a:pt x="266500" y="83543"/>
                </a:lnTo>
                <a:cubicBezTo>
                  <a:pt x="266500" y="26710"/>
                  <a:pt x="290480" y="0"/>
                  <a:pt x="342535" y="0"/>
                </a:cubicBezTo>
                <a:close/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92" name="Vrije vorm: vorm 191">
            <a:extLst>
              <a:ext uri="{FF2B5EF4-FFF2-40B4-BE49-F238E27FC236}">
                <a16:creationId xmlns:a16="http://schemas.microsoft.com/office/drawing/2014/main" id="{9F123195-9A29-4656-E853-17AE6C8F6F1B}"/>
              </a:ext>
            </a:extLst>
          </p:cNvPr>
          <p:cNvSpPr/>
          <p:nvPr/>
        </p:nvSpPr>
        <p:spPr>
          <a:xfrm>
            <a:off x="7558010" y="3050751"/>
            <a:ext cx="2177659" cy="326577"/>
          </a:xfrm>
          <a:custGeom>
            <a:avLst/>
            <a:gdLst>
              <a:gd name="connsiteX0" fmla="*/ 1107982 w 1219677"/>
              <a:gd name="connsiteY0" fmla="*/ 46504 h 182911"/>
              <a:gd name="connsiteX1" fmla="*/ 1107982 w 1219677"/>
              <a:gd name="connsiteY1" fmla="*/ 179327 h 182911"/>
              <a:gd name="connsiteX2" fmla="*/ 1137184 w 1219677"/>
              <a:gd name="connsiteY2" fmla="*/ 179327 h 182911"/>
              <a:gd name="connsiteX3" fmla="*/ 1137184 w 1219677"/>
              <a:gd name="connsiteY3" fmla="*/ 103333 h 182911"/>
              <a:gd name="connsiteX4" fmla="*/ 1167964 w 1219677"/>
              <a:gd name="connsiteY4" fmla="*/ 65575 h 182911"/>
              <a:gd name="connsiteX5" fmla="*/ 1190476 w 1219677"/>
              <a:gd name="connsiteY5" fmla="*/ 94538 h 182911"/>
              <a:gd name="connsiteX6" fmla="*/ 1190476 w 1219677"/>
              <a:gd name="connsiteY6" fmla="*/ 179279 h 182911"/>
              <a:gd name="connsiteX7" fmla="*/ 1219678 w 1219677"/>
              <a:gd name="connsiteY7" fmla="*/ 179279 h 182911"/>
              <a:gd name="connsiteX8" fmla="*/ 1219678 w 1219677"/>
              <a:gd name="connsiteY8" fmla="*/ 94299 h 182911"/>
              <a:gd name="connsiteX9" fmla="*/ 1176519 w 1219677"/>
              <a:gd name="connsiteY9" fmla="*/ 42872 h 182911"/>
              <a:gd name="connsiteX10" fmla="*/ 1135416 w 1219677"/>
              <a:gd name="connsiteY10" fmla="*/ 69207 h 182911"/>
              <a:gd name="connsiteX11" fmla="*/ 1135368 w 1219677"/>
              <a:gd name="connsiteY11" fmla="*/ 46457 h 182911"/>
              <a:gd name="connsiteX12" fmla="*/ 1107982 w 1219677"/>
              <a:gd name="connsiteY12" fmla="*/ 46457 h 182911"/>
              <a:gd name="connsiteX13" fmla="*/ 1017171 w 1219677"/>
              <a:gd name="connsiteY13" fmla="*/ 64571 h 182911"/>
              <a:gd name="connsiteX14" fmla="*/ 1048954 w 1219677"/>
              <a:gd name="connsiteY14" fmla="*/ 112892 h 182911"/>
              <a:gd name="connsiteX15" fmla="*/ 1017171 w 1219677"/>
              <a:gd name="connsiteY15" fmla="*/ 160973 h 182911"/>
              <a:gd name="connsiteX16" fmla="*/ 985626 w 1219677"/>
              <a:gd name="connsiteY16" fmla="*/ 112892 h 182911"/>
              <a:gd name="connsiteX17" fmla="*/ 1017171 w 1219677"/>
              <a:gd name="connsiteY17" fmla="*/ 64571 h 182911"/>
              <a:gd name="connsiteX18" fmla="*/ 1017171 w 1219677"/>
              <a:gd name="connsiteY18" fmla="*/ 42872 h 182911"/>
              <a:gd name="connsiteX19" fmla="*/ 953843 w 1219677"/>
              <a:gd name="connsiteY19" fmla="*/ 112892 h 182911"/>
              <a:gd name="connsiteX20" fmla="*/ 1017171 w 1219677"/>
              <a:gd name="connsiteY20" fmla="*/ 182911 h 182911"/>
              <a:gd name="connsiteX21" fmla="*/ 1080739 w 1219677"/>
              <a:gd name="connsiteY21" fmla="*/ 112892 h 182911"/>
              <a:gd name="connsiteX22" fmla="*/ 1017171 w 1219677"/>
              <a:gd name="connsiteY22" fmla="*/ 42872 h 182911"/>
              <a:gd name="connsiteX23" fmla="*/ 896633 w 1219677"/>
              <a:gd name="connsiteY23" fmla="*/ 179327 h 182911"/>
              <a:gd name="connsiteX24" fmla="*/ 926838 w 1219677"/>
              <a:gd name="connsiteY24" fmla="*/ 179327 h 182911"/>
              <a:gd name="connsiteX25" fmla="*/ 926838 w 1219677"/>
              <a:gd name="connsiteY25" fmla="*/ 46504 h 182911"/>
              <a:gd name="connsiteX26" fmla="*/ 896633 w 1219677"/>
              <a:gd name="connsiteY26" fmla="*/ 46504 h 182911"/>
              <a:gd name="connsiteX27" fmla="*/ 896633 w 1219677"/>
              <a:gd name="connsiteY27" fmla="*/ 179327 h 182911"/>
              <a:gd name="connsiteX28" fmla="*/ 896633 w 1219677"/>
              <a:gd name="connsiteY28" fmla="*/ 24758 h 182911"/>
              <a:gd name="connsiteX29" fmla="*/ 926838 w 1219677"/>
              <a:gd name="connsiteY29" fmla="*/ 24758 h 182911"/>
              <a:gd name="connsiteX30" fmla="*/ 926838 w 1219677"/>
              <a:gd name="connsiteY30" fmla="*/ 0 h 182911"/>
              <a:gd name="connsiteX31" fmla="*/ 896633 w 1219677"/>
              <a:gd name="connsiteY31" fmla="*/ 0 h 182911"/>
              <a:gd name="connsiteX32" fmla="*/ 896633 w 1219677"/>
              <a:gd name="connsiteY32" fmla="*/ 24758 h 182911"/>
              <a:gd name="connsiteX33" fmla="*/ 831775 w 1219677"/>
              <a:gd name="connsiteY33" fmla="*/ 9798 h 182911"/>
              <a:gd name="connsiteX34" fmla="*/ 803862 w 1219677"/>
              <a:gd name="connsiteY34" fmla="*/ 12092 h 182911"/>
              <a:gd name="connsiteX35" fmla="*/ 802859 w 1219677"/>
              <a:gd name="connsiteY35" fmla="*/ 46457 h 182911"/>
              <a:gd name="connsiteX36" fmla="*/ 779821 w 1219677"/>
              <a:gd name="connsiteY36" fmla="*/ 46457 h 182911"/>
              <a:gd name="connsiteX37" fmla="*/ 779821 w 1219677"/>
              <a:gd name="connsiteY37" fmla="*/ 66865 h 182911"/>
              <a:gd name="connsiteX38" fmla="*/ 802046 w 1219677"/>
              <a:gd name="connsiteY38" fmla="*/ 66865 h 182911"/>
              <a:gd name="connsiteX39" fmla="*/ 802046 w 1219677"/>
              <a:gd name="connsiteY39" fmla="*/ 133300 h 182911"/>
              <a:gd name="connsiteX40" fmla="*/ 843867 w 1219677"/>
              <a:gd name="connsiteY40" fmla="*/ 182863 h 182911"/>
              <a:gd name="connsiteX41" fmla="*/ 865088 w 1219677"/>
              <a:gd name="connsiteY41" fmla="*/ 180283 h 182911"/>
              <a:gd name="connsiteX42" fmla="*/ 865088 w 1219677"/>
              <a:gd name="connsiteY42" fmla="*/ 157293 h 182911"/>
              <a:gd name="connsiteX43" fmla="*/ 850319 w 1219677"/>
              <a:gd name="connsiteY43" fmla="*/ 159109 h 182911"/>
              <a:gd name="connsiteX44" fmla="*/ 831727 w 1219677"/>
              <a:gd name="connsiteY44" fmla="*/ 131197 h 182911"/>
              <a:gd name="connsiteX45" fmla="*/ 831727 w 1219677"/>
              <a:gd name="connsiteY45" fmla="*/ 66913 h 182911"/>
              <a:gd name="connsiteX46" fmla="*/ 861407 w 1219677"/>
              <a:gd name="connsiteY46" fmla="*/ 66913 h 182911"/>
              <a:gd name="connsiteX47" fmla="*/ 861407 w 1219677"/>
              <a:gd name="connsiteY47" fmla="*/ 46504 h 182911"/>
              <a:gd name="connsiteX48" fmla="*/ 831727 w 1219677"/>
              <a:gd name="connsiteY48" fmla="*/ 46504 h 182911"/>
              <a:gd name="connsiteX49" fmla="*/ 831727 w 1219677"/>
              <a:gd name="connsiteY49" fmla="*/ 9798 h 182911"/>
              <a:gd name="connsiteX50" fmla="*/ 728681 w 1219677"/>
              <a:gd name="connsiteY50" fmla="*/ 113178 h 182911"/>
              <a:gd name="connsiteX51" fmla="*/ 728681 w 1219677"/>
              <a:gd name="connsiteY51" fmla="*/ 122737 h 182911"/>
              <a:gd name="connsiteX52" fmla="*/ 693790 w 1219677"/>
              <a:gd name="connsiteY52" fmla="*/ 161308 h 182911"/>
              <a:gd name="connsiteX53" fmla="*/ 669989 w 1219677"/>
              <a:gd name="connsiteY53" fmla="*/ 141377 h 182911"/>
              <a:gd name="connsiteX54" fmla="*/ 721990 w 1219677"/>
              <a:gd name="connsiteY54" fmla="*/ 113178 h 182911"/>
              <a:gd name="connsiteX55" fmla="*/ 728681 w 1219677"/>
              <a:gd name="connsiteY55" fmla="*/ 113178 h 182911"/>
              <a:gd name="connsiteX56" fmla="*/ 642125 w 1219677"/>
              <a:gd name="connsiteY56" fmla="*/ 80869 h 182911"/>
              <a:gd name="connsiteX57" fmla="*/ 670036 w 1219677"/>
              <a:gd name="connsiteY57" fmla="*/ 84262 h 182911"/>
              <a:gd name="connsiteX58" fmla="*/ 701055 w 1219677"/>
              <a:gd name="connsiteY58" fmla="*/ 63567 h 182911"/>
              <a:gd name="connsiteX59" fmla="*/ 728729 w 1219677"/>
              <a:gd name="connsiteY59" fmla="*/ 88373 h 182911"/>
              <a:gd name="connsiteX60" fmla="*/ 728729 w 1219677"/>
              <a:gd name="connsiteY60" fmla="*/ 95351 h 182911"/>
              <a:gd name="connsiteX61" fmla="*/ 725910 w 1219677"/>
              <a:gd name="connsiteY61" fmla="*/ 95351 h 182911"/>
              <a:gd name="connsiteX62" fmla="*/ 638540 w 1219677"/>
              <a:gd name="connsiteY62" fmla="*/ 142907 h 182911"/>
              <a:gd name="connsiteX63" fmla="*/ 684231 w 1219677"/>
              <a:gd name="connsiteY63" fmla="*/ 182672 h 182911"/>
              <a:gd name="connsiteX64" fmla="*/ 729255 w 1219677"/>
              <a:gd name="connsiteY64" fmla="*/ 156337 h 182911"/>
              <a:gd name="connsiteX65" fmla="*/ 732074 w 1219677"/>
              <a:gd name="connsiteY65" fmla="*/ 179327 h 182911"/>
              <a:gd name="connsiteX66" fmla="*/ 761804 w 1219677"/>
              <a:gd name="connsiteY66" fmla="*/ 179327 h 182911"/>
              <a:gd name="connsiteX67" fmla="*/ 757932 w 1219677"/>
              <a:gd name="connsiteY67" fmla="*/ 152992 h 182911"/>
              <a:gd name="connsiteX68" fmla="*/ 757932 w 1219677"/>
              <a:gd name="connsiteY68" fmla="*/ 95064 h 182911"/>
              <a:gd name="connsiteX69" fmla="*/ 704210 w 1219677"/>
              <a:gd name="connsiteY69" fmla="*/ 42872 h 182911"/>
              <a:gd name="connsiteX70" fmla="*/ 642125 w 1219677"/>
              <a:gd name="connsiteY70" fmla="*/ 80869 h 182911"/>
              <a:gd name="connsiteX71" fmla="*/ 549546 w 1219677"/>
              <a:gd name="connsiteY71" fmla="*/ 179327 h 182911"/>
              <a:gd name="connsiteX72" fmla="*/ 576693 w 1219677"/>
              <a:gd name="connsiteY72" fmla="*/ 179327 h 182911"/>
              <a:gd name="connsiteX73" fmla="*/ 623723 w 1219677"/>
              <a:gd name="connsiteY73" fmla="*/ 46504 h 182911"/>
              <a:gd name="connsiteX74" fmla="*/ 599157 w 1219677"/>
              <a:gd name="connsiteY74" fmla="*/ 46504 h 182911"/>
              <a:gd name="connsiteX75" fmla="*/ 566082 w 1219677"/>
              <a:gd name="connsiteY75" fmla="*/ 147591 h 182911"/>
              <a:gd name="connsiteX76" fmla="*/ 533248 w 1219677"/>
              <a:gd name="connsiteY76" fmla="*/ 46504 h 182911"/>
              <a:gd name="connsiteX77" fmla="*/ 502993 w 1219677"/>
              <a:gd name="connsiteY77" fmla="*/ 46504 h 182911"/>
              <a:gd name="connsiteX78" fmla="*/ 549546 w 1219677"/>
              <a:gd name="connsiteY78" fmla="*/ 179327 h 182911"/>
              <a:gd name="connsiteX79" fmla="*/ 426235 w 1219677"/>
              <a:gd name="connsiteY79" fmla="*/ 64571 h 182911"/>
              <a:gd name="connsiteX80" fmla="*/ 458067 w 1219677"/>
              <a:gd name="connsiteY80" fmla="*/ 112892 h 182911"/>
              <a:gd name="connsiteX81" fmla="*/ 426235 w 1219677"/>
              <a:gd name="connsiteY81" fmla="*/ 160973 h 182911"/>
              <a:gd name="connsiteX82" fmla="*/ 394691 w 1219677"/>
              <a:gd name="connsiteY82" fmla="*/ 112892 h 182911"/>
              <a:gd name="connsiteX83" fmla="*/ 426235 w 1219677"/>
              <a:gd name="connsiteY83" fmla="*/ 64571 h 182911"/>
              <a:gd name="connsiteX84" fmla="*/ 426235 w 1219677"/>
              <a:gd name="connsiteY84" fmla="*/ 42872 h 182911"/>
              <a:gd name="connsiteX85" fmla="*/ 362954 w 1219677"/>
              <a:gd name="connsiteY85" fmla="*/ 112892 h 182911"/>
              <a:gd name="connsiteX86" fmla="*/ 426235 w 1219677"/>
              <a:gd name="connsiteY86" fmla="*/ 182911 h 182911"/>
              <a:gd name="connsiteX87" fmla="*/ 489802 w 1219677"/>
              <a:gd name="connsiteY87" fmla="*/ 112892 h 182911"/>
              <a:gd name="connsiteX88" fmla="*/ 426235 w 1219677"/>
              <a:gd name="connsiteY88" fmla="*/ 42872 h 182911"/>
              <a:gd name="connsiteX89" fmla="*/ 224302 w 1219677"/>
              <a:gd name="connsiteY89" fmla="*/ 46504 h 182911"/>
              <a:gd name="connsiteX90" fmla="*/ 224302 w 1219677"/>
              <a:gd name="connsiteY90" fmla="*/ 179327 h 182911"/>
              <a:gd name="connsiteX91" fmla="*/ 253456 w 1219677"/>
              <a:gd name="connsiteY91" fmla="*/ 179327 h 182911"/>
              <a:gd name="connsiteX92" fmla="*/ 253456 w 1219677"/>
              <a:gd name="connsiteY92" fmla="*/ 103333 h 182911"/>
              <a:gd name="connsiteX93" fmla="*/ 284236 w 1219677"/>
              <a:gd name="connsiteY93" fmla="*/ 65575 h 182911"/>
              <a:gd name="connsiteX94" fmla="*/ 306699 w 1219677"/>
              <a:gd name="connsiteY94" fmla="*/ 94538 h 182911"/>
              <a:gd name="connsiteX95" fmla="*/ 306699 w 1219677"/>
              <a:gd name="connsiteY95" fmla="*/ 179279 h 182911"/>
              <a:gd name="connsiteX96" fmla="*/ 335903 w 1219677"/>
              <a:gd name="connsiteY96" fmla="*/ 179279 h 182911"/>
              <a:gd name="connsiteX97" fmla="*/ 335903 w 1219677"/>
              <a:gd name="connsiteY97" fmla="*/ 94299 h 182911"/>
              <a:gd name="connsiteX98" fmla="*/ 292792 w 1219677"/>
              <a:gd name="connsiteY98" fmla="*/ 42872 h 182911"/>
              <a:gd name="connsiteX99" fmla="*/ 251688 w 1219677"/>
              <a:gd name="connsiteY99" fmla="*/ 69207 h 182911"/>
              <a:gd name="connsiteX100" fmla="*/ 251640 w 1219677"/>
              <a:gd name="connsiteY100" fmla="*/ 46457 h 182911"/>
              <a:gd name="connsiteX101" fmla="*/ 224302 w 1219677"/>
              <a:gd name="connsiteY101" fmla="*/ 46457 h 182911"/>
              <a:gd name="connsiteX102" fmla="*/ 77189 w 1219677"/>
              <a:gd name="connsiteY102" fmla="*/ 46504 h 182911"/>
              <a:gd name="connsiteX103" fmla="*/ 77189 w 1219677"/>
              <a:gd name="connsiteY103" fmla="*/ 179327 h 182911"/>
              <a:gd name="connsiteX104" fmla="*/ 106391 w 1219677"/>
              <a:gd name="connsiteY104" fmla="*/ 179327 h 182911"/>
              <a:gd name="connsiteX105" fmla="*/ 106391 w 1219677"/>
              <a:gd name="connsiteY105" fmla="*/ 103333 h 182911"/>
              <a:gd name="connsiteX106" fmla="*/ 137172 w 1219677"/>
              <a:gd name="connsiteY106" fmla="*/ 65575 h 182911"/>
              <a:gd name="connsiteX107" fmla="*/ 159635 w 1219677"/>
              <a:gd name="connsiteY107" fmla="*/ 94538 h 182911"/>
              <a:gd name="connsiteX108" fmla="*/ 159635 w 1219677"/>
              <a:gd name="connsiteY108" fmla="*/ 179279 h 182911"/>
              <a:gd name="connsiteX109" fmla="*/ 188838 w 1219677"/>
              <a:gd name="connsiteY109" fmla="*/ 179279 h 182911"/>
              <a:gd name="connsiteX110" fmla="*/ 188838 w 1219677"/>
              <a:gd name="connsiteY110" fmla="*/ 94299 h 182911"/>
              <a:gd name="connsiteX111" fmla="*/ 145679 w 1219677"/>
              <a:gd name="connsiteY111" fmla="*/ 42872 h 182911"/>
              <a:gd name="connsiteX112" fmla="*/ 104623 w 1219677"/>
              <a:gd name="connsiteY112" fmla="*/ 69207 h 182911"/>
              <a:gd name="connsiteX113" fmla="*/ 104575 w 1219677"/>
              <a:gd name="connsiteY113" fmla="*/ 46457 h 182911"/>
              <a:gd name="connsiteX114" fmla="*/ 77189 w 1219677"/>
              <a:gd name="connsiteY114" fmla="*/ 46457 h 182911"/>
              <a:gd name="connsiteX115" fmla="*/ 0 w 1219677"/>
              <a:gd name="connsiteY115" fmla="*/ 179327 h 182911"/>
              <a:gd name="connsiteX116" fmla="*/ 30207 w 1219677"/>
              <a:gd name="connsiteY116" fmla="*/ 179327 h 182911"/>
              <a:gd name="connsiteX117" fmla="*/ 30207 w 1219677"/>
              <a:gd name="connsiteY117" fmla="*/ 46504 h 182911"/>
              <a:gd name="connsiteX118" fmla="*/ 0 w 1219677"/>
              <a:gd name="connsiteY118" fmla="*/ 46504 h 182911"/>
              <a:gd name="connsiteX119" fmla="*/ 0 w 1219677"/>
              <a:gd name="connsiteY119" fmla="*/ 179327 h 182911"/>
              <a:gd name="connsiteX120" fmla="*/ 0 w 1219677"/>
              <a:gd name="connsiteY120" fmla="*/ 24758 h 182911"/>
              <a:gd name="connsiteX121" fmla="*/ 30207 w 1219677"/>
              <a:gd name="connsiteY121" fmla="*/ 24758 h 182911"/>
              <a:gd name="connsiteX122" fmla="*/ 30207 w 1219677"/>
              <a:gd name="connsiteY122" fmla="*/ 0 h 182911"/>
              <a:gd name="connsiteX123" fmla="*/ 0 w 1219677"/>
              <a:gd name="connsiteY123" fmla="*/ 0 h 182911"/>
              <a:gd name="connsiteX124" fmla="*/ 0 w 1219677"/>
              <a:gd name="connsiteY124" fmla="*/ 24758 h 182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</a:cxnLst>
            <a:rect l="l" t="t" r="r" b="b"/>
            <a:pathLst>
              <a:path w="1219677" h="182911">
                <a:moveTo>
                  <a:pt x="1107982" y="46504"/>
                </a:moveTo>
                <a:lnTo>
                  <a:pt x="1107982" y="179327"/>
                </a:lnTo>
                <a:lnTo>
                  <a:pt x="1137184" y="179327"/>
                </a:lnTo>
                <a:lnTo>
                  <a:pt x="1137184" y="103333"/>
                </a:lnTo>
                <a:cubicBezTo>
                  <a:pt x="1137232" y="80343"/>
                  <a:pt x="1150662" y="65575"/>
                  <a:pt x="1167964" y="65575"/>
                </a:cubicBezTo>
                <a:cubicBezTo>
                  <a:pt x="1182445" y="65575"/>
                  <a:pt x="1190476" y="75373"/>
                  <a:pt x="1190476" y="94538"/>
                </a:cubicBezTo>
                <a:lnTo>
                  <a:pt x="1190476" y="179279"/>
                </a:lnTo>
                <a:lnTo>
                  <a:pt x="1219678" y="179279"/>
                </a:lnTo>
                <a:lnTo>
                  <a:pt x="1219678" y="94299"/>
                </a:lnTo>
                <a:cubicBezTo>
                  <a:pt x="1219678" y="59935"/>
                  <a:pt x="1205483" y="42872"/>
                  <a:pt x="1176519" y="42872"/>
                </a:cubicBezTo>
                <a:cubicBezTo>
                  <a:pt x="1158691" y="42872"/>
                  <a:pt x="1144975" y="51666"/>
                  <a:pt x="1135416" y="69207"/>
                </a:cubicBezTo>
                <a:lnTo>
                  <a:pt x="1135368" y="46457"/>
                </a:lnTo>
                <a:lnTo>
                  <a:pt x="1107982" y="46457"/>
                </a:lnTo>
                <a:close/>
                <a:moveTo>
                  <a:pt x="1017171" y="64571"/>
                </a:moveTo>
                <a:cubicBezTo>
                  <a:pt x="1036576" y="64571"/>
                  <a:pt x="1048954" y="81873"/>
                  <a:pt x="1048954" y="112892"/>
                </a:cubicBezTo>
                <a:cubicBezTo>
                  <a:pt x="1048954" y="143911"/>
                  <a:pt x="1036576" y="160973"/>
                  <a:pt x="1017171" y="160973"/>
                </a:cubicBezTo>
                <a:cubicBezTo>
                  <a:pt x="997527" y="160973"/>
                  <a:pt x="985626" y="144150"/>
                  <a:pt x="985626" y="112892"/>
                </a:cubicBezTo>
                <a:cubicBezTo>
                  <a:pt x="985626" y="81634"/>
                  <a:pt x="997479" y="64571"/>
                  <a:pt x="1017171" y="64571"/>
                </a:cubicBezTo>
                <a:moveTo>
                  <a:pt x="1017171" y="42872"/>
                </a:moveTo>
                <a:cubicBezTo>
                  <a:pt x="979652" y="42872"/>
                  <a:pt x="953843" y="70259"/>
                  <a:pt x="953843" y="112892"/>
                </a:cubicBezTo>
                <a:cubicBezTo>
                  <a:pt x="953843" y="155573"/>
                  <a:pt x="979413" y="182911"/>
                  <a:pt x="1017171" y="182911"/>
                </a:cubicBezTo>
                <a:cubicBezTo>
                  <a:pt x="1054929" y="182911"/>
                  <a:pt x="1080739" y="155573"/>
                  <a:pt x="1080739" y="112892"/>
                </a:cubicBezTo>
                <a:cubicBezTo>
                  <a:pt x="1080739" y="70259"/>
                  <a:pt x="1054881" y="42872"/>
                  <a:pt x="1017171" y="42872"/>
                </a:cubicBezTo>
                <a:moveTo>
                  <a:pt x="896633" y="179327"/>
                </a:moveTo>
                <a:lnTo>
                  <a:pt x="926838" y="179327"/>
                </a:lnTo>
                <a:lnTo>
                  <a:pt x="926838" y="46504"/>
                </a:lnTo>
                <a:lnTo>
                  <a:pt x="896633" y="46504"/>
                </a:lnTo>
                <a:lnTo>
                  <a:pt x="896633" y="179327"/>
                </a:lnTo>
                <a:close/>
                <a:moveTo>
                  <a:pt x="896633" y="24758"/>
                </a:moveTo>
                <a:lnTo>
                  <a:pt x="926838" y="24758"/>
                </a:lnTo>
                <a:lnTo>
                  <a:pt x="926838" y="0"/>
                </a:lnTo>
                <a:lnTo>
                  <a:pt x="896633" y="0"/>
                </a:lnTo>
                <a:lnTo>
                  <a:pt x="896633" y="24758"/>
                </a:lnTo>
                <a:close/>
                <a:moveTo>
                  <a:pt x="831775" y="9798"/>
                </a:moveTo>
                <a:lnTo>
                  <a:pt x="803862" y="12092"/>
                </a:lnTo>
                <a:lnTo>
                  <a:pt x="802859" y="46457"/>
                </a:lnTo>
                <a:lnTo>
                  <a:pt x="779821" y="46457"/>
                </a:lnTo>
                <a:lnTo>
                  <a:pt x="779821" y="66865"/>
                </a:lnTo>
                <a:lnTo>
                  <a:pt x="802046" y="66865"/>
                </a:lnTo>
                <a:lnTo>
                  <a:pt x="802046" y="133300"/>
                </a:lnTo>
                <a:cubicBezTo>
                  <a:pt x="802046" y="167904"/>
                  <a:pt x="812131" y="182863"/>
                  <a:pt x="843867" y="182863"/>
                </a:cubicBezTo>
                <a:cubicBezTo>
                  <a:pt x="850845" y="182863"/>
                  <a:pt x="857823" y="181812"/>
                  <a:pt x="865088" y="180283"/>
                </a:cubicBezTo>
                <a:lnTo>
                  <a:pt x="865088" y="157293"/>
                </a:lnTo>
                <a:cubicBezTo>
                  <a:pt x="859925" y="158584"/>
                  <a:pt x="855004" y="159109"/>
                  <a:pt x="850319" y="159109"/>
                </a:cubicBezTo>
                <a:cubicBezTo>
                  <a:pt x="834547" y="159109"/>
                  <a:pt x="831727" y="150602"/>
                  <a:pt x="831727" y="131197"/>
                </a:cubicBezTo>
                <a:lnTo>
                  <a:pt x="831727" y="66913"/>
                </a:lnTo>
                <a:lnTo>
                  <a:pt x="861407" y="66913"/>
                </a:lnTo>
                <a:lnTo>
                  <a:pt x="861407" y="46504"/>
                </a:lnTo>
                <a:lnTo>
                  <a:pt x="831727" y="46504"/>
                </a:lnTo>
                <a:lnTo>
                  <a:pt x="831727" y="9798"/>
                </a:lnTo>
                <a:close/>
                <a:moveTo>
                  <a:pt x="728681" y="113178"/>
                </a:moveTo>
                <a:lnTo>
                  <a:pt x="728681" y="122737"/>
                </a:lnTo>
                <a:cubicBezTo>
                  <a:pt x="728681" y="144484"/>
                  <a:pt x="713195" y="161308"/>
                  <a:pt x="693790" y="161308"/>
                </a:cubicBezTo>
                <a:cubicBezTo>
                  <a:pt x="679022" y="161308"/>
                  <a:pt x="669989" y="153278"/>
                  <a:pt x="669989" y="141377"/>
                </a:cubicBezTo>
                <a:cubicBezTo>
                  <a:pt x="669989" y="122737"/>
                  <a:pt x="687291" y="113178"/>
                  <a:pt x="721990" y="113178"/>
                </a:cubicBezTo>
                <a:lnTo>
                  <a:pt x="728681" y="113178"/>
                </a:lnTo>
                <a:close/>
                <a:moveTo>
                  <a:pt x="642125" y="80869"/>
                </a:moveTo>
                <a:lnTo>
                  <a:pt x="670036" y="84262"/>
                </a:lnTo>
                <a:cubicBezTo>
                  <a:pt x="672857" y="70545"/>
                  <a:pt x="683228" y="63567"/>
                  <a:pt x="701055" y="63567"/>
                </a:cubicBezTo>
                <a:cubicBezTo>
                  <a:pt x="719696" y="63567"/>
                  <a:pt x="728729" y="71549"/>
                  <a:pt x="728729" y="88373"/>
                </a:cubicBezTo>
                <a:lnTo>
                  <a:pt x="728729" y="95351"/>
                </a:lnTo>
                <a:lnTo>
                  <a:pt x="725910" y="95351"/>
                </a:lnTo>
                <a:cubicBezTo>
                  <a:pt x="667169" y="95351"/>
                  <a:pt x="638540" y="110836"/>
                  <a:pt x="638540" y="142907"/>
                </a:cubicBezTo>
                <a:cubicBezTo>
                  <a:pt x="638540" y="166135"/>
                  <a:pt x="656368" y="182672"/>
                  <a:pt x="684231" y="182672"/>
                </a:cubicBezTo>
                <a:cubicBezTo>
                  <a:pt x="704163" y="182672"/>
                  <a:pt x="720221" y="173400"/>
                  <a:pt x="729255" y="156337"/>
                </a:cubicBezTo>
                <a:cubicBezTo>
                  <a:pt x="729494" y="164845"/>
                  <a:pt x="730306" y="172396"/>
                  <a:pt x="732074" y="179327"/>
                </a:cubicBezTo>
                <a:lnTo>
                  <a:pt x="761804" y="179327"/>
                </a:lnTo>
                <a:cubicBezTo>
                  <a:pt x="758935" y="172396"/>
                  <a:pt x="757932" y="163602"/>
                  <a:pt x="757932" y="152992"/>
                </a:cubicBezTo>
                <a:lnTo>
                  <a:pt x="757932" y="95064"/>
                </a:lnTo>
                <a:cubicBezTo>
                  <a:pt x="757932" y="58883"/>
                  <a:pt x="742686" y="42872"/>
                  <a:pt x="704210" y="42872"/>
                </a:cubicBezTo>
                <a:cubicBezTo>
                  <a:pt x="668985" y="42872"/>
                  <a:pt x="648051" y="55777"/>
                  <a:pt x="642125" y="80869"/>
                </a:cubicBezTo>
                <a:moveTo>
                  <a:pt x="549546" y="179327"/>
                </a:moveTo>
                <a:lnTo>
                  <a:pt x="576693" y="179327"/>
                </a:lnTo>
                <a:lnTo>
                  <a:pt x="623723" y="46504"/>
                </a:lnTo>
                <a:lnTo>
                  <a:pt x="599157" y="46504"/>
                </a:lnTo>
                <a:lnTo>
                  <a:pt x="566082" y="147591"/>
                </a:lnTo>
                <a:lnTo>
                  <a:pt x="533248" y="46504"/>
                </a:lnTo>
                <a:lnTo>
                  <a:pt x="502993" y="46504"/>
                </a:lnTo>
                <a:lnTo>
                  <a:pt x="549546" y="179327"/>
                </a:lnTo>
                <a:close/>
                <a:moveTo>
                  <a:pt x="426235" y="64571"/>
                </a:moveTo>
                <a:cubicBezTo>
                  <a:pt x="445640" y="64571"/>
                  <a:pt x="458067" y="81873"/>
                  <a:pt x="458067" y="112892"/>
                </a:cubicBezTo>
                <a:cubicBezTo>
                  <a:pt x="458067" y="143911"/>
                  <a:pt x="445640" y="160973"/>
                  <a:pt x="426235" y="160973"/>
                </a:cubicBezTo>
                <a:cubicBezTo>
                  <a:pt x="406592" y="160973"/>
                  <a:pt x="394691" y="144150"/>
                  <a:pt x="394691" y="112892"/>
                </a:cubicBezTo>
                <a:cubicBezTo>
                  <a:pt x="394738" y="81634"/>
                  <a:pt x="406592" y="64571"/>
                  <a:pt x="426235" y="64571"/>
                </a:cubicBezTo>
                <a:moveTo>
                  <a:pt x="426235" y="42872"/>
                </a:moveTo>
                <a:cubicBezTo>
                  <a:pt x="388764" y="42872"/>
                  <a:pt x="362954" y="70259"/>
                  <a:pt x="362954" y="112892"/>
                </a:cubicBezTo>
                <a:cubicBezTo>
                  <a:pt x="362954" y="155573"/>
                  <a:pt x="388477" y="182911"/>
                  <a:pt x="426235" y="182911"/>
                </a:cubicBezTo>
                <a:cubicBezTo>
                  <a:pt x="463993" y="182911"/>
                  <a:pt x="489802" y="155573"/>
                  <a:pt x="489802" y="112892"/>
                </a:cubicBezTo>
                <a:cubicBezTo>
                  <a:pt x="489802" y="70259"/>
                  <a:pt x="463993" y="42872"/>
                  <a:pt x="426235" y="42872"/>
                </a:cubicBezTo>
                <a:moveTo>
                  <a:pt x="224302" y="46504"/>
                </a:moveTo>
                <a:lnTo>
                  <a:pt x="224302" y="179327"/>
                </a:lnTo>
                <a:lnTo>
                  <a:pt x="253456" y="179327"/>
                </a:lnTo>
                <a:lnTo>
                  <a:pt x="253456" y="103333"/>
                </a:lnTo>
                <a:cubicBezTo>
                  <a:pt x="253504" y="80343"/>
                  <a:pt x="266982" y="65575"/>
                  <a:pt x="284236" y="65575"/>
                </a:cubicBezTo>
                <a:cubicBezTo>
                  <a:pt x="298718" y="65575"/>
                  <a:pt x="306699" y="75373"/>
                  <a:pt x="306699" y="94538"/>
                </a:cubicBezTo>
                <a:lnTo>
                  <a:pt x="306699" y="179279"/>
                </a:lnTo>
                <a:lnTo>
                  <a:pt x="335903" y="179279"/>
                </a:lnTo>
                <a:lnTo>
                  <a:pt x="335903" y="94299"/>
                </a:lnTo>
                <a:cubicBezTo>
                  <a:pt x="335903" y="59935"/>
                  <a:pt x="321708" y="42872"/>
                  <a:pt x="292792" y="42872"/>
                </a:cubicBezTo>
                <a:cubicBezTo>
                  <a:pt x="274964" y="42872"/>
                  <a:pt x="261247" y="51666"/>
                  <a:pt x="251688" y="69207"/>
                </a:cubicBezTo>
                <a:lnTo>
                  <a:pt x="251640" y="46457"/>
                </a:lnTo>
                <a:lnTo>
                  <a:pt x="224302" y="46457"/>
                </a:lnTo>
                <a:close/>
                <a:moveTo>
                  <a:pt x="77189" y="46504"/>
                </a:moveTo>
                <a:lnTo>
                  <a:pt x="77189" y="179327"/>
                </a:lnTo>
                <a:lnTo>
                  <a:pt x="106391" y="179327"/>
                </a:lnTo>
                <a:lnTo>
                  <a:pt x="106391" y="103333"/>
                </a:lnTo>
                <a:cubicBezTo>
                  <a:pt x="106439" y="80343"/>
                  <a:pt x="119870" y="65575"/>
                  <a:pt x="137172" y="65575"/>
                </a:cubicBezTo>
                <a:cubicBezTo>
                  <a:pt x="151653" y="65575"/>
                  <a:pt x="159635" y="75373"/>
                  <a:pt x="159635" y="94538"/>
                </a:cubicBezTo>
                <a:lnTo>
                  <a:pt x="159635" y="179279"/>
                </a:lnTo>
                <a:lnTo>
                  <a:pt x="188838" y="179279"/>
                </a:lnTo>
                <a:lnTo>
                  <a:pt x="188838" y="94299"/>
                </a:lnTo>
                <a:cubicBezTo>
                  <a:pt x="188838" y="59935"/>
                  <a:pt x="174643" y="42872"/>
                  <a:pt x="145679" y="42872"/>
                </a:cubicBezTo>
                <a:cubicBezTo>
                  <a:pt x="127851" y="42872"/>
                  <a:pt x="114182" y="51666"/>
                  <a:pt x="104623" y="69207"/>
                </a:cubicBezTo>
                <a:lnTo>
                  <a:pt x="104575" y="46457"/>
                </a:lnTo>
                <a:lnTo>
                  <a:pt x="77189" y="46457"/>
                </a:lnTo>
                <a:close/>
                <a:moveTo>
                  <a:pt x="0" y="179327"/>
                </a:moveTo>
                <a:lnTo>
                  <a:pt x="30207" y="179327"/>
                </a:lnTo>
                <a:lnTo>
                  <a:pt x="30207" y="46504"/>
                </a:lnTo>
                <a:lnTo>
                  <a:pt x="0" y="46504"/>
                </a:lnTo>
                <a:lnTo>
                  <a:pt x="0" y="179327"/>
                </a:lnTo>
                <a:close/>
                <a:moveTo>
                  <a:pt x="0" y="24758"/>
                </a:moveTo>
                <a:lnTo>
                  <a:pt x="30207" y="24758"/>
                </a:lnTo>
                <a:lnTo>
                  <a:pt x="30207" y="0"/>
                </a:lnTo>
                <a:lnTo>
                  <a:pt x="0" y="0"/>
                </a:lnTo>
                <a:lnTo>
                  <a:pt x="0" y="24758"/>
                </a:lnTo>
                <a:close/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03" name="Vrije vorm: vorm 202">
            <a:extLst>
              <a:ext uri="{FF2B5EF4-FFF2-40B4-BE49-F238E27FC236}">
                <a16:creationId xmlns:a16="http://schemas.microsoft.com/office/drawing/2014/main" id="{61507882-5C09-AFEB-B812-B6EAEF4772AD}"/>
              </a:ext>
            </a:extLst>
          </p:cNvPr>
          <p:cNvSpPr/>
          <p:nvPr userDrawn="1"/>
        </p:nvSpPr>
        <p:spPr>
          <a:xfrm>
            <a:off x="7536165" y="3480414"/>
            <a:ext cx="568159" cy="331869"/>
          </a:xfrm>
          <a:custGeom>
            <a:avLst/>
            <a:gdLst>
              <a:gd name="connsiteX0" fmla="*/ 283398 w 568159"/>
              <a:gd name="connsiteY0" fmla="*/ 120492 h 331869"/>
              <a:gd name="connsiteX1" fmla="*/ 227076 w 568159"/>
              <a:gd name="connsiteY1" fmla="*/ 206853 h 331869"/>
              <a:gd name="connsiteX2" fmla="*/ 283398 w 568159"/>
              <a:gd name="connsiteY2" fmla="*/ 292700 h 331869"/>
              <a:gd name="connsiteX3" fmla="*/ 340230 w 568159"/>
              <a:gd name="connsiteY3" fmla="*/ 206853 h 331869"/>
              <a:gd name="connsiteX4" fmla="*/ 283398 w 568159"/>
              <a:gd name="connsiteY4" fmla="*/ 120492 h 331869"/>
              <a:gd name="connsiteX5" fmla="*/ 555700 w 568159"/>
              <a:gd name="connsiteY5" fmla="*/ 81752 h 331869"/>
              <a:gd name="connsiteX6" fmla="*/ 568159 w 568159"/>
              <a:gd name="connsiteY6" fmla="*/ 82263 h 331869"/>
              <a:gd name="connsiteX7" fmla="*/ 568159 w 568159"/>
              <a:gd name="connsiteY7" fmla="*/ 133378 h 331869"/>
              <a:gd name="connsiteX8" fmla="*/ 556638 w 568159"/>
              <a:gd name="connsiteY8" fmla="*/ 132867 h 331869"/>
              <a:gd name="connsiteX9" fmla="*/ 493406 w 568159"/>
              <a:gd name="connsiteY9" fmla="*/ 207706 h 331869"/>
              <a:gd name="connsiteX10" fmla="*/ 493406 w 568159"/>
              <a:gd name="connsiteY10" fmla="*/ 325297 h 331869"/>
              <a:gd name="connsiteX11" fmla="*/ 440413 w 568159"/>
              <a:gd name="connsiteY11" fmla="*/ 325297 h 331869"/>
              <a:gd name="connsiteX12" fmla="*/ 440413 w 568159"/>
              <a:gd name="connsiteY12" fmla="*/ 88151 h 331869"/>
              <a:gd name="connsiteX13" fmla="*/ 488798 w 568159"/>
              <a:gd name="connsiteY13" fmla="*/ 88151 h 331869"/>
              <a:gd name="connsiteX14" fmla="*/ 488798 w 568159"/>
              <a:gd name="connsiteY14" fmla="*/ 139352 h 331869"/>
              <a:gd name="connsiteX15" fmla="*/ 555700 w 568159"/>
              <a:gd name="connsiteY15" fmla="*/ 81752 h 331869"/>
              <a:gd name="connsiteX16" fmla="*/ 283398 w 568159"/>
              <a:gd name="connsiteY16" fmla="*/ 81752 h 331869"/>
              <a:gd name="connsiteX17" fmla="*/ 396893 w 568159"/>
              <a:gd name="connsiteY17" fmla="*/ 206853 h 331869"/>
              <a:gd name="connsiteX18" fmla="*/ 283398 w 568159"/>
              <a:gd name="connsiteY18" fmla="*/ 331869 h 331869"/>
              <a:gd name="connsiteX19" fmla="*/ 170413 w 568159"/>
              <a:gd name="connsiteY19" fmla="*/ 206853 h 331869"/>
              <a:gd name="connsiteX20" fmla="*/ 283398 w 568159"/>
              <a:gd name="connsiteY20" fmla="*/ 81752 h 331869"/>
              <a:gd name="connsiteX21" fmla="*/ 115372 w 568159"/>
              <a:gd name="connsiteY21" fmla="*/ 0 h 331869"/>
              <a:gd name="connsiteX22" fmla="*/ 161027 w 568159"/>
              <a:gd name="connsiteY22" fmla="*/ 4182 h 331869"/>
              <a:gd name="connsiteX23" fmla="*/ 161113 w 568159"/>
              <a:gd name="connsiteY23" fmla="*/ 4182 h 331869"/>
              <a:gd name="connsiteX24" fmla="*/ 161113 w 568159"/>
              <a:gd name="connsiteY24" fmla="*/ 42924 h 331869"/>
              <a:gd name="connsiteX25" fmla="*/ 129709 w 568159"/>
              <a:gd name="connsiteY25" fmla="*/ 39682 h 331869"/>
              <a:gd name="connsiteX26" fmla="*/ 90454 w 568159"/>
              <a:gd name="connsiteY26" fmla="*/ 81752 h 331869"/>
              <a:gd name="connsiteX27" fmla="*/ 90454 w 568159"/>
              <a:gd name="connsiteY27" fmla="*/ 88237 h 331869"/>
              <a:gd name="connsiteX28" fmla="*/ 148142 w 568159"/>
              <a:gd name="connsiteY28" fmla="*/ 88237 h 331869"/>
              <a:gd name="connsiteX29" fmla="*/ 148142 w 568159"/>
              <a:gd name="connsiteY29" fmla="*/ 124590 h 331869"/>
              <a:gd name="connsiteX30" fmla="*/ 91393 w 568159"/>
              <a:gd name="connsiteY30" fmla="*/ 124590 h 331869"/>
              <a:gd name="connsiteX31" fmla="*/ 91393 w 568159"/>
              <a:gd name="connsiteY31" fmla="*/ 325297 h 331869"/>
              <a:gd name="connsiteX32" fmla="*/ 39255 w 568159"/>
              <a:gd name="connsiteY32" fmla="*/ 325297 h 331869"/>
              <a:gd name="connsiteX33" fmla="*/ 39255 w 568159"/>
              <a:gd name="connsiteY33" fmla="*/ 124504 h 331869"/>
              <a:gd name="connsiteX34" fmla="*/ 0 w 568159"/>
              <a:gd name="connsiteY34" fmla="*/ 124504 h 331869"/>
              <a:gd name="connsiteX35" fmla="*/ 0 w 568159"/>
              <a:gd name="connsiteY35" fmla="*/ 88151 h 331869"/>
              <a:gd name="connsiteX36" fmla="*/ 39255 w 568159"/>
              <a:gd name="connsiteY36" fmla="*/ 88151 h 331869"/>
              <a:gd name="connsiteX37" fmla="*/ 39255 w 568159"/>
              <a:gd name="connsiteY37" fmla="*/ 83543 h 331869"/>
              <a:gd name="connsiteX38" fmla="*/ 115372 w 568159"/>
              <a:gd name="connsiteY38" fmla="*/ 0 h 331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568159" h="331869">
                <a:moveTo>
                  <a:pt x="283398" y="120492"/>
                </a:moveTo>
                <a:cubicBezTo>
                  <a:pt x="248324" y="120492"/>
                  <a:pt x="227076" y="150872"/>
                  <a:pt x="227076" y="206853"/>
                </a:cubicBezTo>
                <a:cubicBezTo>
                  <a:pt x="227076" y="262662"/>
                  <a:pt x="248324" y="292700"/>
                  <a:pt x="283398" y="292700"/>
                </a:cubicBezTo>
                <a:cubicBezTo>
                  <a:pt x="318042" y="292700"/>
                  <a:pt x="340230" y="262235"/>
                  <a:pt x="340230" y="206853"/>
                </a:cubicBezTo>
                <a:cubicBezTo>
                  <a:pt x="340230" y="151384"/>
                  <a:pt x="318042" y="120492"/>
                  <a:pt x="283398" y="120492"/>
                </a:cubicBezTo>
                <a:close/>
                <a:moveTo>
                  <a:pt x="555700" y="81752"/>
                </a:moveTo>
                <a:cubicBezTo>
                  <a:pt x="559369" y="81752"/>
                  <a:pt x="563551" y="81752"/>
                  <a:pt x="568159" y="82263"/>
                </a:cubicBezTo>
                <a:lnTo>
                  <a:pt x="568159" y="133378"/>
                </a:lnTo>
                <a:cubicBezTo>
                  <a:pt x="563124" y="132867"/>
                  <a:pt x="558943" y="132867"/>
                  <a:pt x="556638" y="132867"/>
                </a:cubicBezTo>
                <a:cubicBezTo>
                  <a:pt x="518408" y="132867"/>
                  <a:pt x="493492" y="161027"/>
                  <a:pt x="493406" y="207706"/>
                </a:cubicBezTo>
                <a:lnTo>
                  <a:pt x="493406" y="325297"/>
                </a:lnTo>
                <a:lnTo>
                  <a:pt x="440413" y="325297"/>
                </a:lnTo>
                <a:lnTo>
                  <a:pt x="440413" y="88151"/>
                </a:lnTo>
                <a:lnTo>
                  <a:pt x="488798" y="88151"/>
                </a:lnTo>
                <a:lnTo>
                  <a:pt x="488798" y="139352"/>
                </a:lnTo>
                <a:cubicBezTo>
                  <a:pt x="500746" y="100610"/>
                  <a:pt x="522420" y="81752"/>
                  <a:pt x="555700" y="81752"/>
                </a:cubicBezTo>
                <a:close/>
                <a:moveTo>
                  <a:pt x="283398" y="81752"/>
                </a:moveTo>
                <a:cubicBezTo>
                  <a:pt x="350812" y="81752"/>
                  <a:pt x="396893" y="130648"/>
                  <a:pt x="396893" y="206853"/>
                </a:cubicBezTo>
                <a:cubicBezTo>
                  <a:pt x="396893" y="282971"/>
                  <a:pt x="350812" y="331869"/>
                  <a:pt x="283398" y="331869"/>
                </a:cubicBezTo>
                <a:cubicBezTo>
                  <a:pt x="216067" y="331869"/>
                  <a:pt x="170413" y="282971"/>
                  <a:pt x="170413" y="206853"/>
                </a:cubicBezTo>
                <a:cubicBezTo>
                  <a:pt x="170413" y="130648"/>
                  <a:pt x="216495" y="81752"/>
                  <a:pt x="283398" y="81752"/>
                </a:cubicBezTo>
                <a:close/>
                <a:moveTo>
                  <a:pt x="115372" y="0"/>
                </a:moveTo>
                <a:cubicBezTo>
                  <a:pt x="131501" y="0"/>
                  <a:pt x="146690" y="939"/>
                  <a:pt x="161027" y="4182"/>
                </a:cubicBezTo>
                <a:lnTo>
                  <a:pt x="161113" y="4182"/>
                </a:lnTo>
                <a:lnTo>
                  <a:pt x="161113" y="42924"/>
                </a:lnTo>
                <a:cubicBezTo>
                  <a:pt x="147715" y="40619"/>
                  <a:pt x="137559" y="39682"/>
                  <a:pt x="129709" y="39682"/>
                </a:cubicBezTo>
                <a:cubicBezTo>
                  <a:pt x="101976" y="39682"/>
                  <a:pt x="90454" y="52651"/>
                  <a:pt x="90454" y="81752"/>
                </a:cubicBezTo>
                <a:lnTo>
                  <a:pt x="90454" y="88237"/>
                </a:lnTo>
                <a:lnTo>
                  <a:pt x="148142" y="88237"/>
                </a:lnTo>
                <a:lnTo>
                  <a:pt x="148142" y="124590"/>
                </a:lnTo>
                <a:lnTo>
                  <a:pt x="91393" y="124590"/>
                </a:lnTo>
                <a:lnTo>
                  <a:pt x="91393" y="325297"/>
                </a:lnTo>
                <a:lnTo>
                  <a:pt x="39255" y="325297"/>
                </a:lnTo>
                <a:lnTo>
                  <a:pt x="39255" y="124504"/>
                </a:lnTo>
                <a:lnTo>
                  <a:pt x="0" y="124504"/>
                </a:lnTo>
                <a:lnTo>
                  <a:pt x="0" y="88151"/>
                </a:lnTo>
                <a:lnTo>
                  <a:pt x="39255" y="88151"/>
                </a:lnTo>
                <a:lnTo>
                  <a:pt x="39255" y="83543"/>
                </a:lnTo>
                <a:cubicBezTo>
                  <a:pt x="39255" y="26710"/>
                  <a:pt x="63233" y="0"/>
                  <a:pt x="115372" y="0"/>
                </a:cubicBezTo>
                <a:close/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04" name="Rechthoek 203">
            <a:extLst>
              <a:ext uri="{FF2B5EF4-FFF2-40B4-BE49-F238E27FC236}">
                <a16:creationId xmlns:a16="http://schemas.microsoft.com/office/drawing/2014/main" id="{D2823E83-337B-EBE8-2DC9-AC1B405239E1}"/>
              </a:ext>
            </a:extLst>
          </p:cNvPr>
          <p:cNvSpPr/>
          <p:nvPr userDrawn="1"/>
        </p:nvSpPr>
        <p:spPr>
          <a:xfrm>
            <a:off x="0" y="0"/>
            <a:ext cx="739792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/>
          </a:p>
        </p:txBody>
      </p:sp>
      <p:sp>
        <p:nvSpPr>
          <p:cNvPr id="10" name="Vrije vorm: vorm 9">
            <a:extLst>
              <a:ext uri="{FF2B5EF4-FFF2-40B4-BE49-F238E27FC236}">
                <a16:creationId xmlns:a16="http://schemas.microsoft.com/office/drawing/2014/main" id="{68632D5D-A90B-D2B1-47A3-4C3307001C3E}"/>
              </a:ext>
            </a:extLst>
          </p:cNvPr>
          <p:cNvSpPr/>
          <p:nvPr/>
        </p:nvSpPr>
        <p:spPr>
          <a:xfrm>
            <a:off x="2271909" y="1104462"/>
            <a:ext cx="10854" cy="1519651"/>
          </a:xfrm>
          <a:custGeom>
            <a:avLst/>
            <a:gdLst>
              <a:gd name="connsiteX0" fmla="*/ -7 w 11947"/>
              <a:gd name="connsiteY0" fmla="*/ -7 h 1672682"/>
              <a:gd name="connsiteX1" fmla="*/ -7 w 11947"/>
              <a:gd name="connsiteY1" fmla="*/ 1672676 h 1672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47" h="1672682">
                <a:moveTo>
                  <a:pt x="-7" y="-7"/>
                </a:moveTo>
                <a:lnTo>
                  <a:pt x="-7" y="1672676"/>
                </a:lnTo>
              </a:path>
            </a:pathLst>
          </a:custGeom>
          <a:noFill/>
          <a:ln w="83617" cap="flat">
            <a:gradFill>
              <a:gsLst>
                <a:gs pos="0">
                  <a:srgbClr val="F0F9FA">
                    <a:alpha val="0"/>
                  </a:srgbClr>
                </a:gs>
                <a:gs pos="50000">
                  <a:srgbClr val="F0F9FA">
                    <a:alpha val="49804"/>
                  </a:srgbClr>
                </a:gs>
                <a:gs pos="100000">
                  <a:srgbClr val="F0F9FA"/>
                </a:gs>
              </a:gsLst>
              <a:lin ang="54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1" name="Vrije vorm: vorm 10">
            <a:extLst>
              <a:ext uri="{FF2B5EF4-FFF2-40B4-BE49-F238E27FC236}">
                <a16:creationId xmlns:a16="http://schemas.microsoft.com/office/drawing/2014/main" id="{49659C9C-DC5D-D0BB-EA8D-E6CF1126029A}"/>
              </a:ext>
            </a:extLst>
          </p:cNvPr>
          <p:cNvSpPr/>
          <p:nvPr/>
        </p:nvSpPr>
        <p:spPr>
          <a:xfrm>
            <a:off x="1512083" y="344636"/>
            <a:ext cx="10854" cy="1519651"/>
          </a:xfrm>
          <a:custGeom>
            <a:avLst/>
            <a:gdLst>
              <a:gd name="connsiteX0" fmla="*/ -7 w 11947"/>
              <a:gd name="connsiteY0" fmla="*/ -7 h 1672682"/>
              <a:gd name="connsiteX1" fmla="*/ -7 w 11947"/>
              <a:gd name="connsiteY1" fmla="*/ 1672676 h 1672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47" h="1672682">
                <a:moveTo>
                  <a:pt x="-7" y="-7"/>
                </a:moveTo>
                <a:lnTo>
                  <a:pt x="-7" y="1672676"/>
                </a:lnTo>
              </a:path>
            </a:pathLst>
          </a:custGeom>
          <a:noFill/>
          <a:ln w="83617" cap="flat">
            <a:gradFill>
              <a:gsLst>
                <a:gs pos="0">
                  <a:srgbClr val="F0F9FA">
                    <a:alpha val="0"/>
                  </a:srgbClr>
                </a:gs>
                <a:gs pos="50000">
                  <a:srgbClr val="F0F9FA">
                    <a:alpha val="49804"/>
                  </a:srgbClr>
                </a:gs>
                <a:gs pos="100000">
                  <a:srgbClr val="F0F9FA"/>
                </a:gs>
              </a:gsLst>
              <a:lin ang="54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2" name="Vrije vorm: vorm 11">
            <a:extLst>
              <a:ext uri="{FF2B5EF4-FFF2-40B4-BE49-F238E27FC236}">
                <a16:creationId xmlns:a16="http://schemas.microsoft.com/office/drawing/2014/main" id="{18923D7B-20D6-582F-7E76-D16285387676}"/>
              </a:ext>
            </a:extLst>
          </p:cNvPr>
          <p:cNvSpPr/>
          <p:nvPr/>
        </p:nvSpPr>
        <p:spPr>
          <a:xfrm>
            <a:off x="3031735" y="344636"/>
            <a:ext cx="10854" cy="1519651"/>
          </a:xfrm>
          <a:custGeom>
            <a:avLst/>
            <a:gdLst>
              <a:gd name="connsiteX0" fmla="*/ -7 w 11947"/>
              <a:gd name="connsiteY0" fmla="*/ 1672676 h 1672682"/>
              <a:gd name="connsiteX1" fmla="*/ -7 w 11947"/>
              <a:gd name="connsiteY1" fmla="*/ -7 h 1672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47" h="1672682">
                <a:moveTo>
                  <a:pt x="-7" y="1672676"/>
                </a:moveTo>
                <a:lnTo>
                  <a:pt x="-7" y="-7"/>
                </a:lnTo>
              </a:path>
            </a:pathLst>
          </a:custGeom>
          <a:noFill/>
          <a:ln w="83617" cap="flat">
            <a:gradFill>
              <a:gsLst>
                <a:gs pos="0">
                  <a:srgbClr val="F0F9FA">
                    <a:alpha val="0"/>
                  </a:srgbClr>
                </a:gs>
                <a:gs pos="50000">
                  <a:srgbClr val="F0F9FA">
                    <a:alpha val="49804"/>
                  </a:srgbClr>
                </a:gs>
                <a:gs pos="100000">
                  <a:srgbClr val="F0F9FA"/>
                </a:gs>
              </a:gsLst>
              <a:lin ang="162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6" name="Vrije vorm: vorm 15">
            <a:extLst>
              <a:ext uri="{FF2B5EF4-FFF2-40B4-BE49-F238E27FC236}">
                <a16:creationId xmlns:a16="http://schemas.microsoft.com/office/drawing/2014/main" id="{9F2F2BDE-BC7F-5559-3A53-CFB8D21D5D99}"/>
              </a:ext>
            </a:extLst>
          </p:cNvPr>
          <p:cNvSpPr/>
          <p:nvPr/>
        </p:nvSpPr>
        <p:spPr>
          <a:xfrm>
            <a:off x="1512083" y="1864288"/>
            <a:ext cx="2279477" cy="2279477"/>
          </a:xfrm>
          <a:custGeom>
            <a:avLst/>
            <a:gdLst>
              <a:gd name="connsiteX0" fmla="*/ 2509018 w 2509024"/>
              <a:gd name="connsiteY0" fmla="*/ 2509018 h 2509024"/>
              <a:gd name="connsiteX1" fmla="*/ -7 w 2509024"/>
              <a:gd name="connsiteY1" fmla="*/ -7 h 250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509024" h="2509024">
                <a:moveTo>
                  <a:pt x="2509018" y="2509018"/>
                </a:moveTo>
                <a:lnTo>
                  <a:pt x="-7" y="-7"/>
                </a:lnTo>
              </a:path>
            </a:pathLst>
          </a:custGeom>
          <a:noFill/>
          <a:ln w="83617" cap="flat">
            <a:gradFill>
              <a:gsLst>
                <a:gs pos="0">
                  <a:srgbClr val="F0F9FA"/>
                </a:gs>
                <a:gs pos="50000">
                  <a:srgbClr val="F0F9FA">
                    <a:alpha val="49804"/>
                  </a:srgbClr>
                </a:gs>
                <a:gs pos="100000">
                  <a:srgbClr val="F0F9FA">
                    <a:alpha val="0"/>
                  </a:srgbClr>
                </a:gs>
              </a:gsLst>
              <a:lin ang="135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7" name="Vrije vorm: vorm 16">
            <a:extLst>
              <a:ext uri="{FF2B5EF4-FFF2-40B4-BE49-F238E27FC236}">
                <a16:creationId xmlns:a16="http://schemas.microsoft.com/office/drawing/2014/main" id="{C34EA49E-24FF-F55B-05DF-359E2FFA6D09}"/>
              </a:ext>
            </a:extLst>
          </p:cNvPr>
          <p:cNvSpPr/>
          <p:nvPr/>
        </p:nvSpPr>
        <p:spPr>
          <a:xfrm>
            <a:off x="3791561" y="4143765"/>
            <a:ext cx="10854" cy="2279477"/>
          </a:xfrm>
          <a:custGeom>
            <a:avLst/>
            <a:gdLst>
              <a:gd name="connsiteX0" fmla="*/ -7 w 11947"/>
              <a:gd name="connsiteY0" fmla="*/ -7 h 2509024"/>
              <a:gd name="connsiteX1" fmla="*/ -7 w 11947"/>
              <a:gd name="connsiteY1" fmla="*/ 2509018 h 250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47" h="2509024">
                <a:moveTo>
                  <a:pt x="-7" y="-7"/>
                </a:moveTo>
                <a:lnTo>
                  <a:pt x="-7" y="2509018"/>
                </a:lnTo>
              </a:path>
            </a:pathLst>
          </a:custGeom>
          <a:noFill/>
          <a:ln w="83617" cap="flat">
            <a:gradFill>
              <a:gsLst>
                <a:gs pos="0">
                  <a:srgbClr val="F0F9FA"/>
                </a:gs>
                <a:gs pos="50000">
                  <a:srgbClr val="F0F9FA">
                    <a:alpha val="49804"/>
                  </a:srgbClr>
                </a:gs>
                <a:gs pos="100000">
                  <a:srgbClr val="F0F9FA">
                    <a:alpha val="0"/>
                  </a:srgbClr>
                </a:gs>
              </a:gsLst>
              <a:lin ang="54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8" name="Vrije vorm: vorm 17">
            <a:extLst>
              <a:ext uri="{FF2B5EF4-FFF2-40B4-BE49-F238E27FC236}">
                <a16:creationId xmlns:a16="http://schemas.microsoft.com/office/drawing/2014/main" id="{E9506D2E-1797-B67D-71E3-C13E2047392C}"/>
              </a:ext>
            </a:extLst>
          </p:cNvPr>
          <p:cNvSpPr/>
          <p:nvPr/>
        </p:nvSpPr>
        <p:spPr>
          <a:xfrm>
            <a:off x="752257" y="1104462"/>
            <a:ext cx="10854" cy="1519651"/>
          </a:xfrm>
          <a:custGeom>
            <a:avLst/>
            <a:gdLst>
              <a:gd name="connsiteX0" fmla="*/ -7 w 11947"/>
              <a:gd name="connsiteY0" fmla="*/ 1672676 h 1672682"/>
              <a:gd name="connsiteX1" fmla="*/ -7 w 11947"/>
              <a:gd name="connsiteY1" fmla="*/ -7 h 1672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47" h="1672682">
                <a:moveTo>
                  <a:pt x="-7" y="1672676"/>
                </a:moveTo>
                <a:lnTo>
                  <a:pt x="-7" y="-7"/>
                </a:lnTo>
              </a:path>
            </a:pathLst>
          </a:custGeom>
          <a:noFill/>
          <a:ln w="83617" cap="flat">
            <a:gradFill>
              <a:gsLst>
                <a:gs pos="0">
                  <a:srgbClr val="F0F9FA"/>
                </a:gs>
                <a:gs pos="50000">
                  <a:srgbClr val="F0F9FA">
                    <a:alpha val="49804"/>
                  </a:srgbClr>
                </a:gs>
                <a:gs pos="100000">
                  <a:srgbClr val="F0F9FA">
                    <a:alpha val="0"/>
                  </a:srgbClr>
                </a:gs>
              </a:gsLst>
              <a:lin ang="162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5" name="Vrije vorm: vorm 24">
            <a:extLst>
              <a:ext uri="{FF2B5EF4-FFF2-40B4-BE49-F238E27FC236}">
                <a16:creationId xmlns:a16="http://schemas.microsoft.com/office/drawing/2014/main" id="{45C43DA7-476C-9559-7ABF-CDA744749DC3}"/>
              </a:ext>
            </a:extLst>
          </p:cNvPr>
          <p:cNvSpPr/>
          <p:nvPr/>
        </p:nvSpPr>
        <p:spPr>
          <a:xfrm>
            <a:off x="1512083" y="3383940"/>
            <a:ext cx="759825" cy="759825"/>
          </a:xfrm>
          <a:custGeom>
            <a:avLst/>
            <a:gdLst>
              <a:gd name="connsiteX0" fmla="*/ -7 w 836341"/>
              <a:gd name="connsiteY0" fmla="*/ -7 h 836341"/>
              <a:gd name="connsiteX1" fmla="*/ 836335 w 836341"/>
              <a:gd name="connsiteY1" fmla="*/ 836334 h 83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36341" h="836341">
                <a:moveTo>
                  <a:pt x="-7" y="-7"/>
                </a:moveTo>
                <a:lnTo>
                  <a:pt x="836335" y="836334"/>
                </a:lnTo>
              </a:path>
            </a:pathLst>
          </a:custGeom>
          <a:noFill/>
          <a:ln w="83617" cap="flat">
            <a:gradFill>
              <a:gsLst>
                <a:gs pos="0">
                  <a:srgbClr val="F0F9FA"/>
                </a:gs>
                <a:gs pos="50000">
                  <a:srgbClr val="F0F9FA">
                    <a:alpha val="49804"/>
                  </a:srgbClr>
                </a:gs>
                <a:gs pos="100000">
                  <a:srgbClr val="F0F9FA">
                    <a:alpha val="0"/>
                  </a:srgbClr>
                </a:gs>
              </a:gsLst>
              <a:lin ang="27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7" name="Vrije vorm: vorm 26">
            <a:extLst>
              <a:ext uri="{FF2B5EF4-FFF2-40B4-BE49-F238E27FC236}">
                <a16:creationId xmlns:a16="http://schemas.microsoft.com/office/drawing/2014/main" id="{2439F630-76E2-3A05-C0B6-F3A14A03CF59}"/>
              </a:ext>
            </a:extLst>
          </p:cNvPr>
          <p:cNvSpPr/>
          <p:nvPr/>
        </p:nvSpPr>
        <p:spPr>
          <a:xfrm>
            <a:off x="752257" y="2624114"/>
            <a:ext cx="759825" cy="759825"/>
          </a:xfrm>
          <a:custGeom>
            <a:avLst/>
            <a:gdLst>
              <a:gd name="connsiteX0" fmla="*/ 836335 w 836341"/>
              <a:gd name="connsiteY0" fmla="*/ 836334 h 836341"/>
              <a:gd name="connsiteX1" fmla="*/ -7 w 836341"/>
              <a:gd name="connsiteY1" fmla="*/ -7 h 83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36341" h="836341">
                <a:moveTo>
                  <a:pt x="836335" y="836334"/>
                </a:moveTo>
                <a:lnTo>
                  <a:pt x="-7" y="-7"/>
                </a:lnTo>
              </a:path>
            </a:pathLst>
          </a:custGeom>
          <a:noFill/>
          <a:ln w="83617" cap="flat">
            <a:gradFill>
              <a:gsLst>
                <a:gs pos="0">
                  <a:srgbClr val="F0F9FA"/>
                </a:gs>
                <a:gs pos="50000">
                  <a:srgbClr val="F0F9FA">
                    <a:alpha val="49804"/>
                  </a:srgbClr>
                </a:gs>
                <a:gs pos="100000">
                  <a:srgbClr val="F0F9FA">
                    <a:alpha val="0"/>
                  </a:srgbClr>
                </a:gs>
              </a:gsLst>
              <a:lin ang="135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9" name="Vrije vorm: vorm 28">
            <a:extLst>
              <a:ext uri="{FF2B5EF4-FFF2-40B4-BE49-F238E27FC236}">
                <a16:creationId xmlns:a16="http://schemas.microsoft.com/office/drawing/2014/main" id="{7814B93F-116E-8067-DE96-90093825AF0F}"/>
              </a:ext>
            </a:extLst>
          </p:cNvPr>
          <p:cNvSpPr/>
          <p:nvPr/>
        </p:nvSpPr>
        <p:spPr>
          <a:xfrm>
            <a:off x="752257" y="4143765"/>
            <a:ext cx="759825" cy="759825"/>
          </a:xfrm>
          <a:custGeom>
            <a:avLst/>
            <a:gdLst>
              <a:gd name="connsiteX0" fmla="*/ 836335 w 836341"/>
              <a:gd name="connsiteY0" fmla="*/ 836334 h 836341"/>
              <a:gd name="connsiteX1" fmla="*/ -7 w 836341"/>
              <a:gd name="connsiteY1" fmla="*/ -7 h 83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36341" h="836341">
                <a:moveTo>
                  <a:pt x="836335" y="836334"/>
                </a:moveTo>
                <a:lnTo>
                  <a:pt x="-7" y="-7"/>
                </a:lnTo>
              </a:path>
            </a:pathLst>
          </a:custGeom>
          <a:noFill/>
          <a:ln w="83617" cap="flat">
            <a:gradFill>
              <a:gsLst>
                <a:gs pos="0">
                  <a:srgbClr val="F0F9FA"/>
                </a:gs>
                <a:gs pos="50000">
                  <a:srgbClr val="F0F9FA">
                    <a:alpha val="49804"/>
                  </a:srgbClr>
                </a:gs>
                <a:gs pos="100000">
                  <a:srgbClr val="F0F9FA">
                    <a:alpha val="0"/>
                  </a:srgbClr>
                </a:gs>
              </a:gsLst>
              <a:lin ang="135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1" name="Vrije vorm: vorm 30">
            <a:extLst>
              <a:ext uri="{FF2B5EF4-FFF2-40B4-BE49-F238E27FC236}">
                <a16:creationId xmlns:a16="http://schemas.microsoft.com/office/drawing/2014/main" id="{BD0B5104-BF46-6CE9-8695-CAD68929F25B}"/>
              </a:ext>
            </a:extLst>
          </p:cNvPr>
          <p:cNvSpPr/>
          <p:nvPr/>
        </p:nvSpPr>
        <p:spPr>
          <a:xfrm>
            <a:off x="2271909" y="4143765"/>
            <a:ext cx="10854" cy="1519651"/>
          </a:xfrm>
          <a:custGeom>
            <a:avLst/>
            <a:gdLst>
              <a:gd name="connsiteX0" fmla="*/ -7 w 11947"/>
              <a:gd name="connsiteY0" fmla="*/ -7 h 1672682"/>
              <a:gd name="connsiteX1" fmla="*/ -7 w 11947"/>
              <a:gd name="connsiteY1" fmla="*/ 1672676 h 1672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47" h="1672682">
                <a:moveTo>
                  <a:pt x="-7" y="-7"/>
                </a:moveTo>
                <a:lnTo>
                  <a:pt x="-7" y="1672676"/>
                </a:lnTo>
              </a:path>
            </a:pathLst>
          </a:custGeom>
          <a:noFill/>
          <a:ln w="83617" cap="flat">
            <a:gradFill>
              <a:gsLst>
                <a:gs pos="0">
                  <a:srgbClr val="F0F9FA"/>
                </a:gs>
                <a:gs pos="50000">
                  <a:srgbClr val="F0F9FA">
                    <a:alpha val="49804"/>
                  </a:srgbClr>
                </a:gs>
                <a:gs pos="100000">
                  <a:srgbClr val="F0F9FA">
                    <a:alpha val="0"/>
                  </a:srgbClr>
                </a:gs>
              </a:gsLst>
              <a:lin ang="54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2" name="Vrije vorm: vorm 31">
            <a:extLst>
              <a:ext uri="{FF2B5EF4-FFF2-40B4-BE49-F238E27FC236}">
                <a16:creationId xmlns:a16="http://schemas.microsoft.com/office/drawing/2014/main" id="{F5768EF8-0301-EFC2-92CF-967EF3B1B81A}"/>
              </a:ext>
            </a:extLst>
          </p:cNvPr>
          <p:cNvSpPr/>
          <p:nvPr/>
        </p:nvSpPr>
        <p:spPr>
          <a:xfrm>
            <a:off x="1512083" y="4903591"/>
            <a:ext cx="10854" cy="1519651"/>
          </a:xfrm>
          <a:custGeom>
            <a:avLst/>
            <a:gdLst>
              <a:gd name="connsiteX0" fmla="*/ -7 w 11947"/>
              <a:gd name="connsiteY0" fmla="*/ -7 h 1672682"/>
              <a:gd name="connsiteX1" fmla="*/ -7 w 11947"/>
              <a:gd name="connsiteY1" fmla="*/ 1672676 h 1672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47" h="1672682">
                <a:moveTo>
                  <a:pt x="-7" y="-7"/>
                </a:moveTo>
                <a:lnTo>
                  <a:pt x="-7" y="1672676"/>
                </a:lnTo>
              </a:path>
            </a:pathLst>
          </a:custGeom>
          <a:noFill/>
          <a:ln w="83617" cap="flat">
            <a:gradFill>
              <a:gsLst>
                <a:gs pos="0">
                  <a:srgbClr val="F0F9FA"/>
                </a:gs>
                <a:gs pos="50000">
                  <a:srgbClr val="F0F9FA">
                    <a:alpha val="49804"/>
                  </a:srgbClr>
                </a:gs>
                <a:gs pos="100000">
                  <a:srgbClr val="F0F9FA">
                    <a:alpha val="0"/>
                  </a:srgbClr>
                </a:gs>
              </a:gsLst>
              <a:lin ang="54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156" name="Groep 155">
            <a:extLst>
              <a:ext uri="{FF2B5EF4-FFF2-40B4-BE49-F238E27FC236}">
                <a16:creationId xmlns:a16="http://schemas.microsoft.com/office/drawing/2014/main" id="{DE4FA4CD-86B8-5D2F-9BE5-D06D5830A4E3}"/>
              </a:ext>
            </a:extLst>
          </p:cNvPr>
          <p:cNvGrpSpPr/>
          <p:nvPr userDrawn="1"/>
        </p:nvGrpSpPr>
        <p:grpSpPr>
          <a:xfrm>
            <a:off x="1436100" y="268654"/>
            <a:ext cx="151965" cy="151965"/>
            <a:chOff x="1436100" y="268654"/>
            <a:chExt cx="151965" cy="151965"/>
          </a:xfrm>
        </p:grpSpPr>
        <p:sp>
          <p:nvSpPr>
            <p:cNvPr id="42" name="Vrije vorm: vorm 41">
              <a:extLst>
                <a:ext uri="{FF2B5EF4-FFF2-40B4-BE49-F238E27FC236}">
                  <a16:creationId xmlns:a16="http://schemas.microsoft.com/office/drawing/2014/main" id="{2D68D67D-3A99-0080-B1F5-23ABF58C749F}"/>
                </a:ext>
              </a:extLst>
            </p:cNvPr>
            <p:cNvSpPr/>
            <p:nvPr/>
          </p:nvSpPr>
          <p:spPr>
            <a:xfrm>
              <a:off x="1436100" y="268654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3" name="Vrije vorm: vorm 42">
              <a:extLst>
                <a:ext uri="{FF2B5EF4-FFF2-40B4-BE49-F238E27FC236}">
                  <a16:creationId xmlns:a16="http://schemas.microsoft.com/office/drawing/2014/main" id="{4E5C3AE7-6AAB-6EA4-9D49-942D82E1682F}"/>
                </a:ext>
              </a:extLst>
            </p:cNvPr>
            <p:cNvSpPr/>
            <p:nvPr/>
          </p:nvSpPr>
          <p:spPr>
            <a:xfrm>
              <a:off x="1436100" y="268654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49695 w 167268"/>
                <a:gd name="connsiteY6" fmla="*/ 84117 h 167268"/>
                <a:gd name="connsiteX7" fmla="*/ 59732 w 167268"/>
                <a:gd name="connsiteY7" fmla="*/ 59732 h 167268"/>
                <a:gd name="connsiteX8" fmla="*/ 107523 w 167268"/>
                <a:gd name="connsiteY8" fmla="*/ 59732 h 167268"/>
                <a:gd name="connsiteX9" fmla="*/ 107523 w 167268"/>
                <a:gd name="connsiteY9" fmla="*/ 107523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7350"/>
                    <a:pt x="49959" y="102591"/>
                    <a:pt x="49695" y="84117"/>
                  </a:cubicBezTo>
                  <a:cubicBezTo>
                    <a:pt x="49552" y="74957"/>
                    <a:pt x="53185" y="66143"/>
                    <a:pt x="59732" y="59732"/>
                  </a:cubicBezTo>
                  <a:cubicBezTo>
                    <a:pt x="72934" y="46534"/>
                    <a:pt x="94321" y="46534"/>
                    <a:pt x="107523" y="59732"/>
                  </a:cubicBezTo>
                  <a:cubicBezTo>
                    <a:pt x="120725" y="72929"/>
                    <a:pt x="120725" y="94325"/>
                    <a:pt x="107523" y="107523"/>
                  </a:cubicBezTo>
                  <a:cubicBezTo>
                    <a:pt x="101131" y="113745"/>
                    <a:pt x="92540" y="117182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55" name="Groep 154">
            <a:extLst>
              <a:ext uri="{FF2B5EF4-FFF2-40B4-BE49-F238E27FC236}">
                <a16:creationId xmlns:a16="http://schemas.microsoft.com/office/drawing/2014/main" id="{0221F5E5-E3DD-E6D5-76D9-9912C5026246}"/>
              </a:ext>
            </a:extLst>
          </p:cNvPr>
          <p:cNvGrpSpPr/>
          <p:nvPr userDrawn="1"/>
        </p:nvGrpSpPr>
        <p:grpSpPr>
          <a:xfrm>
            <a:off x="2955752" y="268654"/>
            <a:ext cx="151965" cy="151965"/>
            <a:chOff x="2955752" y="268654"/>
            <a:chExt cx="151965" cy="151965"/>
          </a:xfrm>
        </p:grpSpPr>
        <p:sp>
          <p:nvSpPr>
            <p:cNvPr id="44" name="Vrije vorm: vorm 43">
              <a:extLst>
                <a:ext uri="{FF2B5EF4-FFF2-40B4-BE49-F238E27FC236}">
                  <a16:creationId xmlns:a16="http://schemas.microsoft.com/office/drawing/2014/main" id="{A618F5AB-7911-F8D7-1D03-1E3F48595249}"/>
                </a:ext>
              </a:extLst>
            </p:cNvPr>
            <p:cNvSpPr/>
            <p:nvPr/>
          </p:nvSpPr>
          <p:spPr>
            <a:xfrm>
              <a:off x="2955752" y="268654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Vrije vorm: vorm 44">
              <a:extLst>
                <a:ext uri="{FF2B5EF4-FFF2-40B4-BE49-F238E27FC236}">
                  <a16:creationId xmlns:a16="http://schemas.microsoft.com/office/drawing/2014/main" id="{C4C69539-A594-FD56-6A35-58FF5FCE785E}"/>
                </a:ext>
              </a:extLst>
            </p:cNvPr>
            <p:cNvSpPr/>
            <p:nvPr/>
          </p:nvSpPr>
          <p:spPr>
            <a:xfrm>
              <a:off x="2955752" y="268654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49695 w 167268"/>
                <a:gd name="connsiteY6" fmla="*/ 84117 h 167268"/>
                <a:gd name="connsiteX7" fmla="*/ 59732 w 167268"/>
                <a:gd name="connsiteY7" fmla="*/ 59732 h 167268"/>
                <a:gd name="connsiteX8" fmla="*/ 107523 w 167268"/>
                <a:gd name="connsiteY8" fmla="*/ 59732 h 167268"/>
                <a:gd name="connsiteX9" fmla="*/ 107523 w 167268"/>
                <a:gd name="connsiteY9" fmla="*/ 107523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7350"/>
                    <a:pt x="49959" y="102591"/>
                    <a:pt x="49695" y="84117"/>
                  </a:cubicBezTo>
                  <a:cubicBezTo>
                    <a:pt x="49552" y="74957"/>
                    <a:pt x="53185" y="66143"/>
                    <a:pt x="59732" y="59732"/>
                  </a:cubicBezTo>
                  <a:cubicBezTo>
                    <a:pt x="72934" y="46534"/>
                    <a:pt x="94321" y="46534"/>
                    <a:pt x="107523" y="59732"/>
                  </a:cubicBezTo>
                  <a:cubicBezTo>
                    <a:pt x="120725" y="72929"/>
                    <a:pt x="120725" y="94325"/>
                    <a:pt x="107523" y="107523"/>
                  </a:cubicBezTo>
                  <a:cubicBezTo>
                    <a:pt x="101131" y="113745"/>
                    <a:pt x="92540" y="117182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3" name="Groep 162">
            <a:extLst>
              <a:ext uri="{FF2B5EF4-FFF2-40B4-BE49-F238E27FC236}">
                <a16:creationId xmlns:a16="http://schemas.microsoft.com/office/drawing/2014/main" id="{8731AB22-EB0B-7705-3405-9855734AEAE6}"/>
              </a:ext>
            </a:extLst>
          </p:cNvPr>
          <p:cNvGrpSpPr/>
          <p:nvPr userDrawn="1"/>
        </p:nvGrpSpPr>
        <p:grpSpPr>
          <a:xfrm>
            <a:off x="676275" y="1028479"/>
            <a:ext cx="151965" cy="151965"/>
            <a:chOff x="676275" y="1028479"/>
            <a:chExt cx="151965" cy="151965"/>
          </a:xfrm>
        </p:grpSpPr>
        <p:sp>
          <p:nvSpPr>
            <p:cNvPr id="54" name="Vrije vorm: vorm 53">
              <a:extLst>
                <a:ext uri="{FF2B5EF4-FFF2-40B4-BE49-F238E27FC236}">
                  <a16:creationId xmlns:a16="http://schemas.microsoft.com/office/drawing/2014/main" id="{B721ED27-068D-A9AD-5F1D-E603301402F7}"/>
                </a:ext>
              </a:extLst>
            </p:cNvPr>
            <p:cNvSpPr/>
            <p:nvPr/>
          </p:nvSpPr>
          <p:spPr>
            <a:xfrm>
              <a:off x="676275" y="1028479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5" name="Vrije vorm: vorm 54">
              <a:extLst>
                <a:ext uri="{FF2B5EF4-FFF2-40B4-BE49-F238E27FC236}">
                  <a16:creationId xmlns:a16="http://schemas.microsoft.com/office/drawing/2014/main" id="{3EC05E37-E9A5-5895-70A3-26FBCAC9FDF8}"/>
                </a:ext>
              </a:extLst>
            </p:cNvPr>
            <p:cNvSpPr/>
            <p:nvPr/>
          </p:nvSpPr>
          <p:spPr>
            <a:xfrm>
              <a:off x="676275" y="1028479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9732 w 167268"/>
                <a:gd name="connsiteY6" fmla="*/ 107284 h 167268"/>
                <a:gd name="connsiteX7" fmla="*/ 59254 w 167268"/>
                <a:gd name="connsiteY7" fmla="*/ 59975 h 167268"/>
                <a:gd name="connsiteX8" fmla="*/ 59732 w 167268"/>
                <a:gd name="connsiteY8" fmla="*/ 59493 h 167268"/>
                <a:gd name="connsiteX9" fmla="*/ 107045 w 167268"/>
                <a:gd name="connsiteY9" fmla="*/ 59010 h 167268"/>
                <a:gd name="connsiteX10" fmla="*/ 107523 w 167268"/>
                <a:gd name="connsiteY10" fmla="*/ 59493 h 167268"/>
                <a:gd name="connsiteX11" fmla="*/ 108001 w 167268"/>
                <a:gd name="connsiteY11" fmla="*/ 106801 h 167268"/>
                <a:gd name="connsiteX12" fmla="*/ 107523 w 167268"/>
                <a:gd name="connsiteY12" fmla="*/ 107284 h 167268"/>
                <a:gd name="connsiteX13" fmla="*/ 83627 w 167268"/>
                <a:gd name="connsiteY13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74678" y="117093"/>
                    <a:pt x="66100" y="113572"/>
                    <a:pt x="59732" y="107284"/>
                  </a:cubicBezTo>
                  <a:cubicBezTo>
                    <a:pt x="46529" y="94354"/>
                    <a:pt x="46315" y="73173"/>
                    <a:pt x="59254" y="59975"/>
                  </a:cubicBezTo>
                  <a:cubicBezTo>
                    <a:pt x="59409" y="59813"/>
                    <a:pt x="59564" y="59652"/>
                    <a:pt x="59732" y="59493"/>
                  </a:cubicBezTo>
                  <a:cubicBezTo>
                    <a:pt x="72659" y="46295"/>
                    <a:pt x="93843" y="46079"/>
                    <a:pt x="107045" y="59010"/>
                  </a:cubicBezTo>
                  <a:cubicBezTo>
                    <a:pt x="107200" y="59169"/>
                    <a:pt x="107367" y="59330"/>
                    <a:pt x="107523" y="59493"/>
                  </a:cubicBezTo>
                  <a:cubicBezTo>
                    <a:pt x="120725" y="72424"/>
                    <a:pt x="120940" y="93603"/>
                    <a:pt x="108001" y="106801"/>
                  </a:cubicBezTo>
                  <a:cubicBezTo>
                    <a:pt x="107845" y="106963"/>
                    <a:pt x="107690" y="107125"/>
                    <a:pt x="107523" y="107284"/>
                  </a:cubicBezTo>
                  <a:cubicBezTo>
                    <a:pt x="101155" y="113572"/>
                    <a:pt x="92576" y="117093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57" name="Groep 156">
            <a:extLst>
              <a:ext uri="{FF2B5EF4-FFF2-40B4-BE49-F238E27FC236}">
                <a16:creationId xmlns:a16="http://schemas.microsoft.com/office/drawing/2014/main" id="{0B80B5B9-7165-F285-68BA-300394543AC2}"/>
              </a:ext>
            </a:extLst>
          </p:cNvPr>
          <p:cNvGrpSpPr/>
          <p:nvPr userDrawn="1"/>
        </p:nvGrpSpPr>
        <p:grpSpPr>
          <a:xfrm>
            <a:off x="2195927" y="1028479"/>
            <a:ext cx="151965" cy="151965"/>
            <a:chOff x="2195927" y="1028479"/>
            <a:chExt cx="151965" cy="151965"/>
          </a:xfrm>
        </p:grpSpPr>
        <p:sp>
          <p:nvSpPr>
            <p:cNvPr id="56" name="Vrije vorm: vorm 55">
              <a:extLst>
                <a:ext uri="{FF2B5EF4-FFF2-40B4-BE49-F238E27FC236}">
                  <a16:creationId xmlns:a16="http://schemas.microsoft.com/office/drawing/2014/main" id="{ECCEBEA7-6B2E-AA98-177C-74E7A9DD60EB}"/>
                </a:ext>
              </a:extLst>
            </p:cNvPr>
            <p:cNvSpPr/>
            <p:nvPr/>
          </p:nvSpPr>
          <p:spPr>
            <a:xfrm>
              <a:off x="2195927" y="1028479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7" name="Vrije vorm: vorm 56">
              <a:extLst>
                <a:ext uri="{FF2B5EF4-FFF2-40B4-BE49-F238E27FC236}">
                  <a16:creationId xmlns:a16="http://schemas.microsoft.com/office/drawing/2014/main" id="{2AF6DBA9-A6EF-A638-E228-9F1A50B158A5}"/>
                </a:ext>
              </a:extLst>
            </p:cNvPr>
            <p:cNvSpPr/>
            <p:nvPr/>
          </p:nvSpPr>
          <p:spPr>
            <a:xfrm>
              <a:off x="2195927" y="1028479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7 h 167268"/>
                <a:gd name="connsiteX7" fmla="*/ 84105 w 167268"/>
                <a:gd name="connsiteY7" fmla="*/ 50175 h 167268"/>
                <a:gd name="connsiteX8" fmla="*/ 117320 w 167268"/>
                <a:gd name="connsiteY8" fmla="*/ 83869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8"/>
                    <a:pt x="50281" y="101863"/>
                    <a:pt x="50412" y="83387"/>
                  </a:cubicBezTo>
                  <a:cubicBezTo>
                    <a:pt x="50544" y="64912"/>
                    <a:pt x="65634" y="50042"/>
                    <a:pt x="84105" y="50175"/>
                  </a:cubicBezTo>
                  <a:cubicBezTo>
                    <a:pt x="102588" y="50309"/>
                    <a:pt x="117451" y="65393"/>
                    <a:pt x="117320" y="83869"/>
                  </a:cubicBezTo>
                  <a:cubicBezTo>
                    <a:pt x="117260" y="92657"/>
                    <a:pt x="113736" y="101068"/>
                    <a:pt x="107523" y="107284"/>
                  </a:cubicBezTo>
                  <a:cubicBezTo>
                    <a:pt x="101178" y="113593"/>
                    <a:pt x="92576" y="117119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58" name="Vrije vorm: vorm 57">
            <a:extLst>
              <a:ext uri="{FF2B5EF4-FFF2-40B4-BE49-F238E27FC236}">
                <a16:creationId xmlns:a16="http://schemas.microsoft.com/office/drawing/2014/main" id="{D090E259-762B-0CF2-4F6D-1D780A48E7CC}"/>
              </a:ext>
            </a:extLst>
          </p:cNvPr>
          <p:cNvSpPr/>
          <p:nvPr/>
        </p:nvSpPr>
        <p:spPr>
          <a:xfrm>
            <a:off x="3715579" y="1028479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</a:path>
            </a:pathLst>
          </a:custGeom>
          <a:solidFill>
            <a:schemeClr val="accent1"/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9" name="Vrije vorm: vorm 58">
            <a:extLst>
              <a:ext uri="{FF2B5EF4-FFF2-40B4-BE49-F238E27FC236}">
                <a16:creationId xmlns:a16="http://schemas.microsoft.com/office/drawing/2014/main" id="{0D38E2A2-3088-7EED-DB4A-EAA535911290}"/>
              </a:ext>
            </a:extLst>
          </p:cNvPr>
          <p:cNvSpPr/>
          <p:nvPr/>
        </p:nvSpPr>
        <p:spPr>
          <a:xfrm>
            <a:off x="3715579" y="1028479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50412 w 167268"/>
              <a:gd name="connsiteY6" fmla="*/ 83387 h 167268"/>
              <a:gd name="connsiteX7" fmla="*/ 84105 w 167268"/>
              <a:gd name="connsiteY7" fmla="*/ 50175 h 167268"/>
              <a:gd name="connsiteX8" fmla="*/ 117320 w 167268"/>
              <a:gd name="connsiteY8" fmla="*/ 83869 h 167268"/>
              <a:gd name="connsiteX9" fmla="*/ 107523 w 167268"/>
              <a:gd name="connsiteY9" fmla="*/ 107284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6948"/>
                  <a:pt x="50281" y="101863"/>
                  <a:pt x="50412" y="83387"/>
                </a:cubicBezTo>
                <a:cubicBezTo>
                  <a:pt x="50544" y="64912"/>
                  <a:pt x="65634" y="50042"/>
                  <a:pt x="84105" y="50175"/>
                </a:cubicBezTo>
                <a:cubicBezTo>
                  <a:pt x="102588" y="50309"/>
                  <a:pt x="117451" y="65393"/>
                  <a:pt x="117320" y="83869"/>
                </a:cubicBezTo>
                <a:cubicBezTo>
                  <a:pt x="117260" y="92657"/>
                  <a:pt x="113736" y="101068"/>
                  <a:pt x="107523" y="107284"/>
                </a:cubicBezTo>
                <a:cubicBezTo>
                  <a:pt x="101178" y="113593"/>
                  <a:pt x="92576" y="117119"/>
                  <a:pt x="83627" y="117081"/>
                </a:cubicBezTo>
                <a:close/>
              </a:path>
            </a:pathLst>
          </a:custGeom>
          <a:solidFill>
            <a:schemeClr val="accent1"/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162" name="Groep 161">
            <a:extLst>
              <a:ext uri="{FF2B5EF4-FFF2-40B4-BE49-F238E27FC236}">
                <a16:creationId xmlns:a16="http://schemas.microsoft.com/office/drawing/2014/main" id="{7B7D2BA0-D05A-A0A2-0B6B-6A26CC015F37}"/>
              </a:ext>
            </a:extLst>
          </p:cNvPr>
          <p:cNvGrpSpPr/>
          <p:nvPr userDrawn="1"/>
        </p:nvGrpSpPr>
        <p:grpSpPr>
          <a:xfrm>
            <a:off x="1436100" y="1788305"/>
            <a:ext cx="151965" cy="151965"/>
            <a:chOff x="1436100" y="1788305"/>
            <a:chExt cx="151965" cy="151965"/>
          </a:xfrm>
        </p:grpSpPr>
        <p:sp>
          <p:nvSpPr>
            <p:cNvPr id="68" name="Vrije vorm: vorm 67">
              <a:extLst>
                <a:ext uri="{FF2B5EF4-FFF2-40B4-BE49-F238E27FC236}">
                  <a16:creationId xmlns:a16="http://schemas.microsoft.com/office/drawing/2014/main" id="{8A125716-26D8-31F5-8C30-D9F2919D2C94}"/>
                </a:ext>
              </a:extLst>
            </p:cNvPr>
            <p:cNvSpPr/>
            <p:nvPr/>
          </p:nvSpPr>
          <p:spPr>
            <a:xfrm>
              <a:off x="1436100" y="178830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9" name="Vrije vorm: vorm 68">
              <a:extLst>
                <a:ext uri="{FF2B5EF4-FFF2-40B4-BE49-F238E27FC236}">
                  <a16:creationId xmlns:a16="http://schemas.microsoft.com/office/drawing/2014/main" id="{BB004EFC-EFCE-790B-285E-3BE07FAE7556}"/>
                </a:ext>
              </a:extLst>
            </p:cNvPr>
            <p:cNvSpPr/>
            <p:nvPr/>
          </p:nvSpPr>
          <p:spPr>
            <a:xfrm>
              <a:off x="1436100" y="178830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58" name="Groep 157">
            <a:extLst>
              <a:ext uri="{FF2B5EF4-FFF2-40B4-BE49-F238E27FC236}">
                <a16:creationId xmlns:a16="http://schemas.microsoft.com/office/drawing/2014/main" id="{984FA816-DE39-A0E1-8328-81C54E0D0358}"/>
              </a:ext>
            </a:extLst>
          </p:cNvPr>
          <p:cNvGrpSpPr/>
          <p:nvPr userDrawn="1"/>
        </p:nvGrpSpPr>
        <p:grpSpPr>
          <a:xfrm>
            <a:off x="2955752" y="1788305"/>
            <a:ext cx="151965" cy="151965"/>
            <a:chOff x="2955752" y="1788305"/>
            <a:chExt cx="151965" cy="151965"/>
          </a:xfrm>
        </p:grpSpPr>
        <p:sp>
          <p:nvSpPr>
            <p:cNvPr id="70" name="Vrije vorm: vorm 69">
              <a:extLst>
                <a:ext uri="{FF2B5EF4-FFF2-40B4-BE49-F238E27FC236}">
                  <a16:creationId xmlns:a16="http://schemas.microsoft.com/office/drawing/2014/main" id="{AD86F847-8E61-1D6F-78D0-FB5A19372180}"/>
                </a:ext>
              </a:extLst>
            </p:cNvPr>
            <p:cNvSpPr/>
            <p:nvPr/>
          </p:nvSpPr>
          <p:spPr>
            <a:xfrm>
              <a:off x="2955752" y="178830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1" name="Vrije vorm: vorm 70">
              <a:extLst>
                <a:ext uri="{FF2B5EF4-FFF2-40B4-BE49-F238E27FC236}">
                  <a16:creationId xmlns:a16="http://schemas.microsoft.com/office/drawing/2014/main" id="{FDEAE792-505A-B947-5B3D-F2D7F7551D23}"/>
                </a:ext>
              </a:extLst>
            </p:cNvPr>
            <p:cNvSpPr/>
            <p:nvPr/>
          </p:nvSpPr>
          <p:spPr>
            <a:xfrm>
              <a:off x="2955752" y="178830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4" name="Groep 163">
            <a:extLst>
              <a:ext uri="{FF2B5EF4-FFF2-40B4-BE49-F238E27FC236}">
                <a16:creationId xmlns:a16="http://schemas.microsoft.com/office/drawing/2014/main" id="{B0A7183E-C35F-6C61-AEE0-F1C935378057}"/>
              </a:ext>
            </a:extLst>
          </p:cNvPr>
          <p:cNvGrpSpPr/>
          <p:nvPr userDrawn="1"/>
        </p:nvGrpSpPr>
        <p:grpSpPr>
          <a:xfrm>
            <a:off x="676275" y="2548131"/>
            <a:ext cx="151965" cy="151965"/>
            <a:chOff x="676275" y="2548131"/>
            <a:chExt cx="151965" cy="151965"/>
          </a:xfrm>
        </p:grpSpPr>
        <p:sp>
          <p:nvSpPr>
            <p:cNvPr id="80" name="Vrije vorm: vorm 79">
              <a:extLst>
                <a:ext uri="{FF2B5EF4-FFF2-40B4-BE49-F238E27FC236}">
                  <a16:creationId xmlns:a16="http://schemas.microsoft.com/office/drawing/2014/main" id="{D2E2D6AA-4CA8-D20E-CBDB-5434A2E39CED}"/>
                </a:ext>
              </a:extLst>
            </p:cNvPr>
            <p:cNvSpPr/>
            <p:nvPr/>
          </p:nvSpPr>
          <p:spPr>
            <a:xfrm>
              <a:off x="676275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1" name="Vrije vorm: vorm 80">
              <a:extLst>
                <a:ext uri="{FF2B5EF4-FFF2-40B4-BE49-F238E27FC236}">
                  <a16:creationId xmlns:a16="http://schemas.microsoft.com/office/drawing/2014/main" id="{4301B2DD-311B-2255-EA5B-04951991C33C}"/>
                </a:ext>
              </a:extLst>
            </p:cNvPr>
            <p:cNvSpPr/>
            <p:nvPr/>
          </p:nvSpPr>
          <p:spPr>
            <a:xfrm>
              <a:off x="676275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5" y="101071"/>
                    <a:pt x="107523" y="107284"/>
                  </a:cubicBezTo>
                  <a:cubicBezTo>
                    <a:pt x="101202" y="113628"/>
                    <a:pt x="92588" y="117165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1" name="Groep 160">
            <a:extLst>
              <a:ext uri="{FF2B5EF4-FFF2-40B4-BE49-F238E27FC236}">
                <a16:creationId xmlns:a16="http://schemas.microsoft.com/office/drawing/2014/main" id="{CE4F4FA7-E506-2F57-F370-F6834CB0762A}"/>
              </a:ext>
            </a:extLst>
          </p:cNvPr>
          <p:cNvGrpSpPr/>
          <p:nvPr userDrawn="1"/>
        </p:nvGrpSpPr>
        <p:grpSpPr>
          <a:xfrm>
            <a:off x="2195927" y="2548131"/>
            <a:ext cx="151965" cy="151965"/>
            <a:chOff x="2195927" y="2548131"/>
            <a:chExt cx="151965" cy="151965"/>
          </a:xfrm>
        </p:grpSpPr>
        <p:sp>
          <p:nvSpPr>
            <p:cNvPr id="82" name="Vrije vorm: vorm 81">
              <a:extLst>
                <a:ext uri="{FF2B5EF4-FFF2-40B4-BE49-F238E27FC236}">
                  <a16:creationId xmlns:a16="http://schemas.microsoft.com/office/drawing/2014/main" id="{567D651F-B8AF-EB1B-946A-90EC4F80C48D}"/>
                </a:ext>
              </a:extLst>
            </p:cNvPr>
            <p:cNvSpPr/>
            <p:nvPr/>
          </p:nvSpPr>
          <p:spPr>
            <a:xfrm>
              <a:off x="2195927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3" name="Vrije vorm: vorm 82">
              <a:extLst>
                <a:ext uri="{FF2B5EF4-FFF2-40B4-BE49-F238E27FC236}">
                  <a16:creationId xmlns:a16="http://schemas.microsoft.com/office/drawing/2014/main" id="{C58E6801-4084-0EAD-A0FE-E6C5FE4198EF}"/>
                </a:ext>
              </a:extLst>
            </p:cNvPr>
            <p:cNvSpPr/>
            <p:nvPr/>
          </p:nvSpPr>
          <p:spPr>
            <a:xfrm>
              <a:off x="2195927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0" name="Groep 159">
            <a:extLst>
              <a:ext uri="{FF2B5EF4-FFF2-40B4-BE49-F238E27FC236}">
                <a16:creationId xmlns:a16="http://schemas.microsoft.com/office/drawing/2014/main" id="{C9687D3C-EE2D-58ED-5ED2-6F58BFF75D3D}"/>
              </a:ext>
            </a:extLst>
          </p:cNvPr>
          <p:cNvGrpSpPr/>
          <p:nvPr userDrawn="1"/>
        </p:nvGrpSpPr>
        <p:grpSpPr>
          <a:xfrm>
            <a:off x="3715579" y="2548131"/>
            <a:ext cx="151965" cy="151965"/>
            <a:chOff x="3715579" y="2548131"/>
            <a:chExt cx="151965" cy="151965"/>
          </a:xfrm>
        </p:grpSpPr>
        <p:sp>
          <p:nvSpPr>
            <p:cNvPr id="84" name="Vrije vorm: vorm 83">
              <a:extLst>
                <a:ext uri="{FF2B5EF4-FFF2-40B4-BE49-F238E27FC236}">
                  <a16:creationId xmlns:a16="http://schemas.microsoft.com/office/drawing/2014/main" id="{9CFB7428-1640-7106-71E3-CEEC9C2199A2}"/>
                </a:ext>
              </a:extLst>
            </p:cNvPr>
            <p:cNvSpPr/>
            <p:nvPr/>
          </p:nvSpPr>
          <p:spPr>
            <a:xfrm>
              <a:off x="3715579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5" name="Vrije vorm: vorm 84">
              <a:extLst>
                <a:ext uri="{FF2B5EF4-FFF2-40B4-BE49-F238E27FC236}">
                  <a16:creationId xmlns:a16="http://schemas.microsoft.com/office/drawing/2014/main" id="{E639F2F6-22F6-E6C0-30E7-C9A4563FD620}"/>
                </a:ext>
              </a:extLst>
            </p:cNvPr>
            <p:cNvSpPr/>
            <p:nvPr/>
          </p:nvSpPr>
          <p:spPr>
            <a:xfrm>
              <a:off x="3715579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5" name="Groep 164">
            <a:extLst>
              <a:ext uri="{FF2B5EF4-FFF2-40B4-BE49-F238E27FC236}">
                <a16:creationId xmlns:a16="http://schemas.microsoft.com/office/drawing/2014/main" id="{03DF1EB7-0FEA-269F-398C-FE1B27505950}"/>
              </a:ext>
            </a:extLst>
          </p:cNvPr>
          <p:cNvGrpSpPr/>
          <p:nvPr userDrawn="1"/>
        </p:nvGrpSpPr>
        <p:grpSpPr>
          <a:xfrm>
            <a:off x="1436100" y="3307957"/>
            <a:ext cx="151965" cy="151965"/>
            <a:chOff x="1436100" y="3307957"/>
            <a:chExt cx="151965" cy="151965"/>
          </a:xfrm>
        </p:grpSpPr>
        <p:sp>
          <p:nvSpPr>
            <p:cNvPr id="94" name="Vrije vorm: vorm 93">
              <a:extLst>
                <a:ext uri="{FF2B5EF4-FFF2-40B4-BE49-F238E27FC236}">
                  <a16:creationId xmlns:a16="http://schemas.microsoft.com/office/drawing/2014/main" id="{5E364CBB-B959-5E3F-73C1-837472B06288}"/>
                </a:ext>
              </a:extLst>
            </p:cNvPr>
            <p:cNvSpPr/>
            <p:nvPr/>
          </p:nvSpPr>
          <p:spPr>
            <a:xfrm>
              <a:off x="1436100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5" name="Vrije vorm: vorm 94">
              <a:extLst>
                <a:ext uri="{FF2B5EF4-FFF2-40B4-BE49-F238E27FC236}">
                  <a16:creationId xmlns:a16="http://schemas.microsoft.com/office/drawing/2014/main" id="{CD16A07E-9EFA-E89B-BC1C-46C9F7A82B72}"/>
                </a:ext>
              </a:extLst>
            </p:cNvPr>
            <p:cNvSpPr/>
            <p:nvPr/>
          </p:nvSpPr>
          <p:spPr>
            <a:xfrm>
              <a:off x="1436100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6" name="Groep 165">
            <a:extLst>
              <a:ext uri="{FF2B5EF4-FFF2-40B4-BE49-F238E27FC236}">
                <a16:creationId xmlns:a16="http://schemas.microsoft.com/office/drawing/2014/main" id="{C1B70BE9-407A-0E6A-3837-8939A0171A04}"/>
              </a:ext>
            </a:extLst>
          </p:cNvPr>
          <p:cNvGrpSpPr/>
          <p:nvPr userDrawn="1"/>
        </p:nvGrpSpPr>
        <p:grpSpPr>
          <a:xfrm>
            <a:off x="2955752" y="3307957"/>
            <a:ext cx="151965" cy="151965"/>
            <a:chOff x="2955752" y="3307957"/>
            <a:chExt cx="151965" cy="151965"/>
          </a:xfrm>
        </p:grpSpPr>
        <p:sp>
          <p:nvSpPr>
            <p:cNvPr id="96" name="Vrije vorm: vorm 95">
              <a:extLst>
                <a:ext uri="{FF2B5EF4-FFF2-40B4-BE49-F238E27FC236}">
                  <a16:creationId xmlns:a16="http://schemas.microsoft.com/office/drawing/2014/main" id="{88F45089-4D4B-BB1C-967C-CCCB812909CD}"/>
                </a:ext>
              </a:extLst>
            </p:cNvPr>
            <p:cNvSpPr/>
            <p:nvPr/>
          </p:nvSpPr>
          <p:spPr>
            <a:xfrm>
              <a:off x="2955752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7" name="Vrije vorm: vorm 96">
              <a:extLst>
                <a:ext uri="{FF2B5EF4-FFF2-40B4-BE49-F238E27FC236}">
                  <a16:creationId xmlns:a16="http://schemas.microsoft.com/office/drawing/2014/main" id="{FEB8741D-9861-0DD8-5ED8-7FA803D11C83}"/>
                </a:ext>
              </a:extLst>
            </p:cNvPr>
            <p:cNvSpPr/>
            <p:nvPr/>
          </p:nvSpPr>
          <p:spPr>
            <a:xfrm>
              <a:off x="2955752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7" name="Groep 166">
            <a:extLst>
              <a:ext uri="{FF2B5EF4-FFF2-40B4-BE49-F238E27FC236}">
                <a16:creationId xmlns:a16="http://schemas.microsoft.com/office/drawing/2014/main" id="{E06E8170-EAEE-0BF4-0C2B-18C473117278}"/>
              </a:ext>
            </a:extLst>
          </p:cNvPr>
          <p:cNvGrpSpPr/>
          <p:nvPr userDrawn="1"/>
        </p:nvGrpSpPr>
        <p:grpSpPr>
          <a:xfrm>
            <a:off x="676275" y="4067783"/>
            <a:ext cx="151965" cy="151965"/>
            <a:chOff x="676275" y="4067783"/>
            <a:chExt cx="151965" cy="151965"/>
          </a:xfrm>
        </p:grpSpPr>
        <p:sp>
          <p:nvSpPr>
            <p:cNvPr id="106" name="Vrije vorm: vorm 105">
              <a:extLst>
                <a:ext uri="{FF2B5EF4-FFF2-40B4-BE49-F238E27FC236}">
                  <a16:creationId xmlns:a16="http://schemas.microsoft.com/office/drawing/2014/main" id="{511D45D6-CD2D-0AA6-E1D5-D47F40E65CCC}"/>
                </a:ext>
              </a:extLst>
            </p:cNvPr>
            <p:cNvSpPr/>
            <p:nvPr/>
          </p:nvSpPr>
          <p:spPr>
            <a:xfrm>
              <a:off x="676275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7" name="Vrije vorm: vorm 106">
              <a:extLst>
                <a:ext uri="{FF2B5EF4-FFF2-40B4-BE49-F238E27FC236}">
                  <a16:creationId xmlns:a16="http://schemas.microsoft.com/office/drawing/2014/main" id="{8EAFF20B-5065-ACDD-E494-01B2BB3E9DAC}"/>
                </a:ext>
              </a:extLst>
            </p:cNvPr>
            <p:cNvSpPr/>
            <p:nvPr/>
          </p:nvSpPr>
          <p:spPr>
            <a:xfrm>
              <a:off x="676275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5" y="101071"/>
                    <a:pt x="107523" y="107284"/>
                  </a:cubicBezTo>
                  <a:cubicBezTo>
                    <a:pt x="101202" y="113628"/>
                    <a:pt x="92588" y="117165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8" name="Groep 167">
            <a:extLst>
              <a:ext uri="{FF2B5EF4-FFF2-40B4-BE49-F238E27FC236}">
                <a16:creationId xmlns:a16="http://schemas.microsoft.com/office/drawing/2014/main" id="{1B6FD9A4-DACA-37B9-98F4-C71FEFD0B974}"/>
              </a:ext>
            </a:extLst>
          </p:cNvPr>
          <p:cNvGrpSpPr/>
          <p:nvPr userDrawn="1"/>
        </p:nvGrpSpPr>
        <p:grpSpPr>
          <a:xfrm>
            <a:off x="2195927" y="4067783"/>
            <a:ext cx="151965" cy="151965"/>
            <a:chOff x="2195927" y="4067783"/>
            <a:chExt cx="151965" cy="151965"/>
          </a:xfrm>
        </p:grpSpPr>
        <p:sp>
          <p:nvSpPr>
            <p:cNvPr id="108" name="Vrije vorm: vorm 107">
              <a:extLst>
                <a:ext uri="{FF2B5EF4-FFF2-40B4-BE49-F238E27FC236}">
                  <a16:creationId xmlns:a16="http://schemas.microsoft.com/office/drawing/2014/main" id="{CCED135B-B3C7-89A4-FFCF-16DF9B96CF81}"/>
                </a:ext>
              </a:extLst>
            </p:cNvPr>
            <p:cNvSpPr/>
            <p:nvPr/>
          </p:nvSpPr>
          <p:spPr>
            <a:xfrm>
              <a:off x="2195927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9" name="Vrije vorm: vorm 108">
              <a:extLst>
                <a:ext uri="{FF2B5EF4-FFF2-40B4-BE49-F238E27FC236}">
                  <a16:creationId xmlns:a16="http://schemas.microsoft.com/office/drawing/2014/main" id="{86E06E43-40C0-FE50-372F-270A08CD1B3D}"/>
                </a:ext>
              </a:extLst>
            </p:cNvPr>
            <p:cNvSpPr/>
            <p:nvPr/>
          </p:nvSpPr>
          <p:spPr>
            <a:xfrm>
              <a:off x="2195927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9" name="Groep 168">
            <a:extLst>
              <a:ext uri="{FF2B5EF4-FFF2-40B4-BE49-F238E27FC236}">
                <a16:creationId xmlns:a16="http://schemas.microsoft.com/office/drawing/2014/main" id="{5A57400C-83D1-42EE-0DA7-984A6AF4083F}"/>
              </a:ext>
            </a:extLst>
          </p:cNvPr>
          <p:cNvGrpSpPr/>
          <p:nvPr userDrawn="1"/>
        </p:nvGrpSpPr>
        <p:grpSpPr>
          <a:xfrm>
            <a:off x="3715579" y="4067783"/>
            <a:ext cx="151965" cy="151965"/>
            <a:chOff x="3715579" y="4067783"/>
            <a:chExt cx="151965" cy="151965"/>
          </a:xfrm>
        </p:grpSpPr>
        <p:sp>
          <p:nvSpPr>
            <p:cNvPr id="110" name="Vrije vorm: vorm 109">
              <a:extLst>
                <a:ext uri="{FF2B5EF4-FFF2-40B4-BE49-F238E27FC236}">
                  <a16:creationId xmlns:a16="http://schemas.microsoft.com/office/drawing/2014/main" id="{EABEDE96-38F2-5BAA-68C2-E6590E25BE89}"/>
                </a:ext>
              </a:extLst>
            </p:cNvPr>
            <p:cNvSpPr/>
            <p:nvPr/>
          </p:nvSpPr>
          <p:spPr>
            <a:xfrm>
              <a:off x="3715579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1" name="Vrije vorm: vorm 110">
              <a:extLst>
                <a:ext uri="{FF2B5EF4-FFF2-40B4-BE49-F238E27FC236}">
                  <a16:creationId xmlns:a16="http://schemas.microsoft.com/office/drawing/2014/main" id="{176FE4EA-22C5-CD7D-7E9E-873C98741317}"/>
                </a:ext>
              </a:extLst>
            </p:cNvPr>
            <p:cNvSpPr/>
            <p:nvPr/>
          </p:nvSpPr>
          <p:spPr>
            <a:xfrm>
              <a:off x="3715579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73" name="Groep 172">
            <a:extLst>
              <a:ext uri="{FF2B5EF4-FFF2-40B4-BE49-F238E27FC236}">
                <a16:creationId xmlns:a16="http://schemas.microsoft.com/office/drawing/2014/main" id="{FC4D7A25-396F-3AFA-1066-5827587DA31B}"/>
              </a:ext>
            </a:extLst>
          </p:cNvPr>
          <p:cNvGrpSpPr/>
          <p:nvPr userDrawn="1"/>
        </p:nvGrpSpPr>
        <p:grpSpPr>
          <a:xfrm>
            <a:off x="1436100" y="4827608"/>
            <a:ext cx="151965" cy="151965"/>
            <a:chOff x="1436100" y="4827608"/>
            <a:chExt cx="151965" cy="151965"/>
          </a:xfrm>
        </p:grpSpPr>
        <p:sp>
          <p:nvSpPr>
            <p:cNvPr id="120" name="Vrije vorm: vorm 119">
              <a:extLst>
                <a:ext uri="{FF2B5EF4-FFF2-40B4-BE49-F238E27FC236}">
                  <a16:creationId xmlns:a16="http://schemas.microsoft.com/office/drawing/2014/main" id="{B99BE0C3-DDCF-3D29-E6AA-729C69DF8DCA}"/>
                </a:ext>
              </a:extLst>
            </p:cNvPr>
            <p:cNvSpPr/>
            <p:nvPr/>
          </p:nvSpPr>
          <p:spPr>
            <a:xfrm>
              <a:off x="1436100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1" name="Vrije vorm: vorm 120">
              <a:extLst>
                <a:ext uri="{FF2B5EF4-FFF2-40B4-BE49-F238E27FC236}">
                  <a16:creationId xmlns:a16="http://schemas.microsoft.com/office/drawing/2014/main" id="{95341127-ED96-6205-BED2-8464D0EF171F}"/>
                </a:ext>
              </a:extLst>
            </p:cNvPr>
            <p:cNvSpPr/>
            <p:nvPr/>
          </p:nvSpPr>
          <p:spPr>
            <a:xfrm>
              <a:off x="1436100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72" name="Groep 171">
            <a:extLst>
              <a:ext uri="{FF2B5EF4-FFF2-40B4-BE49-F238E27FC236}">
                <a16:creationId xmlns:a16="http://schemas.microsoft.com/office/drawing/2014/main" id="{28B60DA0-1E7D-BC41-6366-B45B6A63782F}"/>
              </a:ext>
            </a:extLst>
          </p:cNvPr>
          <p:cNvGrpSpPr/>
          <p:nvPr userDrawn="1"/>
        </p:nvGrpSpPr>
        <p:grpSpPr>
          <a:xfrm>
            <a:off x="2955752" y="4827608"/>
            <a:ext cx="151965" cy="151965"/>
            <a:chOff x="2955752" y="4827608"/>
            <a:chExt cx="151965" cy="151965"/>
          </a:xfrm>
        </p:grpSpPr>
        <p:sp>
          <p:nvSpPr>
            <p:cNvPr id="122" name="Vrije vorm: vorm 121">
              <a:extLst>
                <a:ext uri="{FF2B5EF4-FFF2-40B4-BE49-F238E27FC236}">
                  <a16:creationId xmlns:a16="http://schemas.microsoft.com/office/drawing/2014/main" id="{4BB71F70-ACAD-5A30-7281-776037A25D62}"/>
                </a:ext>
              </a:extLst>
            </p:cNvPr>
            <p:cNvSpPr/>
            <p:nvPr/>
          </p:nvSpPr>
          <p:spPr>
            <a:xfrm>
              <a:off x="2955752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3" name="Vrije vorm: vorm 122">
              <a:extLst>
                <a:ext uri="{FF2B5EF4-FFF2-40B4-BE49-F238E27FC236}">
                  <a16:creationId xmlns:a16="http://schemas.microsoft.com/office/drawing/2014/main" id="{5D68C5F5-57DF-AB10-6C5B-3431B86D4D32}"/>
                </a:ext>
              </a:extLst>
            </p:cNvPr>
            <p:cNvSpPr/>
            <p:nvPr/>
          </p:nvSpPr>
          <p:spPr>
            <a:xfrm>
              <a:off x="2955752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33" name="Vrije vorm: vorm 132">
            <a:extLst>
              <a:ext uri="{FF2B5EF4-FFF2-40B4-BE49-F238E27FC236}">
                <a16:creationId xmlns:a16="http://schemas.microsoft.com/office/drawing/2014/main" id="{C60C56A3-815B-AE9B-03C5-7AF6E64A4793}"/>
              </a:ext>
            </a:extLst>
          </p:cNvPr>
          <p:cNvSpPr/>
          <p:nvPr/>
        </p:nvSpPr>
        <p:spPr>
          <a:xfrm>
            <a:off x="676275" y="5587435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50412 w 167268"/>
              <a:gd name="connsiteY6" fmla="*/ 83388 h 167268"/>
              <a:gd name="connsiteX7" fmla="*/ 84105 w 167268"/>
              <a:gd name="connsiteY7" fmla="*/ 50174 h 167268"/>
              <a:gd name="connsiteX8" fmla="*/ 117320 w 167268"/>
              <a:gd name="connsiteY8" fmla="*/ 83866 h 167268"/>
              <a:gd name="connsiteX9" fmla="*/ 107523 w 167268"/>
              <a:gd name="connsiteY9" fmla="*/ 107284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6949"/>
                  <a:pt x="50281" y="101859"/>
                  <a:pt x="50412" y="83388"/>
                </a:cubicBezTo>
                <a:cubicBezTo>
                  <a:pt x="50544" y="64917"/>
                  <a:pt x="65634" y="50042"/>
                  <a:pt x="84105" y="50174"/>
                </a:cubicBezTo>
                <a:cubicBezTo>
                  <a:pt x="102588" y="50305"/>
                  <a:pt x="117451" y="65395"/>
                  <a:pt x="117320" y="83866"/>
                </a:cubicBezTo>
                <a:cubicBezTo>
                  <a:pt x="117260" y="92660"/>
                  <a:pt x="113735" y="101071"/>
                  <a:pt x="107523" y="107284"/>
                </a:cubicBezTo>
                <a:cubicBezTo>
                  <a:pt x="101202" y="113628"/>
                  <a:pt x="92588" y="117165"/>
                  <a:pt x="83627" y="117081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175" name="Groep 174">
            <a:extLst>
              <a:ext uri="{FF2B5EF4-FFF2-40B4-BE49-F238E27FC236}">
                <a16:creationId xmlns:a16="http://schemas.microsoft.com/office/drawing/2014/main" id="{F144AE15-1859-C558-5995-5A64A15E93E7}"/>
              </a:ext>
            </a:extLst>
          </p:cNvPr>
          <p:cNvGrpSpPr/>
          <p:nvPr userDrawn="1"/>
        </p:nvGrpSpPr>
        <p:grpSpPr>
          <a:xfrm>
            <a:off x="2195927" y="5587435"/>
            <a:ext cx="151965" cy="151965"/>
            <a:chOff x="2195927" y="5587435"/>
            <a:chExt cx="151965" cy="151965"/>
          </a:xfrm>
        </p:grpSpPr>
        <p:sp>
          <p:nvSpPr>
            <p:cNvPr id="134" name="Vrije vorm: vorm 133">
              <a:extLst>
                <a:ext uri="{FF2B5EF4-FFF2-40B4-BE49-F238E27FC236}">
                  <a16:creationId xmlns:a16="http://schemas.microsoft.com/office/drawing/2014/main" id="{EA4DC19E-7F78-D7B2-1F34-4DF8F33D195D}"/>
                </a:ext>
              </a:extLst>
            </p:cNvPr>
            <p:cNvSpPr/>
            <p:nvPr/>
          </p:nvSpPr>
          <p:spPr>
            <a:xfrm>
              <a:off x="2195927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5" name="Vrije vorm: vorm 134">
              <a:extLst>
                <a:ext uri="{FF2B5EF4-FFF2-40B4-BE49-F238E27FC236}">
                  <a16:creationId xmlns:a16="http://schemas.microsoft.com/office/drawing/2014/main" id="{E5D83847-8FB2-630F-4432-B7C10E2FC3C2}"/>
                </a:ext>
              </a:extLst>
            </p:cNvPr>
            <p:cNvSpPr/>
            <p:nvPr/>
          </p:nvSpPr>
          <p:spPr>
            <a:xfrm>
              <a:off x="2195927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76" name="Groep 175">
            <a:extLst>
              <a:ext uri="{FF2B5EF4-FFF2-40B4-BE49-F238E27FC236}">
                <a16:creationId xmlns:a16="http://schemas.microsoft.com/office/drawing/2014/main" id="{A9468737-5BF2-67A4-F738-FC0A3656D10C}"/>
              </a:ext>
            </a:extLst>
          </p:cNvPr>
          <p:cNvGrpSpPr/>
          <p:nvPr userDrawn="1"/>
        </p:nvGrpSpPr>
        <p:grpSpPr>
          <a:xfrm>
            <a:off x="3715579" y="5587435"/>
            <a:ext cx="151965" cy="151965"/>
            <a:chOff x="3715579" y="5587435"/>
            <a:chExt cx="151965" cy="151965"/>
          </a:xfrm>
        </p:grpSpPr>
        <p:sp>
          <p:nvSpPr>
            <p:cNvPr id="136" name="Vrije vorm: vorm 135">
              <a:extLst>
                <a:ext uri="{FF2B5EF4-FFF2-40B4-BE49-F238E27FC236}">
                  <a16:creationId xmlns:a16="http://schemas.microsoft.com/office/drawing/2014/main" id="{F97241AD-ECDD-F220-12EA-3C2C973141B2}"/>
                </a:ext>
              </a:extLst>
            </p:cNvPr>
            <p:cNvSpPr/>
            <p:nvPr/>
          </p:nvSpPr>
          <p:spPr>
            <a:xfrm>
              <a:off x="3715579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7" name="Vrije vorm: vorm 136">
              <a:extLst>
                <a:ext uri="{FF2B5EF4-FFF2-40B4-BE49-F238E27FC236}">
                  <a16:creationId xmlns:a16="http://schemas.microsoft.com/office/drawing/2014/main" id="{54FAEAC3-B54A-3D25-2565-095439C1DC7D}"/>
                </a:ext>
              </a:extLst>
            </p:cNvPr>
            <p:cNvSpPr/>
            <p:nvPr/>
          </p:nvSpPr>
          <p:spPr>
            <a:xfrm>
              <a:off x="3715579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79" name="Groep 178">
            <a:extLst>
              <a:ext uri="{FF2B5EF4-FFF2-40B4-BE49-F238E27FC236}">
                <a16:creationId xmlns:a16="http://schemas.microsoft.com/office/drawing/2014/main" id="{C575942B-F4ED-A097-3F6C-66CFF5E59E26}"/>
              </a:ext>
            </a:extLst>
          </p:cNvPr>
          <p:cNvGrpSpPr/>
          <p:nvPr userDrawn="1"/>
        </p:nvGrpSpPr>
        <p:grpSpPr>
          <a:xfrm>
            <a:off x="1436100" y="6347260"/>
            <a:ext cx="151965" cy="151965"/>
            <a:chOff x="1436100" y="6347260"/>
            <a:chExt cx="151965" cy="151965"/>
          </a:xfrm>
        </p:grpSpPr>
        <p:sp>
          <p:nvSpPr>
            <p:cNvPr id="146" name="Vrije vorm: vorm 145">
              <a:extLst>
                <a:ext uri="{FF2B5EF4-FFF2-40B4-BE49-F238E27FC236}">
                  <a16:creationId xmlns:a16="http://schemas.microsoft.com/office/drawing/2014/main" id="{37AD87F1-07C6-9CC6-D5AA-74F12BF3245E}"/>
                </a:ext>
              </a:extLst>
            </p:cNvPr>
            <p:cNvSpPr/>
            <p:nvPr/>
          </p:nvSpPr>
          <p:spPr>
            <a:xfrm>
              <a:off x="1436100" y="6347260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7" name="Vrije vorm: vorm 146">
              <a:extLst>
                <a:ext uri="{FF2B5EF4-FFF2-40B4-BE49-F238E27FC236}">
                  <a16:creationId xmlns:a16="http://schemas.microsoft.com/office/drawing/2014/main" id="{DE56784E-09B2-7D5E-6A60-1DFCF78DEF8F}"/>
                </a:ext>
              </a:extLst>
            </p:cNvPr>
            <p:cNvSpPr/>
            <p:nvPr/>
          </p:nvSpPr>
          <p:spPr>
            <a:xfrm>
              <a:off x="1436100" y="6347260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3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59"/>
                    <a:pt x="113736" y="101071"/>
                    <a:pt x="107523" y="107283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49" name="Vrije vorm: vorm 148">
            <a:extLst>
              <a:ext uri="{FF2B5EF4-FFF2-40B4-BE49-F238E27FC236}">
                <a16:creationId xmlns:a16="http://schemas.microsoft.com/office/drawing/2014/main" id="{65BD0B66-BE91-1D3C-EE40-4FBD0E849A73}"/>
              </a:ext>
            </a:extLst>
          </p:cNvPr>
          <p:cNvSpPr/>
          <p:nvPr/>
        </p:nvSpPr>
        <p:spPr>
          <a:xfrm>
            <a:off x="2955752" y="6347260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50412 w 167268"/>
              <a:gd name="connsiteY6" fmla="*/ 83388 h 167268"/>
              <a:gd name="connsiteX7" fmla="*/ 84105 w 167268"/>
              <a:gd name="connsiteY7" fmla="*/ 50174 h 167268"/>
              <a:gd name="connsiteX8" fmla="*/ 117320 w 167268"/>
              <a:gd name="connsiteY8" fmla="*/ 83866 h 167268"/>
              <a:gd name="connsiteX9" fmla="*/ 107523 w 167268"/>
              <a:gd name="connsiteY9" fmla="*/ 107283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6949"/>
                  <a:pt x="50281" y="101859"/>
                  <a:pt x="50412" y="83388"/>
                </a:cubicBezTo>
                <a:cubicBezTo>
                  <a:pt x="50544" y="64917"/>
                  <a:pt x="65634" y="50042"/>
                  <a:pt x="84105" y="50174"/>
                </a:cubicBezTo>
                <a:cubicBezTo>
                  <a:pt x="102588" y="50305"/>
                  <a:pt x="117451" y="65395"/>
                  <a:pt x="117320" y="83866"/>
                </a:cubicBezTo>
                <a:cubicBezTo>
                  <a:pt x="117260" y="92659"/>
                  <a:pt x="113736" y="101071"/>
                  <a:pt x="107523" y="107283"/>
                </a:cubicBezTo>
                <a:cubicBezTo>
                  <a:pt x="101202" y="113640"/>
                  <a:pt x="92588" y="117176"/>
                  <a:pt x="83627" y="117081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85" name="Vrije vorm: vorm 184">
            <a:extLst>
              <a:ext uri="{FF2B5EF4-FFF2-40B4-BE49-F238E27FC236}">
                <a16:creationId xmlns:a16="http://schemas.microsoft.com/office/drawing/2014/main" id="{1B13F80D-F64F-411F-E09B-DEACB0B05A73}"/>
              </a:ext>
            </a:extLst>
          </p:cNvPr>
          <p:cNvSpPr/>
          <p:nvPr/>
        </p:nvSpPr>
        <p:spPr>
          <a:xfrm>
            <a:off x="3726432" y="1025088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50412 w 167268"/>
              <a:gd name="connsiteY6" fmla="*/ 83388 h 167268"/>
              <a:gd name="connsiteX7" fmla="*/ 84105 w 167268"/>
              <a:gd name="connsiteY7" fmla="*/ 50173 h 167268"/>
              <a:gd name="connsiteX8" fmla="*/ 117320 w 167268"/>
              <a:gd name="connsiteY8" fmla="*/ 83866 h 167268"/>
              <a:gd name="connsiteX9" fmla="*/ 107523 w 167268"/>
              <a:gd name="connsiteY9" fmla="*/ 107284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6949"/>
                  <a:pt x="50281" y="101859"/>
                  <a:pt x="50412" y="83388"/>
                </a:cubicBezTo>
                <a:cubicBezTo>
                  <a:pt x="50544" y="64917"/>
                  <a:pt x="65634" y="50042"/>
                  <a:pt x="84105" y="50173"/>
                </a:cubicBezTo>
                <a:cubicBezTo>
                  <a:pt x="102588" y="50305"/>
                  <a:pt x="117451" y="65395"/>
                  <a:pt x="117320" y="83866"/>
                </a:cubicBezTo>
                <a:cubicBezTo>
                  <a:pt x="117260" y="92660"/>
                  <a:pt x="113736" y="101071"/>
                  <a:pt x="107523" y="107284"/>
                </a:cubicBezTo>
                <a:cubicBezTo>
                  <a:pt x="101202" y="113640"/>
                  <a:pt x="92588" y="117176"/>
                  <a:pt x="83627" y="117081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90" name="Vrije vorm: vorm 189">
            <a:extLst>
              <a:ext uri="{FF2B5EF4-FFF2-40B4-BE49-F238E27FC236}">
                <a16:creationId xmlns:a16="http://schemas.microsoft.com/office/drawing/2014/main" id="{CB2408CD-4200-C813-A0A5-7865C44B31FF}"/>
              </a:ext>
            </a:extLst>
          </p:cNvPr>
          <p:cNvSpPr/>
          <p:nvPr/>
        </p:nvSpPr>
        <p:spPr>
          <a:xfrm>
            <a:off x="5159247" y="3039403"/>
            <a:ext cx="2216828" cy="779193"/>
          </a:xfrm>
          <a:custGeom>
            <a:avLst/>
            <a:gdLst>
              <a:gd name="connsiteX0" fmla="*/ 1023336 w 1241615"/>
              <a:gd name="connsiteY0" fmla="*/ 283281 h 436415"/>
              <a:gd name="connsiteX1" fmla="*/ 958240 w 1241615"/>
              <a:gd name="connsiteY1" fmla="*/ 218184 h 436415"/>
              <a:gd name="connsiteX2" fmla="*/ 1023336 w 1241615"/>
              <a:gd name="connsiteY2" fmla="*/ 153087 h 436415"/>
              <a:gd name="connsiteX3" fmla="*/ 1088433 w 1241615"/>
              <a:gd name="connsiteY3" fmla="*/ 218184 h 436415"/>
              <a:gd name="connsiteX4" fmla="*/ 1023336 w 1241615"/>
              <a:gd name="connsiteY4" fmla="*/ 283281 h 436415"/>
              <a:gd name="connsiteX5" fmla="*/ 1023336 w 1241615"/>
              <a:gd name="connsiteY5" fmla="*/ 0 h 436415"/>
              <a:gd name="connsiteX6" fmla="*/ 808403 w 1241615"/>
              <a:gd name="connsiteY6" fmla="*/ 180235 h 436415"/>
              <a:gd name="connsiteX7" fmla="*/ 808403 w 1241615"/>
              <a:gd name="connsiteY7" fmla="*/ 53769 h 436415"/>
              <a:gd name="connsiteX8" fmla="*/ 761899 w 1241615"/>
              <a:gd name="connsiteY8" fmla="*/ 7265 h 436415"/>
              <a:gd name="connsiteX9" fmla="*/ 652305 w 1241615"/>
              <a:gd name="connsiteY9" fmla="*/ 7265 h 436415"/>
              <a:gd name="connsiteX10" fmla="*/ 652305 w 1241615"/>
              <a:gd name="connsiteY10" fmla="*/ 171823 h 436415"/>
              <a:gd name="connsiteX11" fmla="*/ 558579 w 1241615"/>
              <a:gd name="connsiteY11" fmla="*/ 44497 h 436415"/>
              <a:gd name="connsiteX12" fmla="*/ 484210 w 1241615"/>
              <a:gd name="connsiteY12" fmla="*/ 7265 h 436415"/>
              <a:gd name="connsiteX13" fmla="*/ 0 w 1241615"/>
              <a:gd name="connsiteY13" fmla="*/ 7265 h 436415"/>
              <a:gd name="connsiteX14" fmla="*/ 0 w 1241615"/>
              <a:gd name="connsiteY14" fmla="*/ 119392 h 436415"/>
              <a:gd name="connsiteX15" fmla="*/ 45787 w 1241615"/>
              <a:gd name="connsiteY15" fmla="*/ 165227 h 436415"/>
              <a:gd name="connsiteX16" fmla="*/ 118245 w 1241615"/>
              <a:gd name="connsiteY16" fmla="*/ 165227 h 436415"/>
              <a:gd name="connsiteX17" fmla="*/ 118245 w 1241615"/>
              <a:gd name="connsiteY17" fmla="*/ 382742 h 436415"/>
              <a:gd name="connsiteX18" fmla="*/ 164749 w 1241615"/>
              <a:gd name="connsiteY18" fmla="*/ 429246 h 436415"/>
              <a:gd name="connsiteX19" fmla="*/ 283328 w 1241615"/>
              <a:gd name="connsiteY19" fmla="*/ 429246 h 436415"/>
              <a:gd name="connsiteX20" fmla="*/ 283328 w 1241615"/>
              <a:gd name="connsiteY20" fmla="*/ 165179 h 436415"/>
              <a:gd name="connsiteX21" fmla="*/ 383411 w 1241615"/>
              <a:gd name="connsiteY21" fmla="*/ 165179 h 436415"/>
              <a:gd name="connsiteX22" fmla="*/ 383411 w 1241615"/>
              <a:gd name="connsiteY22" fmla="*/ 382694 h 436415"/>
              <a:gd name="connsiteX23" fmla="*/ 429915 w 1241615"/>
              <a:gd name="connsiteY23" fmla="*/ 429199 h 436415"/>
              <a:gd name="connsiteX24" fmla="*/ 539557 w 1241615"/>
              <a:gd name="connsiteY24" fmla="*/ 429199 h 436415"/>
              <a:gd name="connsiteX25" fmla="*/ 539557 w 1241615"/>
              <a:gd name="connsiteY25" fmla="*/ 264641 h 436415"/>
              <a:gd name="connsiteX26" fmla="*/ 632948 w 1241615"/>
              <a:gd name="connsiteY26" fmla="*/ 391966 h 436415"/>
              <a:gd name="connsiteX27" fmla="*/ 707364 w 1241615"/>
              <a:gd name="connsiteY27" fmla="*/ 429199 h 436415"/>
              <a:gd name="connsiteX28" fmla="*/ 808403 w 1241615"/>
              <a:gd name="connsiteY28" fmla="*/ 429199 h 436415"/>
              <a:gd name="connsiteX29" fmla="*/ 808403 w 1241615"/>
              <a:gd name="connsiteY29" fmla="*/ 257663 h 436415"/>
              <a:gd name="connsiteX30" fmla="*/ 1023336 w 1241615"/>
              <a:gd name="connsiteY30" fmla="*/ 436416 h 436415"/>
              <a:gd name="connsiteX31" fmla="*/ 1241616 w 1241615"/>
              <a:gd name="connsiteY31" fmla="*/ 218232 h 436415"/>
              <a:gd name="connsiteX32" fmla="*/ 1023336 w 1241615"/>
              <a:gd name="connsiteY32" fmla="*/ 0 h 436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41615" h="436415">
                <a:moveTo>
                  <a:pt x="1023336" y="283281"/>
                </a:moveTo>
                <a:cubicBezTo>
                  <a:pt x="987395" y="283281"/>
                  <a:pt x="958240" y="254174"/>
                  <a:pt x="958240" y="218184"/>
                </a:cubicBezTo>
                <a:cubicBezTo>
                  <a:pt x="958240" y="182242"/>
                  <a:pt x="987395" y="153087"/>
                  <a:pt x="1023336" y="153087"/>
                </a:cubicBezTo>
                <a:cubicBezTo>
                  <a:pt x="1059278" y="153087"/>
                  <a:pt x="1088433" y="182242"/>
                  <a:pt x="1088433" y="218184"/>
                </a:cubicBezTo>
                <a:cubicBezTo>
                  <a:pt x="1088433" y="254174"/>
                  <a:pt x="1059278" y="283281"/>
                  <a:pt x="1023336" y="283281"/>
                </a:cubicBezTo>
                <a:moveTo>
                  <a:pt x="1023336" y="0"/>
                </a:moveTo>
                <a:cubicBezTo>
                  <a:pt x="912787" y="0"/>
                  <a:pt x="825609" y="75803"/>
                  <a:pt x="808403" y="180235"/>
                </a:cubicBezTo>
                <a:lnTo>
                  <a:pt x="808403" y="53769"/>
                </a:lnTo>
                <a:cubicBezTo>
                  <a:pt x="808403" y="21221"/>
                  <a:pt x="794447" y="7265"/>
                  <a:pt x="761899" y="7265"/>
                </a:cubicBezTo>
                <a:lnTo>
                  <a:pt x="652305" y="7265"/>
                </a:lnTo>
                <a:lnTo>
                  <a:pt x="652305" y="171823"/>
                </a:lnTo>
                <a:lnTo>
                  <a:pt x="558579" y="44497"/>
                </a:lnTo>
                <a:cubicBezTo>
                  <a:pt x="538218" y="17493"/>
                  <a:pt x="518097" y="7265"/>
                  <a:pt x="484210" y="7265"/>
                </a:cubicBezTo>
                <a:lnTo>
                  <a:pt x="0" y="7265"/>
                </a:lnTo>
                <a:lnTo>
                  <a:pt x="0" y="119392"/>
                </a:lnTo>
                <a:cubicBezTo>
                  <a:pt x="0" y="151462"/>
                  <a:pt x="13765" y="165227"/>
                  <a:pt x="45787" y="165227"/>
                </a:cubicBezTo>
                <a:lnTo>
                  <a:pt x="118245" y="165227"/>
                </a:lnTo>
                <a:lnTo>
                  <a:pt x="118245" y="382742"/>
                </a:lnTo>
                <a:cubicBezTo>
                  <a:pt x="118245" y="415242"/>
                  <a:pt x="132201" y="429246"/>
                  <a:pt x="164749" y="429246"/>
                </a:cubicBezTo>
                <a:lnTo>
                  <a:pt x="283328" y="429246"/>
                </a:lnTo>
                <a:lnTo>
                  <a:pt x="283328" y="165179"/>
                </a:lnTo>
                <a:lnTo>
                  <a:pt x="383411" y="165179"/>
                </a:lnTo>
                <a:lnTo>
                  <a:pt x="383411" y="382694"/>
                </a:lnTo>
                <a:cubicBezTo>
                  <a:pt x="383411" y="415195"/>
                  <a:pt x="397415" y="429199"/>
                  <a:pt x="429915" y="429199"/>
                </a:cubicBezTo>
                <a:lnTo>
                  <a:pt x="539557" y="429199"/>
                </a:lnTo>
                <a:lnTo>
                  <a:pt x="539557" y="264641"/>
                </a:lnTo>
                <a:lnTo>
                  <a:pt x="632948" y="391966"/>
                </a:lnTo>
                <a:cubicBezTo>
                  <a:pt x="653356" y="419018"/>
                  <a:pt x="673478" y="429199"/>
                  <a:pt x="707364" y="429199"/>
                </a:cubicBezTo>
                <a:lnTo>
                  <a:pt x="808403" y="429199"/>
                </a:lnTo>
                <a:lnTo>
                  <a:pt x="808403" y="257663"/>
                </a:lnTo>
                <a:cubicBezTo>
                  <a:pt x="825418" y="363337"/>
                  <a:pt x="910349" y="436416"/>
                  <a:pt x="1023336" y="436416"/>
                </a:cubicBezTo>
                <a:cubicBezTo>
                  <a:pt x="1146934" y="436416"/>
                  <a:pt x="1241616" y="341782"/>
                  <a:pt x="1241616" y="218232"/>
                </a:cubicBezTo>
                <a:cubicBezTo>
                  <a:pt x="1241616" y="91623"/>
                  <a:pt x="1149945" y="0"/>
                  <a:pt x="1023336" y="0"/>
                </a:cubicBezTo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6608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6" presetClass="emph" presetSubtype="0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10" dur="100" fill="hold"/>
                                        <p:tgtEl>
                                          <p:spTgt spid="15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6" presetClass="emph" presetSubtype="0" autoRev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16" dur="100" fill="hold"/>
                                        <p:tgtEl>
                                          <p:spTgt spid="15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6" presetClass="emph" presetSubtype="0" autoRev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22" dur="100" fill="hold"/>
                                        <p:tgtEl>
                                          <p:spTgt spid="16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6" presetClass="emph" presetSubtype="0" autoRev="1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28" dur="100" fill="hold"/>
                                        <p:tgtEl>
                                          <p:spTgt spid="15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6" presetClass="emph" presetSubtype="0" autoRev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34" dur="100" fill="hold"/>
                                        <p:tgtEl>
                                          <p:spTgt spid="17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2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6" presetClass="emph" presetSubtype="0" autoRev="1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Scale>
                                      <p:cBhvr>
                                        <p:cTn id="40" dur="100" fill="hold"/>
                                        <p:tgtEl>
                                          <p:spTgt spid="17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41" presetID="2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6" presetClass="emph" presetSubtype="0" autoRev="1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Scale>
                                      <p:cBhvr>
                                        <p:cTn id="46" dur="100" fill="hold"/>
                                        <p:tgtEl>
                                          <p:spTgt spid="16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47" presetID="2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6" presetClass="emph" presetSubtype="0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52" dur="100" fill="hold"/>
                                        <p:tgtEl>
                                          <p:spTgt spid="179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6" presetClass="emph" presetSubtype="0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58" dur="100" fill="hold"/>
                                        <p:tgtEl>
                                          <p:spTgt spid="160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6" presetClass="emph" presetSubtype="0" autoRev="1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64" dur="100" fill="hold"/>
                                        <p:tgtEl>
                                          <p:spTgt spid="16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65" presetID="23" presetClass="entr" presetSubtype="16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6" presetClass="emph" presetSubtype="0" autoRev="1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70" dur="100" fill="hold"/>
                                        <p:tgtEl>
                                          <p:spTgt spid="17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71" presetID="23" presetClass="entr" presetSubtype="16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6" presetClass="emph" presetSubtype="0" autoRev="1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76" dur="100" fill="hold"/>
                                        <p:tgtEl>
                                          <p:spTgt spid="162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77" presetID="2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6" presetClass="emph" presetSubtype="0" autoRev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82" dur="100" fill="hold"/>
                                        <p:tgtEl>
                                          <p:spTgt spid="161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83" presetID="2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6" presetClass="emph" presetSubtype="0" autoRev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88" dur="100" fill="hold"/>
                                        <p:tgtEl>
                                          <p:spTgt spid="169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89" presetID="23" presetClass="entr" presetSubtype="16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6" presetClass="emph" presetSubtype="0" autoRev="1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animScale>
                                      <p:cBhvr>
                                        <p:cTn id="94" dur="100" fill="hold"/>
                                        <p:tgtEl>
                                          <p:spTgt spid="158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5" presetID="23" presetClass="entr" presetSubtype="16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6" presetClass="emph" presetSubtype="0" autoRev="1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animScale>
                                      <p:cBhvr>
                                        <p:cTn id="100" dur="100" fill="hold"/>
                                        <p:tgtEl>
                                          <p:spTgt spid="168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01" presetID="2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6" presetClass="emph" presetSubtype="0" autoRev="1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106" dur="100" fill="hold"/>
                                        <p:tgtEl>
                                          <p:spTgt spid="16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07" presetID="2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6" presetClass="emph" presetSubtype="0" autoRev="1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112" dur="100" fill="hold"/>
                                        <p:tgtEl>
                                          <p:spTgt spid="16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13" presetID="2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6" presetClass="emph" presetSubtype="0" autoRev="1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118" dur="100" fill="hold"/>
                                        <p:tgtEl>
                                          <p:spTgt spid="172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19" presetID="22" presetClass="entr" presetSubtype="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1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1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4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2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3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4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4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4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4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1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1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" presetClass="entr" presetSubtype="8" decel="10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8" decel="100000" fill="hold" grpId="0" nodeType="withEffect">
                                  <p:stCondLst>
                                    <p:cond delay="265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" presetClass="entr" presetSubtype="8" decel="100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1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1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2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6" presetClass="emph" presetSubtype="0" autoRev="1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172" dur="100" fill="hold"/>
                                        <p:tgtEl>
                                          <p:spTgt spid="20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3" presetID="2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6" presetClass="emph" presetSubtype="0" autoRev="1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178" dur="100" fill="hold"/>
                                        <p:tgtEl>
                                          <p:spTgt spid="13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9" presetID="2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6" presetClass="emph" presetSubtype="0" autoRev="1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184" dur="100" fill="hold"/>
                                        <p:tgtEl>
                                          <p:spTgt spid="18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85" presetID="23" presetClass="entr" presetSubtype="16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6" presetClass="emph" presetSubtype="0" autoRev="1" fill="hold" grpId="1" nodeType="withEffect">
                                  <p:stCondLst>
                                    <p:cond delay="2250"/>
                                  </p:stCondLst>
                                  <p:childTnLst>
                                    <p:animScale>
                                      <p:cBhvr>
                                        <p:cTn id="190" dur="100" fill="hold"/>
                                        <p:tgtEl>
                                          <p:spTgt spid="149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" grpId="0" animBg="1"/>
      <p:bldP spid="192" grpId="0" animBg="1"/>
      <p:bldP spid="203" grpId="0" animBg="1"/>
      <p:bldP spid="204" grpId="0" animBg="1"/>
      <p:bldP spid="204" grpId="1" animBg="1"/>
      <p:bldP spid="10" grpId="0" animBg="1"/>
      <p:bldP spid="11" grpId="0" animBg="1"/>
      <p:bldP spid="12" grpId="0" animBg="1"/>
      <p:bldP spid="16" grpId="0" animBg="1"/>
      <p:bldP spid="17" grpId="0" animBg="1"/>
      <p:bldP spid="18" grpId="0" animBg="1"/>
      <p:bldP spid="25" grpId="0" animBg="1"/>
      <p:bldP spid="27" grpId="0" animBg="1"/>
      <p:bldP spid="29" grpId="0" animBg="1"/>
      <p:bldP spid="31" grpId="0" animBg="1"/>
      <p:bldP spid="32" grpId="0" animBg="1"/>
      <p:bldP spid="133" grpId="0" animBg="1"/>
      <p:bldP spid="133" grpId="1" animBg="1"/>
      <p:bldP spid="149" grpId="0" animBg="1"/>
      <p:bldP spid="149" grpId="1" animBg="1"/>
      <p:bldP spid="185" grpId="0" animBg="1"/>
      <p:bldP spid="185" grpId="1" animBg="1"/>
      <p:bldP spid="190" grpId="0" animBg="1"/>
    </p:bldLst>
  </p:timing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TNO Health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hthoek 152">
            <a:extLst>
              <a:ext uri="{FF2B5EF4-FFF2-40B4-BE49-F238E27FC236}">
                <a16:creationId xmlns:a16="http://schemas.microsoft.com/office/drawing/2014/main" id="{F50AF329-6F26-2310-D7F2-4EA5444F404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/>
          </a:p>
        </p:txBody>
      </p:sp>
      <p:sp>
        <p:nvSpPr>
          <p:cNvPr id="198" name="Vrije vorm: vorm 197">
            <a:extLst>
              <a:ext uri="{FF2B5EF4-FFF2-40B4-BE49-F238E27FC236}">
                <a16:creationId xmlns:a16="http://schemas.microsoft.com/office/drawing/2014/main" id="{857F210E-B01D-43E7-8688-7793F9C6BEF6}"/>
              </a:ext>
            </a:extLst>
          </p:cNvPr>
          <p:cNvSpPr/>
          <p:nvPr userDrawn="1"/>
        </p:nvSpPr>
        <p:spPr>
          <a:xfrm>
            <a:off x="8242567" y="3480414"/>
            <a:ext cx="612961" cy="331953"/>
          </a:xfrm>
          <a:custGeom>
            <a:avLst/>
            <a:gdLst>
              <a:gd name="connsiteX0" fmla="*/ 499893 w 612961"/>
              <a:gd name="connsiteY0" fmla="*/ 119555 h 331953"/>
              <a:gd name="connsiteX1" fmla="*/ 444083 w 612961"/>
              <a:gd name="connsiteY1" fmla="*/ 181422 h 331953"/>
              <a:gd name="connsiteX2" fmla="*/ 556725 w 612961"/>
              <a:gd name="connsiteY2" fmla="*/ 181422 h 331953"/>
              <a:gd name="connsiteX3" fmla="*/ 499893 w 612961"/>
              <a:gd name="connsiteY3" fmla="*/ 119555 h 331953"/>
              <a:gd name="connsiteX4" fmla="*/ 130391 w 612961"/>
              <a:gd name="connsiteY4" fmla="*/ 88237 h 331953"/>
              <a:gd name="connsiteX5" fmla="*/ 184323 w 612961"/>
              <a:gd name="connsiteY5" fmla="*/ 88237 h 331953"/>
              <a:gd name="connsiteX6" fmla="*/ 184323 w 612961"/>
              <a:gd name="connsiteY6" fmla="*/ 325383 h 331953"/>
              <a:gd name="connsiteX7" fmla="*/ 130391 w 612961"/>
              <a:gd name="connsiteY7" fmla="*/ 325383 h 331953"/>
              <a:gd name="connsiteX8" fmla="*/ 499893 w 612961"/>
              <a:gd name="connsiteY8" fmla="*/ 81836 h 331953"/>
              <a:gd name="connsiteX9" fmla="*/ 612961 w 612961"/>
              <a:gd name="connsiteY9" fmla="*/ 206340 h 331953"/>
              <a:gd name="connsiteX10" fmla="*/ 612961 w 612961"/>
              <a:gd name="connsiteY10" fmla="*/ 214617 h 331953"/>
              <a:gd name="connsiteX11" fmla="*/ 443142 w 612961"/>
              <a:gd name="connsiteY11" fmla="*/ 214617 h 331953"/>
              <a:gd name="connsiteX12" fmla="*/ 443142 w 612961"/>
              <a:gd name="connsiteY12" fmla="*/ 216069 h 331953"/>
              <a:gd name="connsiteX13" fmla="*/ 504074 w 612961"/>
              <a:gd name="connsiteY13" fmla="*/ 291847 h 331953"/>
              <a:gd name="connsiteX14" fmla="*/ 559455 w 612961"/>
              <a:gd name="connsiteY14" fmla="*/ 251653 h 331953"/>
              <a:gd name="connsiteX15" fmla="*/ 610656 w 612961"/>
              <a:gd name="connsiteY15" fmla="*/ 257200 h 331953"/>
              <a:gd name="connsiteX16" fmla="*/ 501342 w 612961"/>
              <a:gd name="connsiteY16" fmla="*/ 331953 h 331953"/>
              <a:gd name="connsiteX17" fmla="*/ 386396 w 612961"/>
              <a:gd name="connsiteY17" fmla="*/ 207365 h 331953"/>
              <a:gd name="connsiteX18" fmla="*/ 499893 w 612961"/>
              <a:gd name="connsiteY18" fmla="*/ 81836 h 331953"/>
              <a:gd name="connsiteX19" fmla="*/ 130391 w 612961"/>
              <a:gd name="connsiteY19" fmla="*/ 5205 h 331953"/>
              <a:gd name="connsiteX20" fmla="*/ 184323 w 612961"/>
              <a:gd name="connsiteY20" fmla="*/ 5205 h 331953"/>
              <a:gd name="connsiteX21" fmla="*/ 184323 w 612961"/>
              <a:gd name="connsiteY21" fmla="*/ 49409 h 331953"/>
              <a:gd name="connsiteX22" fmla="*/ 130391 w 612961"/>
              <a:gd name="connsiteY22" fmla="*/ 49409 h 331953"/>
              <a:gd name="connsiteX23" fmla="*/ 0 w 612961"/>
              <a:gd name="connsiteY23" fmla="*/ 5121 h 331953"/>
              <a:gd name="connsiteX24" fmla="*/ 53931 w 612961"/>
              <a:gd name="connsiteY24" fmla="*/ 5121 h 331953"/>
              <a:gd name="connsiteX25" fmla="*/ 53931 w 612961"/>
              <a:gd name="connsiteY25" fmla="*/ 325383 h 331953"/>
              <a:gd name="connsiteX26" fmla="*/ 0 w 612961"/>
              <a:gd name="connsiteY26" fmla="*/ 325383 h 331953"/>
              <a:gd name="connsiteX27" fmla="*/ 342535 w 612961"/>
              <a:gd name="connsiteY27" fmla="*/ 0 h 331953"/>
              <a:gd name="connsiteX28" fmla="*/ 388274 w 612961"/>
              <a:gd name="connsiteY28" fmla="*/ 4182 h 331953"/>
              <a:gd name="connsiteX29" fmla="*/ 388274 w 612961"/>
              <a:gd name="connsiteY29" fmla="*/ 42924 h 331953"/>
              <a:gd name="connsiteX30" fmla="*/ 356870 w 612961"/>
              <a:gd name="connsiteY30" fmla="*/ 39682 h 331953"/>
              <a:gd name="connsiteX31" fmla="*/ 317615 w 612961"/>
              <a:gd name="connsiteY31" fmla="*/ 81752 h 331953"/>
              <a:gd name="connsiteX32" fmla="*/ 317615 w 612961"/>
              <a:gd name="connsiteY32" fmla="*/ 88237 h 331953"/>
              <a:gd name="connsiteX33" fmla="*/ 375303 w 612961"/>
              <a:gd name="connsiteY33" fmla="*/ 88237 h 331953"/>
              <a:gd name="connsiteX34" fmla="*/ 375303 w 612961"/>
              <a:gd name="connsiteY34" fmla="*/ 124590 h 331953"/>
              <a:gd name="connsiteX35" fmla="*/ 318554 w 612961"/>
              <a:gd name="connsiteY35" fmla="*/ 124590 h 331953"/>
              <a:gd name="connsiteX36" fmla="*/ 318554 w 612961"/>
              <a:gd name="connsiteY36" fmla="*/ 325297 h 331953"/>
              <a:gd name="connsiteX37" fmla="*/ 266500 w 612961"/>
              <a:gd name="connsiteY37" fmla="*/ 325297 h 331953"/>
              <a:gd name="connsiteX38" fmla="*/ 266500 w 612961"/>
              <a:gd name="connsiteY38" fmla="*/ 124504 h 331953"/>
              <a:gd name="connsiteX39" fmla="*/ 227247 w 612961"/>
              <a:gd name="connsiteY39" fmla="*/ 124504 h 331953"/>
              <a:gd name="connsiteX40" fmla="*/ 227247 w 612961"/>
              <a:gd name="connsiteY40" fmla="*/ 88151 h 331953"/>
              <a:gd name="connsiteX41" fmla="*/ 266500 w 612961"/>
              <a:gd name="connsiteY41" fmla="*/ 88151 h 331953"/>
              <a:gd name="connsiteX42" fmla="*/ 266500 w 612961"/>
              <a:gd name="connsiteY42" fmla="*/ 83543 h 331953"/>
              <a:gd name="connsiteX43" fmla="*/ 342535 w 612961"/>
              <a:gd name="connsiteY43" fmla="*/ 0 h 331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612961" h="331953">
                <a:moveTo>
                  <a:pt x="499893" y="119555"/>
                </a:moveTo>
                <a:cubicBezTo>
                  <a:pt x="468999" y="119555"/>
                  <a:pt x="447326" y="141657"/>
                  <a:pt x="444083" y="181422"/>
                </a:cubicBezTo>
                <a:lnTo>
                  <a:pt x="556725" y="181422"/>
                </a:lnTo>
                <a:cubicBezTo>
                  <a:pt x="555359" y="140804"/>
                  <a:pt x="535048" y="119555"/>
                  <a:pt x="499893" y="119555"/>
                </a:cubicBezTo>
                <a:close/>
                <a:moveTo>
                  <a:pt x="130391" y="88237"/>
                </a:moveTo>
                <a:lnTo>
                  <a:pt x="184323" y="88237"/>
                </a:lnTo>
                <a:lnTo>
                  <a:pt x="184323" y="325383"/>
                </a:lnTo>
                <a:lnTo>
                  <a:pt x="130391" y="325383"/>
                </a:lnTo>
                <a:close/>
                <a:moveTo>
                  <a:pt x="499893" y="81836"/>
                </a:moveTo>
                <a:cubicBezTo>
                  <a:pt x="568757" y="81836"/>
                  <a:pt x="612961" y="129282"/>
                  <a:pt x="612961" y="206340"/>
                </a:cubicBezTo>
                <a:lnTo>
                  <a:pt x="612961" y="214617"/>
                </a:lnTo>
                <a:lnTo>
                  <a:pt x="443142" y="214617"/>
                </a:lnTo>
                <a:lnTo>
                  <a:pt x="443142" y="216069"/>
                </a:lnTo>
                <a:cubicBezTo>
                  <a:pt x="443142" y="264538"/>
                  <a:pt x="466696" y="291847"/>
                  <a:pt x="504074" y="291847"/>
                </a:cubicBezTo>
                <a:cubicBezTo>
                  <a:pt x="529929" y="291847"/>
                  <a:pt x="550751" y="277510"/>
                  <a:pt x="559455" y="251653"/>
                </a:cubicBezTo>
                <a:lnTo>
                  <a:pt x="610656" y="257200"/>
                </a:lnTo>
                <a:cubicBezTo>
                  <a:pt x="593589" y="305670"/>
                  <a:pt x="555359" y="331953"/>
                  <a:pt x="501342" y="331953"/>
                </a:cubicBezTo>
                <a:cubicBezTo>
                  <a:pt x="432051" y="331953"/>
                  <a:pt x="386396" y="282630"/>
                  <a:pt x="386396" y="207365"/>
                </a:cubicBezTo>
                <a:cubicBezTo>
                  <a:pt x="386396" y="132100"/>
                  <a:pt x="432476" y="81836"/>
                  <a:pt x="499893" y="81836"/>
                </a:cubicBezTo>
                <a:close/>
                <a:moveTo>
                  <a:pt x="130391" y="5205"/>
                </a:moveTo>
                <a:lnTo>
                  <a:pt x="184323" y="5205"/>
                </a:lnTo>
                <a:lnTo>
                  <a:pt x="184323" y="49409"/>
                </a:lnTo>
                <a:lnTo>
                  <a:pt x="130391" y="49409"/>
                </a:lnTo>
                <a:close/>
                <a:moveTo>
                  <a:pt x="0" y="5121"/>
                </a:moveTo>
                <a:lnTo>
                  <a:pt x="53931" y="5121"/>
                </a:lnTo>
                <a:lnTo>
                  <a:pt x="53931" y="325383"/>
                </a:lnTo>
                <a:lnTo>
                  <a:pt x="0" y="325383"/>
                </a:lnTo>
                <a:close/>
                <a:moveTo>
                  <a:pt x="342535" y="0"/>
                </a:moveTo>
                <a:cubicBezTo>
                  <a:pt x="358748" y="0"/>
                  <a:pt x="373937" y="939"/>
                  <a:pt x="388274" y="4182"/>
                </a:cubicBezTo>
                <a:lnTo>
                  <a:pt x="388274" y="42924"/>
                </a:lnTo>
                <a:cubicBezTo>
                  <a:pt x="374874" y="40619"/>
                  <a:pt x="364721" y="39682"/>
                  <a:pt x="356870" y="39682"/>
                </a:cubicBezTo>
                <a:cubicBezTo>
                  <a:pt x="329137" y="39682"/>
                  <a:pt x="317615" y="52651"/>
                  <a:pt x="317615" y="81752"/>
                </a:cubicBezTo>
                <a:lnTo>
                  <a:pt x="317615" y="88237"/>
                </a:lnTo>
                <a:lnTo>
                  <a:pt x="375303" y="88237"/>
                </a:lnTo>
                <a:lnTo>
                  <a:pt x="375303" y="124590"/>
                </a:lnTo>
                <a:lnTo>
                  <a:pt x="318554" y="124590"/>
                </a:lnTo>
                <a:lnTo>
                  <a:pt x="318554" y="325297"/>
                </a:lnTo>
                <a:lnTo>
                  <a:pt x="266500" y="325297"/>
                </a:lnTo>
                <a:lnTo>
                  <a:pt x="266500" y="124504"/>
                </a:lnTo>
                <a:lnTo>
                  <a:pt x="227247" y="124504"/>
                </a:lnTo>
                <a:lnTo>
                  <a:pt x="227247" y="88151"/>
                </a:lnTo>
                <a:lnTo>
                  <a:pt x="266500" y="88151"/>
                </a:lnTo>
                <a:lnTo>
                  <a:pt x="266500" y="83543"/>
                </a:lnTo>
                <a:cubicBezTo>
                  <a:pt x="266500" y="26710"/>
                  <a:pt x="290480" y="0"/>
                  <a:pt x="342535" y="0"/>
                </a:cubicBezTo>
                <a:close/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92" name="Vrije vorm: vorm 191">
            <a:extLst>
              <a:ext uri="{FF2B5EF4-FFF2-40B4-BE49-F238E27FC236}">
                <a16:creationId xmlns:a16="http://schemas.microsoft.com/office/drawing/2014/main" id="{9F123195-9A29-4656-E853-17AE6C8F6F1B}"/>
              </a:ext>
            </a:extLst>
          </p:cNvPr>
          <p:cNvSpPr/>
          <p:nvPr/>
        </p:nvSpPr>
        <p:spPr>
          <a:xfrm>
            <a:off x="7558010" y="3050751"/>
            <a:ext cx="2177659" cy="326577"/>
          </a:xfrm>
          <a:custGeom>
            <a:avLst/>
            <a:gdLst>
              <a:gd name="connsiteX0" fmla="*/ 1107982 w 1219677"/>
              <a:gd name="connsiteY0" fmla="*/ 46504 h 182911"/>
              <a:gd name="connsiteX1" fmla="*/ 1107982 w 1219677"/>
              <a:gd name="connsiteY1" fmla="*/ 179327 h 182911"/>
              <a:gd name="connsiteX2" fmla="*/ 1137184 w 1219677"/>
              <a:gd name="connsiteY2" fmla="*/ 179327 h 182911"/>
              <a:gd name="connsiteX3" fmla="*/ 1137184 w 1219677"/>
              <a:gd name="connsiteY3" fmla="*/ 103333 h 182911"/>
              <a:gd name="connsiteX4" fmla="*/ 1167964 w 1219677"/>
              <a:gd name="connsiteY4" fmla="*/ 65575 h 182911"/>
              <a:gd name="connsiteX5" fmla="*/ 1190476 w 1219677"/>
              <a:gd name="connsiteY5" fmla="*/ 94538 h 182911"/>
              <a:gd name="connsiteX6" fmla="*/ 1190476 w 1219677"/>
              <a:gd name="connsiteY6" fmla="*/ 179279 h 182911"/>
              <a:gd name="connsiteX7" fmla="*/ 1219678 w 1219677"/>
              <a:gd name="connsiteY7" fmla="*/ 179279 h 182911"/>
              <a:gd name="connsiteX8" fmla="*/ 1219678 w 1219677"/>
              <a:gd name="connsiteY8" fmla="*/ 94299 h 182911"/>
              <a:gd name="connsiteX9" fmla="*/ 1176519 w 1219677"/>
              <a:gd name="connsiteY9" fmla="*/ 42872 h 182911"/>
              <a:gd name="connsiteX10" fmla="*/ 1135416 w 1219677"/>
              <a:gd name="connsiteY10" fmla="*/ 69207 h 182911"/>
              <a:gd name="connsiteX11" fmla="*/ 1135368 w 1219677"/>
              <a:gd name="connsiteY11" fmla="*/ 46457 h 182911"/>
              <a:gd name="connsiteX12" fmla="*/ 1107982 w 1219677"/>
              <a:gd name="connsiteY12" fmla="*/ 46457 h 182911"/>
              <a:gd name="connsiteX13" fmla="*/ 1017171 w 1219677"/>
              <a:gd name="connsiteY13" fmla="*/ 64571 h 182911"/>
              <a:gd name="connsiteX14" fmla="*/ 1048954 w 1219677"/>
              <a:gd name="connsiteY14" fmla="*/ 112892 h 182911"/>
              <a:gd name="connsiteX15" fmla="*/ 1017171 w 1219677"/>
              <a:gd name="connsiteY15" fmla="*/ 160973 h 182911"/>
              <a:gd name="connsiteX16" fmla="*/ 985626 w 1219677"/>
              <a:gd name="connsiteY16" fmla="*/ 112892 h 182911"/>
              <a:gd name="connsiteX17" fmla="*/ 1017171 w 1219677"/>
              <a:gd name="connsiteY17" fmla="*/ 64571 h 182911"/>
              <a:gd name="connsiteX18" fmla="*/ 1017171 w 1219677"/>
              <a:gd name="connsiteY18" fmla="*/ 42872 h 182911"/>
              <a:gd name="connsiteX19" fmla="*/ 953843 w 1219677"/>
              <a:gd name="connsiteY19" fmla="*/ 112892 h 182911"/>
              <a:gd name="connsiteX20" fmla="*/ 1017171 w 1219677"/>
              <a:gd name="connsiteY20" fmla="*/ 182911 h 182911"/>
              <a:gd name="connsiteX21" fmla="*/ 1080739 w 1219677"/>
              <a:gd name="connsiteY21" fmla="*/ 112892 h 182911"/>
              <a:gd name="connsiteX22" fmla="*/ 1017171 w 1219677"/>
              <a:gd name="connsiteY22" fmla="*/ 42872 h 182911"/>
              <a:gd name="connsiteX23" fmla="*/ 896633 w 1219677"/>
              <a:gd name="connsiteY23" fmla="*/ 179327 h 182911"/>
              <a:gd name="connsiteX24" fmla="*/ 926838 w 1219677"/>
              <a:gd name="connsiteY24" fmla="*/ 179327 h 182911"/>
              <a:gd name="connsiteX25" fmla="*/ 926838 w 1219677"/>
              <a:gd name="connsiteY25" fmla="*/ 46504 h 182911"/>
              <a:gd name="connsiteX26" fmla="*/ 896633 w 1219677"/>
              <a:gd name="connsiteY26" fmla="*/ 46504 h 182911"/>
              <a:gd name="connsiteX27" fmla="*/ 896633 w 1219677"/>
              <a:gd name="connsiteY27" fmla="*/ 179327 h 182911"/>
              <a:gd name="connsiteX28" fmla="*/ 896633 w 1219677"/>
              <a:gd name="connsiteY28" fmla="*/ 24758 h 182911"/>
              <a:gd name="connsiteX29" fmla="*/ 926838 w 1219677"/>
              <a:gd name="connsiteY29" fmla="*/ 24758 h 182911"/>
              <a:gd name="connsiteX30" fmla="*/ 926838 w 1219677"/>
              <a:gd name="connsiteY30" fmla="*/ 0 h 182911"/>
              <a:gd name="connsiteX31" fmla="*/ 896633 w 1219677"/>
              <a:gd name="connsiteY31" fmla="*/ 0 h 182911"/>
              <a:gd name="connsiteX32" fmla="*/ 896633 w 1219677"/>
              <a:gd name="connsiteY32" fmla="*/ 24758 h 182911"/>
              <a:gd name="connsiteX33" fmla="*/ 831775 w 1219677"/>
              <a:gd name="connsiteY33" fmla="*/ 9798 h 182911"/>
              <a:gd name="connsiteX34" fmla="*/ 803862 w 1219677"/>
              <a:gd name="connsiteY34" fmla="*/ 12092 h 182911"/>
              <a:gd name="connsiteX35" fmla="*/ 802859 w 1219677"/>
              <a:gd name="connsiteY35" fmla="*/ 46457 h 182911"/>
              <a:gd name="connsiteX36" fmla="*/ 779821 w 1219677"/>
              <a:gd name="connsiteY36" fmla="*/ 46457 h 182911"/>
              <a:gd name="connsiteX37" fmla="*/ 779821 w 1219677"/>
              <a:gd name="connsiteY37" fmla="*/ 66865 h 182911"/>
              <a:gd name="connsiteX38" fmla="*/ 802046 w 1219677"/>
              <a:gd name="connsiteY38" fmla="*/ 66865 h 182911"/>
              <a:gd name="connsiteX39" fmla="*/ 802046 w 1219677"/>
              <a:gd name="connsiteY39" fmla="*/ 133300 h 182911"/>
              <a:gd name="connsiteX40" fmla="*/ 843867 w 1219677"/>
              <a:gd name="connsiteY40" fmla="*/ 182863 h 182911"/>
              <a:gd name="connsiteX41" fmla="*/ 865088 w 1219677"/>
              <a:gd name="connsiteY41" fmla="*/ 180283 h 182911"/>
              <a:gd name="connsiteX42" fmla="*/ 865088 w 1219677"/>
              <a:gd name="connsiteY42" fmla="*/ 157293 h 182911"/>
              <a:gd name="connsiteX43" fmla="*/ 850319 w 1219677"/>
              <a:gd name="connsiteY43" fmla="*/ 159109 h 182911"/>
              <a:gd name="connsiteX44" fmla="*/ 831727 w 1219677"/>
              <a:gd name="connsiteY44" fmla="*/ 131197 h 182911"/>
              <a:gd name="connsiteX45" fmla="*/ 831727 w 1219677"/>
              <a:gd name="connsiteY45" fmla="*/ 66913 h 182911"/>
              <a:gd name="connsiteX46" fmla="*/ 861407 w 1219677"/>
              <a:gd name="connsiteY46" fmla="*/ 66913 h 182911"/>
              <a:gd name="connsiteX47" fmla="*/ 861407 w 1219677"/>
              <a:gd name="connsiteY47" fmla="*/ 46504 h 182911"/>
              <a:gd name="connsiteX48" fmla="*/ 831727 w 1219677"/>
              <a:gd name="connsiteY48" fmla="*/ 46504 h 182911"/>
              <a:gd name="connsiteX49" fmla="*/ 831727 w 1219677"/>
              <a:gd name="connsiteY49" fmla="*/ 9798 h 182911"/>
              <a:gd name="connsiteX50" fmla="*/ 728681 w 1219677"/>
              <a:gd name="connsiteY50" fmla="*/ 113178 h 182911"/>
              <a:gd name="connsiteX51" fmla="*/ 728681 w 1219677"/>
              <a:gd name="connsiteY51" fmla="*/ 122737 h 182911"/>
              <a:gd name="connsiteX52" fmla="*/ 693790 w 1219677"/>
              <a:gd name="connsiteY52" fmla="*/ 161308 h 182911"/>
              <a:gd name="connsiteX53" fmla="*/ 669989 w 1219677"/>
              <a:gd name="connsiteY53" fmla="*/ 141377 h 182911"/>
              <a:gd name="connsiteX54" fmla="*/ 721990 w 1219677"/>
              <a:gd name="connsiteY54" fmla="*/ 113178 h 182911"/>
              <a:gd name="connsiteX55" fmla="*/ 728681 w 1219677"/>
              <a:gd name="connsiteY55" fmla="*/ 113178 h 182911"/>
              <a:gd name="connsiteX56" fmla="*/ 642125 w 1219677"/>
              <a:gd name="connsiteY56" fmla="*/ 80869 h 182911"/>
              <a:gd name="connsiteX57" fmla="*/ 670036 w 1219677"/>
              <a:gd name="connsiteY57" fmla="*/ 84262 h 182911"/>
              <a:gd name="connsiteX58" fmla="*/ 701055 w 1219677"/>
              <a:gd name="connsiteY58" fmla="*/ 63567 h 182911"/>
              <a:gd name="connsiteX59" fmla="*/ 728729 w 1219677"/>
              <a:gd name="connsiteY59" fmla="*/ 88373 h 182911"/>
              <a:gd name="connsiteX60" fmla="*/ 728729 w 1219677"/>
              <a:gd name="connsiteY60" fmla="*/ 95351 h 182911"/>
              <a:gd name="connsiteX61" fmla="*/ 725910 w 1219677"/>
              <a:gd name="connsiteY61" fmla="*/ 95351 h 182911"/>
              <a:gd name="connsiteX62" fmla="*/ 638540 w 1219677"/>
              <a:gd name="connsiteY62" fmla="*/ 142907 h 182911"/>
              <a:gd name="connsiteX63" fmla="*/ 684231 w 1219677"/>
              <a:gd name="connsiteY63" fmla="*/ 182672 h 182911"/>
              <a:gd name="connsiteX64" fmla="*/ 729255 w 1219677"/>
              <a:gd name="connsiteY64" fmla="*/ 156337 h 182911"/>
              <a:gd name="connsiteX65" fmla="*/ 732074 w 1219677"/>
              <a:gd name="connsiteY65" fmla="*/ 179327 h 182911"/>
              <a:gd name="connsiteX66" fmla="*/ 761804 w 1219677"/>
              <a:gd name="connsiteY66" fmla="*/ 179327 h 182911"/>
              <a:gd name="connsiteX67" fmla="*/ 757932 w 1219677"/>
              <a:gd name="connsiteY67" fmla="*/ 152992 h 182911"/>
              <a:gd name="connsiteX68" fmla="*/ 757932 w 1219677"/>
              <a:gd name="connsiteY68" fmla="*/ 95064 h 182911"/>
              <a:gd name="connsiteX69" fmla="*/ 704210 w 1219677"/>
              <a:gd name="connsiteY69" fmla="*/ 42872 h 182911"/>
              <a:gd name="connsiteX70" fmla="*/ 642125 w 1219677"/>
              <a:gd name="connsiteY70" fmla="*/ 80869 h 182911"/>
              <a:gd name="connsiteX71" fmla="*/ 549546 w 1219677"/>
              <a:gd name="connsiteY71" fmla="*/ 179327 h 182911"/>
              <a:gd name="connsiteX72" fmla="*/ 576693 w 1219677"/>
              <a:gd name="connsiteY72" fmla="*/ 179327 h 182911"/>
              <a:gd name="connsiteX73" fmla="*/ 623723 w 1219677"/>
              <a:gd name="connsiteY73" fmla="*/ 46504 h 182911"/>
              <a:gd name="connsiteX74" fmla="*/ 599157 w 1219677"/>
              <a:gd name="connsiteY74" fmla="*/ 46504 h 182911"/>
              <a:gd name="connsiteX75" fmla="*/ 566082 w 1219677"/>
              <a:gd name="connsiteY75" fmla="*/ 147591 h 182911"/>
              <a:gd name="connsiteX76" fmla="*/ 533248 w 1219677"/>
              <a:gd name="connsiteY76" fmla="*/ 46504 h 182911"/>
              <a:gd name="connsiteX77" fmla="*/ 502993 w 1219677"/>
              <a:gd name="connsiteY77" fmla="*/ 46504 h 182911"/>
              <a:gd name="connsiteX78" fmla="*/ 549546 w 1219677"/>
              <a:gd name="connsiteY78" fmla="*/ 179327 h 182911"/>
              <a:gd name="connsiteX79" fmla="*/ 426235 w 1219677"/>
              <a:gd name="connsiteY79" fmla="*/ 64571 h 182911"/>
              <a:gd name="connsiteX80" fmla="*/ 458067 w 1219677"/>
              <a:gd name="connsiteY80" fmla="*/ 112892 h 182911"/>
              <a:gd name="connsiteX81" fmla="*/ 426235 w 1219677"/>
              <a:gd name="connsiteY81" fmla="*/ 160973 h 182911"/>
              <a:gd name="connsiteX82" fmla="*/ 394691 w 1219677"/>
              <a:gd name="connsiteY82" fmla="*/ 112892 h 182911"/>
              <a:gd name="connsiteX83" fmla="*/ 426235 w 1219677"/>
              <a:gd name="connsiteY83" fmla="*/ 64571 h 182911"/>
              <a:gd name="connsiteX84" fmla="*/ 426235 w 1219677"/>
              <a:gd name="connsiteY84" fmla="*/ 42872 h 182911"/>
              <a:gd name="connsiteX85" fmla="*/ 362954 w 1219677"/>
              <a:gd name="connsiteY85" fmla="*/ 112892 h 182911"/>
              <a:gd name="connsiteX86" fmla="*/ 426235 w 1219677"/>
              <a:gd name="connsiteY86" fmla="*/ 182911 h 182911"/>
              <a:gd name="connsiteX87" fmla="*/ 489802 w 1219677"/>
              <a:gd name="connsiteY87" fmla="*/ 112892 h 182911"/>
              <a:gd name="connsiteX88" fmla="*/ 426235 w 1219677"/>
              <a:gd name="connsiteY88" fmla="*/ 42872 h 182911"/>
              <a:gd name="connsiteX89" fmla="*/ 224302 w 1219677"/>
              <a:gd name="connsiteY89" fmla="*/ 46504 h 182911"/>
              <a:gd name="connsiteX90" fmla="*/ 224302 w 1219677"/>
              <a:gd name="connsiteY90" fmla="*/ 179327 h 182911"/>
              <a:gd name="connsiteX91" fmla="*/ 253456 w 1219677"/>
              <a:gd name="connsiteY91" fmla="*/ 179327 h 182911"/>
              <a:gd name="connsiteX92" fmla="*/ 253456 w 1219677"/>
              <a:gd name="connsiteY92" fmla="*/ 103333 h 182911"/>
              <a:gd name="connsiteX93" fmla="*/ 284236 w 1219677"/>
              <a:gd name="connsiteY93" fmla="*/ 65575 h 182911"/>
              <a:gd name="connsiteX94" fmla="*/ 306699 w 1219677"/>
              <a:gd name="connsiteY94" fmla="*/ 94538 h 182911"/>
              <a:gd name="connsiteX95" fmla="*/ 306699 w 1219677"/>
              <a:gd name="connsiteY95" fmla="*/ 179279 h 182911"/>
              <a:gd name="connsiteX96" fmla="*/ 335903 w 1219677"/>
              <a:gd name="connsiteY96" fmla="*/ 179279 h 182911"/>
              <a:gd name="connsiteX97" fmla="*/ 335903 w 1219677"/>
              <a:gd name="connsiteY97" fmla="*/ 94299 h 182911"/>
              <a:gd name="connsiteX98" fmla="*/ 292792 w 1219677"/>
              <a:gd name="connsiteY98" fmla="*/ 42872 h 182911"/>
              <a:gd name="connsiteX99" fmla="*/ 251688 w 1219677"/>
              <a:gd name="connsiteY99" fmla="*/ 69207 h 182911"/>
              <a:gd name="connsiteX100" fmla="*/ 251640 w 1219677"/>
              <a:gd name="connsiteY100" fmla="*/ 46457 h 182911"/>
              <a:gd name="connsiteX101" fmla="*/ 224302 w 1219677"/>
              <a:gd name="connsiteY101" fmla="*/ 46457 h 182911"/>
              <a:gd name="connsiteX102" fmla="*/ 77189 w 1219677"/>
              <a:gd name="connsiteY102" fmla="*/ 46504 h 182911"/>
              <a:gd name="connsiteX103" fmla="*/ 77189 w 1219677"/>
              <a:gd name="connsiteY103" fmla="*/ 179327 h 182911"/>
              <a:gd name="connsiteX104" fmla="*/ 106391 w 1219677"/>
              <a:gd name="connsiteY104" fmla="*/ 179327 h 182911"/>
              <a:gd name="connsiteX105" fmla="*/ 106391 w 1219677"/>
              <a:gd name="connsiteY105" fmla="*/ 103333 h 182911"/>
              <a:gd name="connsiteX106" fmla="*/ 137172 w 1219677"/>
              <a:gd name="connsiteY106" fmla="*/ 65575 h 182911"/>
              <a:gd name="connsiteX107" fmla="*/ 159635 w 1219677"/>
              <a:gd name="connsiteY107" fmla="*/ 94538 h 182911"/>
              <a:gd name="connsiteX108" fmla="*/ 159635 w 1219677"/>
              <a:gd name="connsiteY108" fmla="*/ 179279 h 182911"/>
              <a:gd name="connsiteX109" fmla="*/ 188838 w 1219677"/>
              <a:gd name="connsiteY109" fmla="*/ 179279 h 182911"/>
              <a:gd name="connsiteX110" fmla="*/ 188838 w 1219677"/>
              <a:gd name="connsiteY110" fmla="*/ 94299 h 182911"/>
              <a:gd name="connsiteX111" fmla="*/ 145679 w 1219677"/>
              <a:gd name="connsiteY111" fmla="*/ 42872 h 182911"/>
              <a:gd name="connsiteX112" fmla="*/ 104623 w 1219677"/>
              <a:gd name="connsiteY112" fmla="*/ 69207 h 182911"/>
              <a:gd name="connsiteX113" fmla="*/ 104575 w 1219677"/>
              <a:gd name="connsiteY113" fmla="*/ 46457 h 182911"/>
              <a:gd name="connsiteX114" fmla="*/ 77189 w 1219677"/>
              <a:gd name="connsiteY114" fmla="*/ 46457 h 182911"/>
              <a:gd name="connsiteX115" fmla="*/ 0 w 1219677"/>
              <a:gd name="connsiteY115" fmla="*/ 179327 h 182911"/>
              <a:gd name="connsiteX116" fmla="*/ 30207 w 1219677"/>
              <a:gd name="connsiteY116" fmla="*/ 179327 h 182911"/>
              <a:gd name="connsiteX117" fmla="*/ 30207 w 1219677"/>
              <a:gd name="connsiteY117" fmla="*/ 46504 h 182911"/>
              <a:gd name="connsiteX118" fmla="*/ 0 w 1219677"/>
              <a:gd name="connsiteY118" fmla="*/ 46504 h 182911"/>
              <a:gd name="connsiteX119" fmla="*/ 0 w 1219677"/>
              <a:gd name="connsiteY119" fmla="*/ 179327 h 182911"/>
              <a:gd name="connsiteX120" fmla="*/ 0 w 1219677"/>
              <a:gd name="connsiteY120" fmla="*/ 24758 h 182911"/>
              <a:gd name="connsiteX121" fmla="*/ 30207 w 1219677"/>
              <a:gd name="connsiteY121" fmla="*/ 24758 h 182911"/>
              <a:gd name="connsiteX122" fmla="*/ 30207 w 1219677"/>
              <a:gd name="connsiteY122" fmla="*/ 0 h 182911"/>
              <a:gd name="connsiteX123" fmla="*/ 0 w 1219677"/>
              <a:gd name="connsiteY123" fmla="*/ 0 h 182911"/>
              <a:gd name="connsiteX124" fmla="*/ 0 w 1219677"/>
              <a:gd name="connsiteY124" fmla="*/ 24758 h 182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</a:cxnLst>
            <a:rect l="l" t="t" r="r" b="b"/>
            <a:pathLst>
              <a:path w="1219677" h="182911">
                <a:moveTo>
                  <a:pt x="1107982" y="46504"/>
                </a:moveTo>
                <a:lnTo>
                  <a:pt x="1107982" y="179327"/>
                </a:lnTo>
                <a:lnTo>
                  <a:pt x="1137184" y="179327"/>
                </a:lnTo>
                <a:lnTo>
                  <a:pt x="1137184" y="103333"/>
                </a:lnTo>
                <a:cubicBezTo>
                  <a:pt x="1137232" y="80343"/>
                  <a:pt x="1150662" y="65575"/>
                  <a:pt x="1167964" y="65575"/>
                </a:cubicBezTo>
                <a:cubicBezTo>
                  <a:pt x="1182445" y="65575"/>
                  <a:pt x="1190476" y="75373"/>
                  <a:pt x="1190476" y="94538"/>
                </a:cubicBezTo>
                <a:lnTo>
                  <a:pt x="1190476" y="179279"/>
                </a:lnTo>
                <a:lnTo>
                  <a:pt x="1219678" y="179279"/>
                </a:lnTo>
                <a:lnTo>
                  <a:pt x="1219678" y="94299"/>
                </a:lnTo>
                <a:cubicBezTo>
                  <a:pt x="1219678" y="59935"/>
                  <a:pt x="1205483" y="42872"/>
                  <a:pt x="1176519" y="42872"/>
                </a:cubicBezTo>
                <a:cubicBezTo>
                  <a:pt x="1158691" y="42872"/>
                  <a:pt x="1144975" y="51666"/>
                  <a:pt x="1135416" y="69207"/>
                </a:cubicBezTo>
                <a:lnTo>
                  <a:pt x="1135368" y="46457"/>
                </a:lnTo>
                <a:lnTo>
                  <a:pt x="1107982" y="46457"/>
                </a:lnTo>
                <a:close/>
                <a:moveTo>
                  <a:pt x="1017171" y="64571"/>
                </a:moveTo>
                <a:cubicBezTo>
                  <a:pt x="1036576" y="64571"/>
                  <a:pt x="1048954" y="81873"/>
                  <a:pt x="1048954" y="112892"/>
                </a:cubicBezTo>
                <a:cubicBezTo>
                  <a:pt x="1048954" y="143911"/>
                  <a:pt x="1036576" y="160973"/>
                  <a:pt x="1017171" y="160973"/>
                </a:cubicBezTo>
                <a:cubicBezTo>
                  <a:pt x="997527" y="160973"/>
                  <a:pt x="985626" y="144150"/>
                  <a:pt x="985626" y="112892"/>
                </a:cubicBezTo>
                <a:cubicBezTo>
                  <a:pt x="985626" y="81634"/>
                  <a:pt x="997479" y="64571"/>
                  <a:pt x="1017171" y="64571"/>
                </a:cubicBezTo>
                <a:moveTo>
                  <a:pt x="1017171" y="42872"/>
                </a:moveTo>
                <a:cubicBezTo>
                  <a:pt x="979652" y="42872"/>
                  <a:pt x="953843" y="70259"/>
                  <a:pt x="953843" y="112892"/>
                </a:cubicBezTo>
                <a:cubicBezTo>
                  <a:pt x="953843" y="155573"/>
                  <a:pt x="979413" y="182911"/>
                  <a:pt x="1017171" y="182911"/>
                </a:cubicBezTo>
                <a:cubicBezTo>
                  <a:pt x="1054929" y="182911"/>
                  <a:pt x="1080739" y="155573"/>
                  <a:pt x="1080739" y="112892"/>
                </a:cubicBezTo>
                <a:cubicBezTo>
                  <a:pt x="1080739" y="70259"/>
                  <a:pt x="1054881" y="42872"/>
                  <a:pt x="1017171" y="42872"/>
                </a:cubicBezTo>
                <a:moveTo>
                  <a:pt x="896633" y="179327"/>
                </a:moveTo>
                <a:lnTo>
                  <a:pt x="926838" y="179327"/>
                </a:lnTo>
                <a:lnTo>
                  <a:pt x="926838" y="46504"/>
                </a:lnTo>
                <a:lnTo>
                  <a:pt x="896633" y="46504"/>
                </a:lnTo>
                <a:lnTo>
                  <a:pt x="896633" y="179327"/>
                </a:lnTo>
                <a:close/>
                <a:moveTo>
                  <a:pt x="896633" y="24758"/>
                </a:moveTo>
                <a:lnTo>
                  <a:pt x="926838" y="24758"/>
                </a:lnTo>
                <a:lnTo>
                  <a:pt x="926838" y="0"/>
                </a:lnTo>
                <a:lnTo>
                  <a:pt x="896633" y="0"/>
                </a:lnTo>
                <a:lnTo>
                  <a:pt x="896633" y="24758"/>
                </a:lnTo>
                <a:close/>
                <a:moveTo>
                  <a:pt x="831775" y="9798"/>
                </a:moveTo>
                <a:lnTo>
                  <a:pt x="803862" y="12092"/>
                </a:lnTo>
                <a:lnTo>
                  <a:pt x="802859" y="46457"/>
                </a:lnTo>
                <a:lnTo>
                  <a:pt x="779821" y="46457"/>
                </a:lnTo>
                <a:lnTo>
                  <a:pt x="779821" y="66865"/>
                </a:lnTo>
                <a:lnTo>
                  <a:pt x="802046" y="66865"/>
                </a:lnTo>
                <a:lnTo>
                  <a:pt x="802046" y="133300"/>
                </a:lnTo>
                <a:cubicBezTo>
                  <a:pt x="802046" y="167904"/>
                  <a:pt x="812131" y="182863"/>
                  <a:pt x="843867" y="182863"/>
                </a:cubicBezTo>
                <a:cubicBezTo>
                  <a:pt x="850845" y="182863"/>
                  <a:pt x="857823" y="181812"/>
                  <a:pt x="865088" y="180283"/>
                </a:cubicBezTo>
                <a:lnTo>
                  <a:pt x="865088" y="157293"/>
                </a:lnTo>
                <a:cubicBezTo>
                  <a:pt x="859925" y="158584"/>
                  <a:pt x="855004" y="159109"/>
                  <a:pt x="850319" y="159109"/>
                </a:cubicBezTo>
                <a:cubicBezTo>
                  <a:pt x="834547" y="159109"/>
                  <a:pt x="831727" y="150602"/>
                  <a:pt x="831727" y="131197"/>
                </a:cubicBezTo>
                <a:lnTo>
                  <a:pt x="831727" y="66913"/>
                </a:lnTo>
                <a:lnTo>
                  <a:pt x="861407" y="66913"/>
                </a:lnTo>
                <a:lnTo>
                  <a:pt x="861407" y="46504"/>
                </a:lnTo>
                <a:lnTo>
                  <a:pt x="831727" y="46504"/>
                </a:lnTo>
                <a:lnTo>
                  <a:pt x="831727" y="9798"/>
                </a:lnTo>
                <a:close/>
                <a:moveTo>
                  <a:pt x="728681" y="113178"/>
                </a:moveTo>
                <a:lnTo>
                  <a:pt x="728681" y="122737"/>
                </a:lnTo>
                <a:cubicBezTo>
                  <a:pt x="728681" y="144484"/>
                  <a:pt x="713195" y="161308"/>
                  <a:pt x="693790" y="161308"/>
                </a:cubicBezTo>
                <a:cubicBezTo>
                  <a:pt x="679022" y="161308"/>
                  <a:pt x="669989" y="153278"/>
                  <a:pt x="669989" y="141377"/>
                </a:cubicBezTo>
                <a:cubicBezTo>
                  <a:pt x="669989" y="122737"/>
                  <a:pt x="687291" y="113178"/>
                  <a:pt x="721990" y="113178"/>
                </a:cubicBezTo>
                <a:lnTo>
                  <a:pt x="728681" y="113178"/>
                </a:lnTo>
                <a:close/>
                <a:moveTo>
                  <a:pt x="642125" y="80869"/>
                </a:moveTo>
                <a:lnTo>
                  <a:pt x="670036" y="84262"/>
                </a:lnTo>
                <a:cubicBezTo>
                  <a:pt x="672857" y="70545"/>
                  <a:pt x="683228" y="63567"/>
                  <a:pt x="701055" y="63567"/>
                </a:cubicBezTo>
                <a:cubicBezTo>
                  <a:pt x="719696" y="63567"/>
                  <a:pt x="728729" y="71549"/>
                  <a:pt x="728729" y="88373"/>
                </a:cubicBezTo>
                <a:lnTo>
                  <a:pt x="728729" y="95351"/>
                </a:lnTo>
                <a:lnTo>
                  <a:pt x="725910" y="95351"/>
                </a:lnTo>
                <a:cubicBezTo>
                  <a:pt x="667169" y="95351"/>
                  <a:pt x="638540" y="110836"/>
                  <a:pt x="638540" y="142907"/>
                </a:cubicBezTo>
                <a:cubicBezTo>
                  <a:pt x="638540" y="166135"/>
                  <a:pt x="656368" y="182672"/>
                  <a:pt x="684231" y="182672"/>
                </a:cubicBezTo>
                <a:cubicBezTo>
                  <a:pt x="704163" y="182672"/>
                  <a:pt x="720221" y="173400"/>
                  <a:pt x="729255" y="156337"/>
                </a:cubicBezTo>
                <a:cubicBezTo>
                  <a:pt x="729494" y="164845"/>
                  <a:pt x="730306" y="172396"/>
                  <a:pt x="732074" y="179327"/>
                </a:cubicBezTo>
                <a:lnTo>
                  <a:pt x="761804" y="179327"/>
                </a:lnTo>
                <a:cubicBezTo>
                  <a:pt x="758935" y="172396"/>
                  <a:pt x="757932" y="163602"/>
                  <a:pt x="757932" y="152992"/>
                </a:cubicBezTo>
                <a:lnTo>
                  <a:pt x="757932" y="95064"/>
                </a:lnTo>
                <a:cubicBezTo>
                  <a:pt x="757932" y="58883"/>
                  <a:pt x="742686" y="42872"/>
                  <a:pt x="704210" y="42872"/>
                </a:cubicBezTo>
                <a:cubicBezTo>
                  <a:pt x="668985" y="42872"/>
                  <a:pt x="648051" y="55777"/>
                  <a:pt x="642125" y="80869"/>
                </a:cubicBezTo>
                <a:moveTo>
                  <a:pt x="549546" y="179327"/>
                </a:moveTo>
                <a:lnTo>
                  <a:pt x="576693" y="179327"/>
                </a:lnTo>
                <a:lnTo>
                  <a:pt x="623723" y="46504"/>
                </a:lnTo>
                <a:lnTo>
                  <a:pt x="599157" y="46504"/>
                </a:lnTo>
                <a:lnTo>
                  <a:pt x="566082" y="147591"/>
                </a:lnTo>
                <a:lnTo>
                  <a:pt x="533248" y="46504"/>
                </a:lnTo>
                <a:lnTo>
                  <a:pt x="502993" y="46504"/>
                </a:lnTo>
                <a:lnTo>
                  <a:pt x="549546" y="179327"/>
                </a:lnTo>
                <a:close/>
                <a:moveTo>
                  <a:pt x="426235" y="64571"/>
                </a:moveTo>
                <a:cubicBezTo>
                  <a:pt x="445640" y="64571"/>
                  <a:pt x="458067" y="81873"/>
                  <a:pt x="458067" y="112892"/>
                </a:cubicBezTo>
                <a:cubicBezTo>
                  <a:pt x="458067" y="143911"/>
                  <a:pt x="445640" y="160973"/>
                  <a:pt x="426235" y="160973"/>
                </a:cubicBezTo>
                <a:cubicBezTo>
                  <a:pt x="406592" y="160973"/>
                  <a:pt x="394691" y="144150"/>
                  <a:pt x="394691" y="112892"/>
                </a:cubicBezTo>
                <a:cubicBezTo>
                  <a:pt x="394738" y="81634"/>
                  <a:pt x="406592" y="64571"/>
                  <a:pt x="426235" y="64571"/>
                </a:cubicBezTo>
                <a:moveTo>
                  <a:pt x="426235" y="42872"/>
                </a:moveTo>
                <a:cubicBezTo>
                  <a:pt x="388764" y="42872"/>
                  <a:pt x="362954" y="70259"/>
                  <a:pt x="362954" y="112892"/>
                </a:cubicBezTo>
                <a:cubicBezTo>
                  <a:pt x="362954" y="155573"/>
                  <a:pt x="388477" y="182911"/>
                  <a:pt x="426235" y="182911"/>
                </a:cubicBezTo>
                <a:cubicBezTo>
                  <a:pt x="463993" y="182911"/>
                  <a:pt x="489802" y="155573"/>
                  <a:pt x="489802" y="112892"/>
                </a:cubicBezTo>
                <a:cubicBezTo>
                  <a:pt x="489802" y="70259"/>
                  <a:pt x="463993" y="42872"/>
                  <a:pt x="426235" y="42872"/>
                </a:cubicBezTo>
                <a:moveTo>
                  <a:pt x="224302" y="46504"/>
                </a:moveTo>
                <a:lnTo>
                  <a:pt x="224302" y="179327"/>
                </a:lnTo>
                <a:lnTo>
                  <a:pt x="253456" y="179327"/>
                </a:lnTo>
                <a:lnTo>
                  <a:pt x="253456" y="103333"/>
                </a:lnTo>
                <a:cubicBezTo>
                  <a:pt x="253504" y="80343"/>
                  <a:pt x="266982" y="65575"/>
                  <a:pt x="284236" y="65575"/>
                </a:cubicBezTo>
                <a:cubicBezTo>
                  <a:pt x="298718" y="65575"/>
                  <a:pt x="306699" y="75373"/>
                  <a:pt x="306699" y="94538"/>
                </a:cubicBezTo>
                <a:lnTo>
                  <a:pt x="306699" y="179279"/>
                </a:lnTo>
                <a:lnTo>
                  <a:pt x="335903" y="179279"/>
                </a:lnTo>
                <a:lnTo>
                  <a:pt x="335903" y="94299"/>
                </a:lnTo>
                <a:cubicBezTo>
                  <a:pt x="335903" y="59935"/>
                  <a:pt x="321708" y="42872"/>
                  <a:pt x="292792" y="42872"/>
                </a:cubicBezTo>
                <a:cubicBezTo>
                  <a:pt x="274964" y="42872"/>
                  <a:pt x="261247" y="51666"/>
                  <a:pt x="251688" y="69207"/>
                </a:cubicBezTo>
                <a:lnTo>
                  <a:pt x="251640" y="46457"/>
                </a:lnTo>
                <a:lnTo>
                  <a:pt x="224302" y="46457"/>
                </a:lnTo>
                <a:close/>
                <a:moveTo>
                  <a:pt x="77189" y="46504"/>
                </a:moveTo>
                <a:lnTo>
                  <a:pt x="77189" y="179327"/>
                </a:lnTo>
                <a:lnTo>
                  <a:pt x="106391" y="179327"/>
                </a:lnTo>
                <a:lnTo>
                  <a:pt x="106391" y="103333"/>
                </a:lnTo>
                <a:cubicBezTo>
                  <a:pt x="106439" y="80343"/>
                  <a:pt x="119870" y="65575"/>
                  <a:pt x="137172" y="65575"/>
                </a:cubicBezTo>
                <a:cubicBezTo>
                  <a:pt x="151653" y="65575"/>
                  <a:pt x="159635" y="75373"/>
                  <a:pt x="159635" y="94538"/>
                </a:cubicBezTo>
                <a:lnTo>
                  <a:pt x="159635" y="179279"/>
                </a:lnTo>
                <a:lnTo>
                  <a:pt x="188838" y="179279"/>
                </a:lnTo>
                <a:lnTo>
                  <a:pt x="188838" y="94299"/>
                </a:lnTo>
                <a:cubicBezTo>
                  <a:pt x="188838" y="59935"/>
                  <a:pt x="174643" y="42872"/>
                  <a:pt x="145679" y="42872"/>
                </a:cubicBezTo>
                <a:cubicBezTo>
                  <a:pt x="127851" y="42872"/>
                  <a:pt x="114182" y="51666"/>
                  <a:pt x="104623" y="69207"/>
                </a:cubicBezTo>
                <a:lnTo>
                  <a:pt x="104575" y="46457"/>
                </a:lnTo>
                <a:lnTo>
                  <a:pt x="77189" y="46457"/>
                </a:lnTo>
                <a:close/>
                <a:moveTo>
                  <a:pt x="0" y="179327"/>
                </a:moveTo>
                <a:lnTo>
                  <a:pt x="30207" y="179327"/>
                </a:lnTo>
                <a:lnTo>
                  <a:pt x="30207" y="46504"/>
                </a:lnTo>
                <a:lnTo>
                  <a:pt x="0" y="46504"/>
                </a:lnTo>
                <a:lnTo>
                  <a:pt x="0" y="179327"/>
                </a:lnTo>
                <a:close/>
                <a:moveTo>
                  <a:pt x="0" y="24758"/>
                </a:moveTo>
                <a:lnTo>
                  <a:pt x="30207" y="24758"/>
                </a:lnTo>
                <a:lnTo>
                  <a:pt x="30207" y="0"/>
                </a:lnTo>
                <a:lnTo>
                  <a:pt x="0" y="0"/>
                </a:lnTo>
                <a:lnTo>
                  <a:pt x="0" y="24758"/>
                </a:lnTo>
                <a:close/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03" name="Vrije vorm: vorm 202">
            <a:extLst>
              <a:ext uri="{FF2B5EF4-FFF2-40B4-BE49-F238E27FC236}">
                <a16:creationId xmlns:a16="http://schemas.microsoft.com/office/drawing/2014/main" id="{61507882-5C09-AFEB-B812-B6EAEF4772AD}"/>
              </a:ext>
            </a:extLst>
          </p:cNvPr>
          <p:cNvSpPr/>
          <p:nvPr userDrawn="1"/>
        </p:nvSpPr>
        <p:spPr>
          <a:xfrm>
            <a:off x="7536165" y="3480414"/>
            <a:ext cx="568159" cy="331869"/>
          </a:xfrm>
          <a:custGeom>
            <a:avLst/>
            <a:gdLst>
              <a:gd name="connsiteX0" fmla="*/ 283398 w 568159"/>
              <a:gd name="connsiteY0" fmla="*/ 120492 h 331869"/>
              <a:gd name="connsiteX1" fmla="*/ 227076 w 568159"/>
              <a:gd name="connsiteY1" fmla="*/ 206853 h 331869"/>
              <a:gd name="connsiteX2" fmla="*/ 283398 w 568159"/>
              <a:gd name="connsiteY2" fmla="*/ 292700 h 331869"/>
              <a:gd name="connsiteX3" fmla="*/ 340230 w 568159"/>
              <a:gd name="connsiteY3" fmla="*/ 206853 h 331869"/>
              <a:gd name="connsiteX4" fmla="*/ 283398 w 568159"/>
              <a:gd name="connsiteY4" fmla="*/ 120492 h 331869"/>
              <a:gd name="connsiteX5" fmla="*/ 555700 w 568159"/>
              <a:gd name="connsiteY5" fmla="*/ 81752 h 331869"/>
              <a:gd name="connsiteX6" fmla="*/ 568159 w 568159"/>
              <a:gd name="connsiteY6" fmla="*/ 82263 h 331869"/>
              <a:gd name="connsiteX7" fmla="*/ 568159 w 568159"/>
              <a:gd name="connsiteY7" fmla="*/ 133378 h 331869"/>
              <a:gd name="connsiteX8" fmla="*/ 556638 w 568159"/>
              <a:gd name="connsiteY8" fmla="*/ 132867 h 331869"/>
              <a:gd name="connsiteX9" fmla="*/ 493406 w 568159"/>
              <a:gd name="connsiteY9" fmla="*/ 207706 h 331869"/>
              <a:gd name="connsiteX10" fmla="*/ 493406 w 568159"/>
              <a:gd name="connsiteY10" fmla="*/ 325297 h 331869"/>
              <a:gd name="connsiteX11" fmla="*/ 440413 w 568159"/>
              <a:gd name="connsiteY11" fmla="*/ 325297 h 331869"/>
              <a:gd name="connsiteX12" fmla="*/ 440413 w 568159"/>
              <a:gd name="connsiteY12" fmla="*/ 88151 h 331869"/>
              <a:gd name="connsiteX13" fmla="*/ 488798 w 568159"/>
              <a:gd name="connsiteY13" fmla="*/ 88151 h 331869"/>
              <a:gd name="connsiteX14" fmla="*/ 488798 w 568159"/>
              <a:gd name="connsiteY14" fmla="*/ 139352 h 331869"/>
              <a:gd name="connsiteX15" fmla="*/ 555700 w 568159"/>
              <a:gd name="connsiteY15" fmla="*/ 81752 h 331869"/>
              <a:gd name="connsiteX16" fmla="*/ 283398 w 568159"/>
              <a:gd name="connsiteY16" fmla="*/ 81752 h 331869"/>
              <a:gd name="connsiteX17" fmla="*/ 396893 w 568159"/>
              <a:gd name="connsiteY17" fmla="*/ 206853 h 331869"/>
              <a:gd name="connsiteX18" fmla="*/ 283398 w 568159"/>
              <a:gd name="connsiteY18" fmla="*/ 331869 h 331869"/>
              <a:gd name="connsiteX19" fmla="*/ 170413 w 568159"/>
              <a:gd name="connsiteY19" fmla="*/ 206853 h 331869"/>
              <a:gd name="connsiteX20" fmla="*/ 283398 w 568159"/>
              <a:gd name="connsiteY20" fmla="*/ 81752 h 331869"/>
              <a:gd name="connsiteX21" fmla="*/ 115372 w 568159"/>
              <a:gd name="connsiteY21" fmla="*/ 0 h 331869"/>
              <a:gd name="connsiteX22" fmla="*/ 161027 w 568159"/>
              <a:gd name="connsiteY22" fmla="*/ 4182 h 331869"/>
              <a:gd name="connsiteX23" fmla="*/ 161113 w 568159"/>
              <a:gd name="connsiteY23" fmla="*/ 4182 h 331869"/>
              <a:gd name="connsiteX24" fmla="*/ 161113 w 568159"/>
              <a:gd name="connsiteY24" fmla="*/ 42924 h 331869"/>
              <a:gd name="connsiteX25" fmla="*/ 129709 w 568159"/>
              <a:gd name="connsiteY25" fmla="*/ 39682 h 331869"/>
              <a:gd name="connsiteX26" fmla="*/ 90454 w 568159"/>
              <a:gd name="connsiteY26" fmla="*/ 81752 h 331869"/>
              <a:gd name="connsiteX27" fmla="*/ 90454 w 568159"/>
              <a:gd name="connsiteY27" fmla="*/ 88237 h 331869"/>
              <a:gd name="connsiteX28" fmla="*/ 148142 w 568159"/>
              <a:gd name="connsiteY28" fmla="*/ 88237 h 331869"/>
              <a:gd name="connsiteX29" fmla="*/ 148142 w 568159"/>
              <a:gd name="connsiteY29" fmla="*/ 124590 h 331869"/>
              <a:gd name="connsiteX30" fmla="*/ 91393 w 568159"/>
              <a:gd name="connsiteY30" fmla="*/ 124590 h 331869"/>
              <a:gd name="connsiteX31" fmla="*/ 91393 w 568159"/>
              <a:gd name="connsiteY31" fmla="*/ 325297 h 331869"/>
              <a:gd name="connsiteX32" fmla="*/ 39255 w 568159"/>
              <a:gd name="connsiteY32" fmla="*/ 325297 h 331869"/>
              <a:gd name="connsiteX33" fmla="*/ 39255 w 568159"/>
              <a:gd name="connsiteY33" fmla="*/ 124504 h 331869"/>
              <a:gd name="connsiteX34" fmla="*/ 0 w 568159"/>
              <a:gd name="connsiteY34" fmla="*/ 124504 h 331869"/>
              <a:gd name="connsiteX35" fmla="*/ 0 w 568159"/>
              <a:gd name="connsiteY35" fmla="*/ 88151 h 331869"/>
              <a:gd name="connsiteX36" fmla="*/ 39255 w 568159"/>
              <a:gd name="connsiteY36" fmla="*/ 88151 h 331869"/>
              <a:gd name="connsiteX37" fmla="*/ 39255 w 568159"/>
              <a:gd name="connsiteY37" fmla="*/ 83543 h 331869"/>
              <a:gd name="connsiteX38" fmla="*/ 115372 w 568159"/>
              <a:gd name="connsiteY38" fmla="*/ 0 h 331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568159" h="331869">
                <a:moveTo>
                  <a:pt x="283398" y="120492"/>
                </a:moveTo>
                <a:cubicBezTo>
                  <a:pt x="248324" y="120492"/>
                  <a:pt x="227076" y="150872"/>
                  <a:pt x="227076" y="206853"/>
                </a:cubicBezTo>
                <a:cubicBezTo>
                  <a:pt x="227076" y="262662"/>
                  <a:pt x="248324" y="292700"/>
                  <a:pt x="283398" y="292700"/>
                </a:cubicBezTo>
                <a:cubicBezTo>
                  <a:pt x="318042" y="292700"/>
                  <a:pt x="340230" y="262235"/>
                  <a:pt x="340230" y="206853"/>
                </a:cubicBezTo>
                <a:cubicBezTo>
                  <a:pt x="340230" y="151384"/>
                  <a:pt x="318042" y="120492"/>
                  <a:pt x="283398" y="120492"/>
                </a:cubicBezTo>
                <a:close/>
                <a:moveTo>
                  <a:pt x="555700" y="81752"/>
                </a:moveTo>
                <a:cubicBezTo>
                  <a:pt x="559369" y="81752"/>
                  <a:pt x="563551" y="81752"/>
                  <a:pt x="568159" y="82263"/>
                </a:cubicBezTo>
                <a:lnTo>
                  <a:pt x="568159" y="133378"/>
                </a:lnTo>
                <a:cubicBezTo>
                  <a:pt x="563124" y="132867"/>
                  <a:pt x="558943" y="132867"/>
                  <a:pt x="556638" y="132867"/>
                </a:cubicBezTo>
                <a:cubicBezTo>
                  <a:pt x="518408" y="132867"/>
                  <a:pt x="493492" y="161027"/>
                  <a:pt x="493406" y="207706"/>
                </a:cubicBezTo>
                <a:lnTo>
                  <a:pt x="493406" y="325297"/>
                </a:lnTo>
                <a:lnTo>
                  <a:pt x="440413" y="325297"/>
                </a:lnTo>
                <a:lnTo>
                  <a:pt x="440413" y="88151"/>
                </a:lnTo>
                <a:lnTo>
                  <a:pt x="488798" y="88151"/>
                </a:lnTo>
                <a:lnTo>
                  <a:pt x="488798" y="139352"/>
                </a:lnTo>
                <a:cubicBezTo>
                  <a:pt x="500746" y="100610"/>
                  <a:pt x="522420" y="81752"/>
                  <a:pt x="555700" y="81752"/>
                </a:cubicBezTo>
                <a:close/>
                <a:moveTo>
                  <a:pt x="283398" y="81752"/>
                </a:moveTo>
                <a:cubicBezTo>
                  <a:pt x="350812" y="81752"/>
                  <a:pt x="396893" y="130648"/>
                  <a:pt x="396893" y="206853"/>
                </a:cubicBezTo>
                <a:cubicBezTo>
                  <a:pt x="396893" y="282971"/>
                  <a:pt x="350812" y="331869"/>
                  <a:pt x="283398" y="331869"/>
                </a:cubicBezTo>
                <a:cubicBezTo>
                  <a:pt x="216067" y="331869"/>
                  <a:pt x="170413" y="282971"/>
                  <a:pt x="170413" y="206853"/>
                </a:cubicBezTo>
                <a:cubicBezTo>
                  <a:pt x="170413" y="130648"/>
                  <a:pt x="216495" y="81752"/>
                  <a:pt x="283398" y="81752"/>
                </a:cubicBezTo>
                <a:close/>
                <a:moveTo>
                  <a:pt x="115372" y="0"/>
                </a:moveTo>
                <a:cubicBezTo>
                  <a:pt x="131501" y="0"/>
                  <a:pt x="146690" y="939"/>
                  <a:pt x="161027" y="4182"/>
                </a:cubicBezTo>
                <a:lnTo>
                  <a:pt x="161113" y="4182"/>
                </a:lnTo>
                <a:lnTo>
                  <a:pt x="161113" y="42924"/>
                </a:lnTo>
                <a:cubicBezTo>
                  <a:pt x="147715" y="40619"/>
                  <a:pt x="137559" y="39682"/>
                  <a:pt x="129709" y="39682"/>
                </a:cubicBezTo>
                <a:cubicBezTo>
                  <a:pt x="101976" y="39682"/>
                  <a:pt x="90454" y="52651"/>
                  <a:pt x="90454" y="81752"/>
                </a:cubicBezTo>
                <a:lnTo>
                  <a:pt x="90454" y="88237"/>
                </a:lnTo>
                <a:lnTo>
                  <a:pt x="148142" y="88237"/>
                </a:lnTo>
                <a:lnTo>
                  <a:pt x="148142" y="124590"/>
                </a:lnTo>
                <a:lnTo>
                  <a:pt x="91393" y="124590"/>
                </a:lnTo>
                <a:lnTo>
                  <a:pt x="91393" y="325297"/>
                </a:lnTo>
                <a:lnTo>
                  <a:pt x="39255" y="325297"/>
                </a:lnTo>
                <a:lnTo>
                  <a:pt x="39255" y="124504"/>
                </a:lnTo>
                <a:lnTo>
                  <a:pt x="0" y="124504"/>
                </a:lnTo>
                <a:lnTo>
                  <a:pt x="0" y="88151"/>
                </a:lnTo>
                <a:lnTo>
                  <a:pt x="39255" y="88151"/>
                </a:lnTo>
                <a:lnTo>
                  <a:pt x="39255" y="83543"/>
                </a:lnTo>
                <a:cubicBezTo>
                  <a:pt x="39255" y="26710"/>
                  <a:pt x="63233" y="0"/>
                  <a:pt x="115372" y="0"/>
                </a:cubicBezTo>
                <a:close/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04" name="Rechthoek 203">
            <a:extLst>
              <a:ext uri="{FF2B5EF4-FFF2-40B4-BE49-F238E27FC236}">
                <a16:creationId xmlns:a16="http://schemas.microsoft.com/office/drawing/2014/main" id="{D2823E83-337B-EBE8-2DC9-AC1B405239E1}"/>
              </a:ext>
            </a:extLst>
          </p:cNvPr>
          <p:cNvSpPr/>
          <p:nvPr userDrawn="1"/>
        </p:nvSpPr>
        <p:spPr>
          <a:xfrm>
            <a:off x="-31723" y="0"/>
            <a:ext cx="739792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/>
          </a:p>
        </p:txBody>
      </p:sp>
      <p:sp>
        <p:nvSpPr>
          <p:cNvPr id="87" name="Tijdelijke aanduiding voor tekst 411">
            <a:extLst>
              <a:ext uri="{FF2B5EF4-FFF2-40B4-BE49-F238E27FC236}">
                <a16:creationId xmlns:a16="http://schemas.microsoft.com/office/drawing/2014/main" id="{2DD235E8-9887-7DB1-1767-962D38F47A0D}"/>
              </a:ext>
            </a:extLst>
          </p:cNvPr>
          <p:cNvSpPr txBox="1">
            <a:spLocks/>
          </p:cNvSpPr>
          <p:nvPr userDrawn="1"/>
        </p:nvSpPr>
        <p:spPr>
          <a:xfrm>
            <a:off x="-22812" y="357116"/>
            <a:ext cx="1588678" cy="4539078"/>
          </a:xfrm>
          <a:custGeom>
            <a:avLst/>
            <a:gdLst>
              <a:gd name="connsiteX0" fmla="*/ 0 w 1588678"/>
              <a:gd name="connsiteY0" fmla="*/ 0 h 4539078"/>
              <a:gd name="connsiteX1" fmla="*/ 75652 w 1588678"/>
              <a:gd name="connsiteY1" fmla="*/ 0 h 4539078"/>
              <a:gd name="connsiteX2" fmla="*/ 811307 w 1588678"/>
              <a:gd name="connsiteY2" fmla="*/ 722686 h 4539078"/>
              <a:gd name="connsiteX3" fmla="*/ 1588678 w 1588678"/>
              <a:gd name="connsiteY3" fmla="*/ 1513026 h 4539078"/>
              <a:gd name="connsiteX4" fmla="*/ 811307 w 1588678"/>
              <a:gd name="connsiteY4" fmla="*/ 2303366 h 4539078"/>
              <a:gd name="connsiteX5" fmla="*/ 75652 w 1588678"/>
              <a:gd name="connsiteY5" fmla="*/ 3026052 h 4539078"/>
              <a:gd name="connsiteX6" fmla="*/ 811307 w 1588678"/>
              <a:gd name="connsiteY6" fmla="*/ 3748738 h 4539078"/>
              <a:gd name="connsiteX7" fmla="*/ 1588678 w 1588678"/>
              <a:gd name="connsiteY7" fmla="*/ 4539078 h 4539078"/>
              <a:gd name="connsiteX8" fmla="*/ 1513026 w 1588678"/>
              <a:gd name="connsiteY8" fmla="*/ 4539078 h 4539078"/>
              <a:gd name="connsiteX9" fmla="*/ 777372 w 1588678"/>
              <a:gd name="connsiteY9" fmla="*/ 3816392 h 4539078"/>
              <a:gd name="connsiteX10" fmla="*/ 0 w 1588678"/>
              <a:gd name="connsiteY10" fmla="*/ 3026052 h 4539078"/>
              <a:gd name="connsiteX11" fmla="*/ 777372 w 1588678"/>
              <a:gd name="connsiteY11" fmla="*/ 2235712 h 4539078"/>
              <a:gd name="connsiteX12" fmla="*/ 1513026 w 1588678"/>
              <a:gd name="connsiteY12" fmla="*/ 1513026 h 4539078"/>
              <a:gd name="connsiteX13" fmla="*/ 777372 w 1588678"/>
              <a:gd name="connsiteY13" fmla="*/ 790340 h 4539078"/>
              <a:gd name="connsiteX14" fmla="*/ 0 w 1588678"/>
              <a:gd name="connsiteY14" fmla="*/ 0 h 453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88678" h="4539078">
                <a:moveTo>
                  <a:pt x="0" y="0"/>
                </a:moveTo>
                <a:lnTo>
                  <a:pt x="75652" y="0"/>
                </a:lnTo>
                <a:cubicBezTo>
                  <a:pt x="75652" y="354913"/>
                  <a:pt x="432942" y="533558"/>
                  <a:pt x="811307" y="722686"/>
                </a:cubicBezTo>
                <a:cubicBezTo>
                  <a:pt x="1193454" y="913760"/>
                  <a:pt x="1588678" y="1111750"/>
                  <a:pt x="1588678" y="1513026"/>
                </a:cubicBezTo>
                <a:cubicBezTo>
                  <a:pt x="1588678" y="1914302"/>
                  <a:pt x="1193454" y="2112292"/>
                  <a:pt x="811307" y="2303366"/>
                </a:cubicBezTo>
                <a:cubicBezTo>
                  <a:pt x="433050" y="2492494"/>
                  <a:pt x="75652" y="2670815"/>
                  <a:pt x="75652" y="3026052"/>
                </a:cubicBezTo>
                <a:cubicBezTo>
                  <a:pt x="75652" y="3381289"/>
                  <a:pt x="432942" y="3559610"/>
                  <a:pt x="811307" y="3748738"/>
                </a:cubicBezTo>
                <a:cubicBezTo>
                  <a:pt x="1193454" y="3939812"/>
                  <a:pt x="1588678" y="4137478"/>
                  <a:pt x="1588678" y="4539078"/>
                </a:cubicBezTo>
                <a:lnTo>
                  <a:pt x="1513026" y="4539078"/>
                </a:lnTo>
                <a:cubicBezTo>
                  <a:pt x="1513026" y="4184166"/>
                  <a:pt x="1155736" y="4005520"/>
                  <a:pt x="777372" y="3816392"/>
                </a:cubicBezTo>
                <a:cubicBezTo>
                  <a:pt x="395225" y="3625319"/>
                  <a:pt x="0" y="3427328"/>
                  <a:pt x="0" y="3026052"/>
                </a:cubicBezTo>
                <a:cubicBezTo>
                  <a:pt x="0" y="2624776"/>
                  <a:pt x="395225" y="2426786"/>
                  <a:pt x="777372" y="2235712"/>
                </a:cubicBezTo>
                <a:cubicBezTo>
                  <a:pt x="1155628" y="2046584"/>
                  <a:pt x="1513026" y="1868263"/>
                  <a:pt x="1513026" y="1513026"/>
                </a:cubicBezTo>
                <a:cubicBezTo>
                  <a:pt x="1513026" y="1157789"/>
                  <a:pt x="1155736" y="979468"/>
                  <a:pt x="777372" y="790340"/>
                </a:cubicBezTo>
                <a:cubicBezTo>
                  <a:pt x="395225" y="599266"/>
                  <a:pt x="0" y="401600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FFF9E0">
                  <a:alpha val="19000"/>
                </a:srgbClr>
              </a:gs>
              <a:gs pos="50000">
                <a:srgbClr val="FFF9E0">
                  <a:alpha val="49804"/>
                </a:srgbClr>
              </a:gs>
              <a:gs pos="100000">
                <a:srgbClr val="FFF9E0">
                  <a:alpha val="0"/>
                </a:srgbClr>
              </a:gs>
            </a:gsLst>
            <a:lin ang="5400000" scaled="1"/>
          </a:gra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0850" indent="-2730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2682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1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 b="1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4013" indent="-35401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6575" indent="-2682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i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 </a:t>
            </a:r>
          </a:p>
        </p:txBody>
      </p:sp>
      <p:sp>
        <p:nvSpPr>
          <p:cNvPr id="43" name="Vrije vorm: vorm 42">
            <a:extLst>
              <a:ext uri="{FF2B5EF4-FFF2-40B4-BE49-F238E27FC236}">
                <a16:creationId xmlns:a16="http://schemas.microsoft.com/office/drawing/2014/main" id="{4E5C3AE7-6AAB-6EA4-9D49-942D82E1682F}"/>
              </a:ext>
            </a:extLst>
          </p:cNvPr>
          <p:cNvSpPr/>
          <p:nvPr/>
        </p:nvSpPr>
        <p:spPr>
          <a:xfrm>
            <a:off x="1436100" y="268654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49695 w 167268"/>
              <a:gd name="connsiteY6" fmla="*/ 84117 h 167268"/>
              <a:gd name="connsiteX7" fmla="*/ 59732 w 167268"/>
              <a:gd name="connsiteY7" fmla="*/ 59732 h 167268"/>
              <a:gd name="connsiteX8" fmla="*/ 107523 w 167268"/>
              <a:gd name="connsiteY8" fmla="*/ 59732 h 167268"/>
              <a:gd name="connsiteX9" fmla="*/ 107523 w 167268"/>
              <a:gd name="connsiteY9" fmla="*/ 107523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7350"/>
                  <a:pt x="49959" y="102591"/>
                  <a:pt x="49695" y="84117"/>
                </a:cubicBezTo>
                <a:cubicBezTo>
                  <a:pt x="49552" y="74957"/>
                  <a:pt x="53185" y="66143"/>
                  <a:pt x="59732" y="59732"/>
                </a:cubicBezTo>
                <a:cubicBezTo>
                  <a:pt x="72934" y="46534"/>
                  <a:pt x="94321" y="46534"/>
                  <a:pt x="107523" y="59732"/>
                </a:cubicBezTo>
                <a:cubicBezTo>
                  <a:pt x="120725" y="72929"/>
                  <a:pt x="120725" y="94325"/>
                  <a:pt x="107523" y="107523"/>
                </a:cubicBezTo>
                <a:cubicBezTo>
                  <a:pt x="101131" y="113745"/>
                  <a:pt x="92540" y="117182"/>
                  <a:pt x="83627" y="117081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GB"/>
          </a:p>
        </p:txBody>
      </p:sp>
      <p:sp>
        <p:nvSpPr>
          <p:cNvPr id="45" name="Vrije vorm: vorm 44">
            <a:extLst>
              <a:ext uri="{FF2B5EF4-FFF2-40B4-BE49-F238E27FC236}">
                <a16:creationId xmlns:a16="http://schemas.microsoft.com/office/drawing/2014/main" id="{C4C69539-A594-FD56-6A35-58FF5FCE785E}"/>
              </a:ext>
            </a:extLst>
          </p:cNvPr>
          <p:cNvSpPr/>
          <p:nvPr/>
        </p:nvSpPr>
        <p:spPr>
          <a:xfrm>
            <a:off x="2955752" y="268654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49695 w 167268"/>
              <a:gd name="connsiteY6" fmla="*/ 84117 h 167268"/>
              <a:gd name="connsiteX7" fmla="*/ 59732 w 167268"/>
              <a:gd name="connsiteY7" fmla="*/ 59732 h 167268"/>
              <a:gd name="connsiteX8" fmla="*/ 107523 w 167268"/>
              <a:gd name="connsiteY8" fmla="*/ 59732 h 167268"/>
              <a:gd name="connsiteX9" fmla="*/ 107523 w 167268"/>
              <a:gd name="connsiteY9" fmla="*/ 107523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7350"/>
                  <a:pt x="49959" y="102591"/>
                  <a:pt x="49695" y="84117"/>
                </a:cubicBezTo>
                <a:cubicBezTo>
                  <a:pt x="49552" y="74957"/>
                  <a:pt x="53185" y="66143"/>
                  <a:pt x="59732" y="59732"/>
                </a:cubicBezTo>
                <a:cubicBezTo>
                  <a:pt x="72934" y="46534"/>
                  <a:pt x="94321" y="46534"/>
                  <a:pt x="107523" y="59732"/>
                </a:cubicBezTo>
                <a:cubicBezTo>
                  <a:pt x="120725" y="72929"/>
                  <a:pt x="120725" y="94325"/>
                  <a:pt x="107523" y="107523"/>
                </a:cubicBezTo>
                <a:cubicBezTo>
                  <a:pt x="101131" y="113745"/>
                  <a:pt x="92540" y="117182"/>
                  <a:pt x="83627" y="117081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GB"/>
          </a:p>
        </p:txBody>
      </p:sp>
      <p:grpSp>
        <p:nvGrpSpPr>
          <p:cNvPr id="163" name="Groep 162">
            <a:extLst>
              <a:ext uri="{FF2B5EF4-FFF2-40B4-BE49-F238E27FC236}">
                <a16:creationId xmlns:a16="http://schemas.microsoft.com/office/drawing/2014/main" id="{8731AB22-EB0B-7705-3405-9855734AEAE6}"/>
              </a:ext>
            </a:extLst>
          </p:cNvPr>
          <p:cNvGrpSpPr/>
          <p:nvPr userDrawn="1"/>
        </p:nvGrpSpPr>
        <p:grpSpPr>
          <a:xfrm>
            <a:off x="676275" y="1028479"/>
            <a:ext cx="151965" cy="151965"/>
            <a:chOff x="676275" y="1028479"/>
            <a:chExt cx="151965" cy="151965"/>
          </a:xfrm>
        </p:grpSpPr>
        <p:sp>
          <p:nvSpPr>
            <p:cNvPr id="54" name="Vrije vorm: vorm 53" hidden="1">
              <a:extLst>
                <a:ext uri="{FF2B5EF4-FFF2-40B4-BE49-F238E27FC236}">
                  <a16:creationId xmlns:a16="http://schemas.microsoft.com/office/drawing/2014/main" id="{B721ED27-068D-A9AD-5F1D-E603301402F7}"/>
                </a:ext>
              </a:extLst>
            </p:cNvPr>
            <p:cNvSpPr/>
            <p:nvPr/>
          </p:nvSpPr>
          <p:spPr>
            <a:xfrm>
              <a:off x="676275" y="1028479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5" name="Vrije vorm: vorm 54">
              <a:extLst>
                <a:ext uri="{FF2B5EF4-FFF2-40B4-BE49-F238E27FC236}">
                  <a16:creationId xmlns:a16="http://schemas.microsoft.com/office/drawing/2014/main" id="{3EC05E37-E9A5-5895-70A3-26FBCAC9FDF8}"/>
                </a:ext>
              </a:extLst>
            </p:cNvPr>
            <p:cNvSpPr/>
            <p:nvPr/>
          </p:nvSpPr>
          <p:spPr>
            <a:xfrm>
              <a:off x="676275" y="1028479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9732 w 167268"/>
                <a:gd name="connsiteY6" fmla="*/ 107284 h 167268"/>
                <a:gd name="connsiteX7" fmla="*/ 59254 w 167268"/>
                <a:gd name="connsiteY7" fmla="*/ 59975 h 167268"/>
                <a:gd name="connsiteX8" fmla="*/ 59732 w 167268"/>
                <a:gd name="connsiteY8" fmla="*/ 59493 h 167268"/>
                <a:gd name="connsiteX9" fmla="*/ 107045 w 167268"/>
                <a:gd name="connsiteY9" fmla="*/ 59010 h 167268"/>
                <a:gd name="connsiteX10" fmla="*/ 107523 w 167268"/>
                <a:gd name="connsiteY10" fmla="*/ 59493 h 167268"/>
                <a:gd name="connsiteX11" fmla="*/ 108001 w 167268"/>
                <a:gd name="connsiteY11" fmla="*/ 106801 h 167268"/>
                <a:gd name="connsiteX12" fmla="*/ 107523 w 167268"/>
                <a:gd name="connsiteY12" fmla="*/ 107284 h 167268"/>
                <a:gd name="connsiteX13" fmla="*/ 83627 w 167268"/>
                <a:gd name="connsiteY13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74678" y="117093"/>
                    <a:pt x="66100" y="113572"/>
                    <a:pt x="59732" y="107284"/>
                  </a:cubicBezTo>
                  <a:cubicBezTo>
                    <a:pt x="46529" y="94354"/>
                    <a:pt x="46315" y="73173"/>
                    <a:pt x="59254" y="59975"/>
                  </a:cubicBezTo>
                  <a:cubicBezTo>
                    <a:pt x="59409" y="59813"/>
                    <a:pt x="59564" y="59652"/>
                    <a:pt x="59732" y="59493"/>
                  </a:cubicBezTo>
                  <a:cubicBezTo>
                    <a:pt x="72659" y="46295"/>
                    <a:pt x="93843" y="46079"/>
                    <a:pt x="107045" y="59010"/>
                  </a:cubicBezTo>
                  <a:cubicBezTo>
                    <a:pt x="107200" y="59169"/>
                    <a:pt x="107367" y="59330"/>
                    <a:pt x="107523" y="59493"/>
                  </a:cubicBezTo>
                  <a:cubicBezTo>
                    <a:pt x="120725" y="72424"/>
                    <a:pt x="120940" y="93603"/>
                    <a:pt x="108001" y="106801"/>
                  </a:cubicBezTo>
                  <a:cubicBezTo>
                    <a:pt x="107845" y="106963"/>
                    <a:pt x="107690" y="107125"/>
                    <a:pt x="107523" y="107284"/>
                  </a:cubicBezTo>
                  <a:cubicBezTo>
                    <a:pt x="101155" y="113572"/>
                    <a:pt x="92576" y="117093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57" name="Groep 156">
            <a:extLst>
              <a:ext uri="{FF2B5EF4-FFF2-40B4-BE49-F238E27FC236}">
                <a16:creationId xmlns:a16="http://schemas.microsoft.com/office/drawing/2014/main" id="{0B80B5B9-7165-F285-68BA-300394543AC2}"/>
              </a:ext>
            </a:extLst>
          </p:cNvPr>
          <p:cNvGrpSpPr/>
          <p:nvPr userDrawn="1"/>
        </p:nvGrpSpPr>
        <p:grpSpPr>
          <a:xfrm>
            <a:off x="2195927" y="1028479"/>
            <a:ext cx="151965" cy="151965"/>
            <a:chOff x="2195927" y="1028479"/>
            <a:chExt cx="151965" cy="151965"/>
          </a:xfrm>
        </p:grpSpPr>
        <p:sp>
          <p:nvSpPr>
            <p:cNvPr id="56" name="Vrije vorm: vorm 55" hidden="1">
              <a:extLst>
                <a:ext uri="{FF2B5EF4-FFF2-40B4-BE49-F238E27FC236}">
                  <a16:creationId xmlns:a16="http://schemas.microsoft.com/office/drawing/2014/main" id="{ECCEBEA7-6B2E-AA98-177C-74E7A9DD60EB}"/>
                </a:ext>
              </a:extLst>
            </p:cNvPr>
            <p:cNvSpPr/>
            <p:nvPr/>
          </p:nvSpPr>
          <p:spPr>
            <a:xfrm>
              <a:off x="2195927" y="1028479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7" name="Vrije vorm: vorm 56">
              <a:extLst>
                <a:ext uri="{FF2B5EF4-FFF2-40B4-BE49-F238E27FC236}">
                  <a16:creationId xmlns:a16="http://schemas.microsoft.com/office/drawing/2014/main" id="{2AF6DBA9-A6EF-A638-E228-9F1A50B158A5}"/>
                </a:ext>
              </a:extLst>
            </p:cNvPr>
            <p:cNvSpPr/>
            <p:nvPr/>
          </p:nvSpPr>
          <p:spPr>
            <a:xfrm>
              <a:off x="2195927" y="1028479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7 h 167268"/>
                <a:gd name="connsiteX7" fmla="*/ 84105 w 167268"/>
                <a:gd name="connsiteY7" fmla="*/ 50175 h 167268"/>
                <a:gd name="connsiteX8" fmla="*/ 117320 w 167268"/>
                <a:gd name="connsiteY8" fmla="*/ 83869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8"/>
                    <a:pt x="50281" y="101863"/>
                    <a:pt x="50412" y="83387"/>
                  </a:cubicBezTo>
                  <a:cubicBezTo>
                    <a:pt x="50544" y="64912"/>
                    <a:pt x="65634" y="50042"/>
                    <a:pt x="84105" y="50175"/>
                  </a:cubicBezTo>
                  <a:cubicBezTo>
                    <a:pt x="102588" y="50309"/>
                    <a:pt x="117451" y="65393"/>
                    <a:pt x="117320" y="83869"/>
                  </a:cubicBezTo>
                  <a:cubicBezTo>
                    <a:pt x="117260" y="92657"/>
                    <a:pt x="113736" y="101068"/>
                    <a:pt x="107523" y="107284"/>
                  </a:cubicBezTo>
                  <a:cubicBezTo>
                    <a:pt x="101178" y="113593"/>
                    <a:pt x="92576" y="117119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2" name="Groep 161">
            <a:extLst>
              <a:ext uri="{FF2B5EF4-FFF2-40B4-BE49-F238E27FC236}">
                <a16:creationId xmlns:a16="http://schemas.microsoft.com/office/drawing/2014/main" id="{7B7D2BA0-D05A-A0A2-0B6B-6A26CC015F37}"/>
              </a:ext>
            </a:extLst>
          </p:cNvPr>
          <p:cNvGrpSpPr/>
          <p:nvPr userDrawn="1"/>
        </p:nvGrpSpPr>
        <p:grpSpPr>
          <a:xfrm>
            <a:off x="1436100" y="1788305"/>
            <a:ext cx="151965" cy="151965"/>
            <a:chOff x="1436100" y="1788305"/>
            <a:chExt cx="151965" cy="151965"/>
          </a:xfrm>
        </p:grpSpPr>
        <p:sp>
          <p:nvSpPr>
            <p:cNvPr id="68" name="Vrije vorm: vorm 67" hidden="1">
              <a:extLst>
                <a:ext uri="{FF2B5EF4-FFF2-40B4-BE49-F238E27FC236}">
                  <a16:creationId xmlns:a16="http://schemas.microsoft.com/office/drawing/2014/main" id="{8A125716-26D8-31F5-8C30-D9F2919D2C94}"/>
                </a:ext>
              </a:extLst>
            </p:cNvPr>
            <p:cNvSpPr/>
            <p:nvPr/>
          </p:nvSpPr>
          <p:spPr>
            <a:xfrm>
              <a:off x="1436100" y="178830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9" name="Vrije vorm: vorm 68">
              <a:extLst>
                <a:ext uri="{FF2B5EF4-FFF2-40B4-BE49-F238E27FC236}">
                  <a16:creationId xmlns:a16="http://schemas.microsoft.com/office/drawing/2014/main" id="{BB004EFC-EFCE-790B-285E-3BE07FAE7556}"/>
                </a:ext>
              </a:extLst>
            </p:cNvPr>
            <p:cNvSpPr/>
            <p:nvPr/>
          </p:nvSpPr>
          <p:spPr>
            <a:xfrm>
              <a:off x="1436100" y="178830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58" name="Groep 157">
            <a:extLst>
              <a:ext uri="{FF2B5EF4-FFF2-40B4-BE49-F238E27FC236}">
                <a16:creationId xmlns:a16="http://schemas.microsoft.com/office/drawing/2014/main" id="{984FA816-DE39-A0E1-8328-81C54E0D0358}"/>
              </a:ext>
            </a:extLst>
          </p:cNvPr>
          <p:cNvGrpSpPr/>
          <p:nvPr userDrawn="1"/>
        </p:nvGrpSpPr>
        <p:grpSpPr>
          <a:xfrm>
            <a:off x="2955752" y="1788305"/>
            <a:ext cx="151965" cy="151965"/>
            <a:chOff x="2955752" y="1788305"/>
            <a:chExt cx="151965" cy="151965"/>
          </a:xfrm>
        </p:grpSpPr>
        <p:sp>
          <p:nvSpPr>
            <p:cNvPr id="70" name="Vrije vorm: vorm 69" hidden="1">
              <a:extLst>
                <a:ext uri="{FF2B5EF4-FFF2-40B4-BE49-F238E27FC236}">
                  <a16:creationId xmlns:a16="http://schemas.microsoft.com/office/drawing/2014/main" id="{AD86F847-8E61-1D6F-78D0-FB5A19372180}"/>
                </a:ext>
              </a:extLst>
            </p:cNvPr>
            <p:cNvSpPr/>
            <p:nvPr/>
          </p:nvSpPr>
          <p:spPr>
            <a:xfrm>
              <a:off x="2955752" y="178830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1" name="Vrije vorm: vorm 70">
              <a:extLst>
                <a:ext uri="{FF2B5EF4-FFF2-40B4-BE49-F238E27FC236}">
                  <a16:creationId xmlns:a16="http://schemas.microsoft.com/office/drawing/2014/main" id="{FDEAE792-505A-B947-5B3D-F2D7F7551D23}"/>
                </a:ext>
              </a:extLst>
            </p:cNvPr>
            <p:cNvSpPr/>
            <p:nvPr/>
          </p:nvSpPr>
          <p:spPr>
            <a:xfrm>
              <a:off x="2955752" y="178830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4" name="Groep 163">
            <a:extLst>
              <a:ext uri="{FF2B5EF4-FFF2-40B4-BE49-F238E27FC236}">
                <a16:creationId xmlns:a16="http://schemas.microsoft.com/office/drawing/2014/main" id="{B0A7183E-C35F-6C61-AEE0-F1C935378057}"/>
              </a:ext>
            </a:extLst>
          </p:cNvPr>
          <p:cNvGrpSpPr/>
          <p:nvPr userDrawn="1"/>
        </p:nvGrpSpPr>
        <p:grpSpPr>
          <a:xfrm>
            <a:off x="676275" y="2548131"/>
            <a:ext cx="151965" cy="151965"/>
            <a:chOff x="676275" y="2548131"/>
            <a:chExt cx="151965" cy="151965"/>
          </a:xfrm>
        </p:grpSpPr>
        <p:sp>
          <p:nvSpPr>
            <p:cNvPr id="80" name="Vrije vorm: vorm 79" hidden="1">
              <a:extLst>
                <a:ext uri="{FF2B5EF4-FFF2-40B4-BE49-F238E27FC236}">
                  <a16:creationId xmlns:a16="http://schemas.microsoft.com/office/drawing/2014/main" id="{D2E2D6AA-4CA8-D20E-CBDB-5434A2E39CED}"/>
                </a:ext>
              </a:extLst>
            </p:cNvPr>
            <p:cNvSpPr/>
            <p:nvPr/>
          </p:nvSpPr>
          <p:spPr>
            <a:xfrm>
              <a:off x="676275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1" name="Vrije vorm: vorm 80">
              <a:extLst>
                <a:ext uri="{FF2B5EF4-FFF2-40B4-BE49-F238E27FC236}">
                  <a16:creationId xmlns:a16="http://schemas.microsoft.com/office/drawing/2014/main" id="{4301B2DD-311B-2255-EA5B-04951991C33C}"/>
                </a:ext>
              </a:extLst>
            </p:cNvPr>
            <p:cNvSpPr/>
            <p:nvPr/>
          </p:nvSpPr>
          <p:spPr>
            <a:xfrm>
              <a:off x="676275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5" y="101071"/>
                    <a:pt x="107523" y="107284"/>
                  </a:cubicBezTo>
                  <a:cubicBezTo>
                    <a:pt x="101202" y="113628"/>
                    <a:pt x="92588" y="117165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1" name="Groep 160">
            <a:extLst>
              <a:ext uri="{FF2B5EF4-FFF2-40B4-BE49-F238E27FC236}">
                <a16:creationId xmlns:a16="http://schemas.microsoft.com/office/drawing/2014/main" id="{CE4F4FA7-E506-2F57-F370-F6834CB0762A}"/>
              </a:ext>
            </a:extLst>
          </p:cNvPr>
          <p:cNvGrpSpPr/>
          <p:nvPr userDrawn="1"/>
        </p:nvGrpSpPr>
        <p:grpSpPr>
          <a:xfrm>
            <a:off x="2195927" y="2548131"/>
            <a:ext cx="151965" cy="151965"/>
            <a:chOff x="2195927" y="2548131"/>
            <a:chExt cx="151965" cy="151965"/>
          </a:xfrm>
        </p:grpSpPr>
        <p:sp>
          <p:nvSpPr>
            <p:cNvPr id="82" name="Vrije vorm: vorm 81" hidden="1">
              <a:extLst>
                <a:ext uri="{FF2B5EF4-FFF2-40B4-BE49-F238E27FC236}">
                  <a16:creationId xmlns:a16="http://schemas.microsoft.com/office/drawing/2014/main" id="{567D651F-B8AF-EB1B-946A-90EC4F80C48D}"/>
                </a:ext>
              </a:extLst>
            </p:cNvPr>
            <p:cNvSpPr/>
            <p:nvPr/>
          </p:nvSpPr>
          <p:spPr>
            <a:xfrm>
              <a:off x="2195927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3" name="Vrije vorm: vorm 82">
              <a:extLst>
                <a:ext uri="{FF2B5EF4-FFF2-40B4-BE49-F238E27FC236}">
                  <a16:creationId xmlns:a16="http://schemas.microsoft.com/office/drawing/2014/main" id="{C58E6801-4084-0EAD-A0FE-E6C5FE4198EF}"/>
                </a:ext>
              </a:extLst>
            </p:cNvPr>
            <p:cNvSpPr/>
            <p:nvPr/>
          </p:nvSpPr>
          <p:spPr>
            <a:xfrm>
              <a:off x="2195927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85" name="Vrije vorm: vorm 84">
            <a:extLst>
              <a:ext uri="{FF2B5EF4-FFF2-40B4-BE49-F238E27FC236}">
                <a16:creationId xmlns:a16="http://schemas.microsoft.com/office/drawing/2014/main" id="{E639F2F6-22F6-E6C0-30E7-C9A4563FD620}"/>
              </a:ext>
            </a:extLst>
          </p:cNvPr>
          <p:cNvSpPr/>
          <p:nvPr/>
        </p:nvSpPr>
        <p:spPr>
          <a:xfrm>
            <a:off x="3715579" y="2548131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50412 w 167268"/>
              <a:gd name="connsiteY6" fmla="*/ 83388 h 167268"/>
              <a:gd name="connsiteX7" fmla="*/ 84105 w 167268"/>
              <a:gd name="connsiteY7" fmla="*/ 50173 h 167268"/>
              <a:gd name="connsiteX8" fmla="*/ 117320 w 167268"/>
              <a:gd name="connsiteY8" fmla="*/ 83866 h 167268"/>
              <a:gd name="connsiteX9" fmla="*/ 107523 w 167268"/>
              <a:gd name="connsiteY9" fmla="*/ 107284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6949"/>
                  <a:pt x="50281" y="101859"/>
                  <a:pt x="50412" y="83388"/>
                </a:cubicBezTo>
                <a:cubicBezTo>
                  <a:pt x="50544" y="64917"/>
                  <a:pt x="65634" y="50042"/>
                  <a:pt x="84105" y="50173"/>
                </a:cubicBezTo>
                <a:cubicBezTo>
                  <a:pt x="102588" y="50305"/>
                  <a:pt x="117451" y="65395"/>
                  <a:pt x="117320" y="83866"/>
                </a:cubicBezTo>
                <a:cubicBezTo>
                  <a:pt x="117260" y="92660"/>
                  <a:pt x="113736" y="101071"/>
                  <a:pt x="107523" y="107284"/>
                </a:cubicBezTo>
                <a:cubicBezTo>
                  <a:pt x="101202" y="113640"/>
                  <a:pt x="92588" y="117176"/>
                  <a:pt x="83627" y="117081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165" name="Groep 164">
            <a:extLst>
              <a:ext uri="{FF2B5EF4-FFF2-40B4-BE49-F238E27FC236}">
                <a16:creationId xmlns:a16="http://schemas.microsoft.com/office/drawing/2014/main" id="{03DF1EB7-0FEA-269F-398C-FE1B27505950}"/>
              </a:ext>
            </a:extLst>
          </p:cNvPr>
          <p:cNvGrpSpPr/>
          <p:nvPr userDrawn="1"/>
        </p:nvGrpSpPr>
        <p:grpSpPr>
          <a:xfrm>
            <a:off x="1436100" y="3307957"/>
            <a:ext cx="151965" cy="151965"/>
            <a:chOff x="1436100" y="3307957"/>
            <a:chExt cx="151965" cy="151965"/>
          </a:xfrm>
        </p:grpSpPr>
        <p:sp>
          <p:nvSpPr>
            <p:cNvPr id="94" name="Vrije vorm: vorm 93" hidden="1">
              <a:extLst>
                <a:ext uri="{FF2B5EF4-FFF2-40B4-BE49-F238E27FC236}">
                  <a16:creationId xmlns:a16="http://schemas.microsoft.com/office/drawing/2014/main" id="{5E364CBB-B959-5E3F-73C1-837472B06288}"/>
                </a:ext>
              </a:extLst>
            </p:cNvPr>
            <p:cNvSpPr/>
            <p:nvPr/>
          </p:nvSpPr>
          <p:spPr>
            <a:xfrm>
              <a:off x="1436100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5" name="Vrije vorm: vorm 94">
              <a:extLst>
                <a:ext uri="{FF2B5EF4-FFF2-40B4-BE49-F238E27FC236}">
                  <a16:creationId xmlns:a16="http://schemas.microsoft.com/office/drawing/2014/main" id="{CD16A07E-9EFA-E89B-BC1C-46C9F7A82B72}"/>
                </a:ext>
              </a:extLst>
            </p:cNvPr>
            <p:cNvSpPr/>
            <p:nvPr/>
          </p:nvSpPr>
          <p:spPr>
            <a:xfrm>
              <a:off x="1436100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6" name="Groep 165">
            <a:extLst>
              <a:ext uri="{FF2B5EF4-FFF2-40B4-BE49-F238E27FC236}">
                <a16:creationId xmlns:a16="http://schemas.microsoft.com/office/drawing/2014/main" id="{C1B70BE9-407A-0E6A-3837-8939A0171A04}"/>
              </a:ext>
            </a:extLst>
          </p:cNvPr>
          <p:cNvGrpSpPr/>
          <p:nvPr userDrawn="1"/>
        </p:nvGrpSpPr>
        <p:grpSpPr>
          <a:xfrm>
            <a:off x="2955752" y="3307957"/>
            <a:ext cx="151965" cy="151965"/>
            <a:chOff x="2955752" y="3307957"/>
            <a:chExt cx="151965" cy="151965"/>
          </a:xfrm>
        </p:grpSpPr>
        <p:sp>
          <p:nvSpPr>
            <p:cNvPr id="96" name="Vrije vorm: vorm 95" hidden="1">
              <a:extLst>
                <a:ext uri="{FF2B5EF4-FFF2-40B4-BE49-F238E27FC236}">
                  <a16:creationId xmlns:a16="http://schemas.microsoft.com/office/drawing/2014/main" id="{88F45089-4D4B-BB1C-967C-CCCB812909CD}"/>
                </a:ext>
              </a:extLst>
            </p:cNvPr>
            <p:cNvSpPr/>
            <p:nvPr/>
          </p:nvSpPr>
          <p:spPr>
            <a:xfrm>
              <a:off x="2955752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7" name="Vrije vorm: vorm 96">
              <a:extLst>
                <a:ext uri="{FF2B5EF4-FFF2-40B4-BE49-F238E27FC236}">
                  <a16:creationId xmlns:a16="http://schemas.microsoft.com/office/drawing/2014/main" id="{FEB8741D-9861-0DD8-5ED8-7FA803D11C83}"/>
                </a:ext>
              </a:extLst>
            </p:cNvPr>
            <p:cNvSpPr/>
            <p:nvPr/>
          </p:nvSpPr>
          <p:spPr>
            <a:xfrm>
              <a:off x="2955752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7" name="Groep 166">
            <a:extLst>
              <a:ext uri="{FF2B5EF4-FFF2-40B4-BE49-F238E27FC236}">
                <a16:creationId xmlns:a16="http://schemas.microsoft.com/office/drawing/2014/main" id="{E06E8170-EAEE-0BF4-0C2B-18C473117278}"/>
              </a:ext>
            </a:extLst>
          </p:cNvPr>
          <p:cNvGrpSpPr/>
          <p:nvPr userDrawn="1"/>
        </p:nvGrpSpPr>
        <p:grpSpPr>
          <a:xfrm>
            <a:off x="676275" y="4067783"/>
            <a:ext cx="151965" cy="151965"/>
            <a:chOff x="676275" y="4067783"/>
            <a:chExt cx="151965" cy="151965"/>
          </a:xfrm>
        </p:grpSpPr>
        <p:sp>
          <p:nvSpPr>
            <p:cNvPr id="106" name="Vrije vorm: vorm 105" hidden="1">
              <a:extLst>
                <a:ext uri="{FF2B5EF4-FFF2-40B4-BE49-F238E27FC236}">
                  <a16:creationId xmlns:a16="http://schemas.microsoft.com/office/drawing/2014/main" id="{511D45D6-CD2D-0AA6-E1D5-D47F40E65CCC}"/>
                </a:ext>
              </a:extLst>
            </p:cNvPr>
            <p:cNvSpPr/>
            <p:nvPr/>
          </p:nvSpPr>
          <p:spPr>
            <a:xfrm>
              <a:off x="676275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7" name="Vrije vorm: vorm 106">
              <a:extLst>
                <a:ext uri="{FF2B5EF4-FFF2-40B4-BE49-F238E27FC236}">
                  <a16:creationId xmlns:a16="http://schemas.microsoft.com/office/drawing/2014/main" id="{8EAFF20B-5065-ACDD-E494-01B2BB3E9DAC}"/>
                </a:ext>
              </a:extLst>
            </p:cNvPr>
            <p:cNvSpPr/>
            <p:nvPr/>
          </p:nvSpPr>
          <p:spPr>
            <a:xfrm>
              <a:off x="676275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5" y="101071"/>
                    <a:pt x="107523" y="107284"/>
                  </a:cubicBezTo>
                  <a:cubicBezTo>
                    <a:pt x="101202" y="113628"/>
                    <a:pt x="92588" y="117165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8" name="Groep 167">
            <a:extLst>
              <a:ext uri="{FF2B5EF4-FFF2-40B4-BE49-F238E27FC236}">
                <a16:creationId xmlns:a16="http://schemas.microsoft.com/office/drawing/2014/main" id="{1B6FD9A4-DACA-37B9-98F4-C71FEFD0B974}"/>
              </a:ext>
            </a:extLst>
          </p:cNvPr>
          <p:cNvGrpSpPr/>
          <p:nvPr userDrawn="1"/>
        </p:nvGrpSpPr>
        <p:grpSpPr>
          <a:xfrm>
            <a:off x="2195927" y="4067783"/>
            <a:ext cx="151965" cy="151965"/>
            <a:chOff x="2195927" y="4067783"/>
            <a:chExt cx="151965" cy="151965"/>
          </a:xfrm>
        </p:grpSpPr>
        <p:sp>
          <p:nvSpPr>
            <p:cNvPr id="108" name="Vrije vorm: vorm 107" hidden="1">
              <a:extLst>
                <a:ext uri="{FF2B5EF4-FFF2-40B4-BE49-F238E27FC236}">
                  <a16:creationId xmlns:a16="http://schemas.microsoft.com/office/drawing/2014/main" id="{CCED135B-B3C7-89A4-FFCF-16DF9B96CF81}"/>
                </a:ext>
              </a:extLst>
            </p:cNvPr>
            <p:cNvSpPr/>
            <p:nvPr/>
          </p:nvSpPr>
          <p:spPr>
            <a:xfrm>
              <a:off x="2195927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9" name="Vrije vorm: vorm 108">
              <a:extLst>
                <a:ext uri="{FF2B5EF4-FFF2-40B4-BE49-F238E27FC236}">
                  <a16:creationId xmlns:a16="http://schemas.microsoft.com/office/drawing/2014/main" id="{86E06E43-40C0-FE50-372F-270A08CD1B3D}"/>
                </a:ext>
              </a:extLst>
            </p:cNvPr>
            <p:cNvSpPr/>
            <p:nvPr/>
          </p:nvSpPr>
          <p:spPr>
            <a:xfrm>
              <a:off x="2195927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9" name="Groep 168">
            <a:extLst>
              <a:ext uri="{FF2B5EF4-FFF2-40B4-BE49-F238E27FC236}">
                <a16:creationId xmlns:a16="http://schemas.microsoft.com/office/drawing/2014/main" id="{5A57400C-83D1-42EE-0DA7-984A6AF4083F}"/>
              </a:ext>
            </a:extLst>
          </p:cNvPr>
          <p:cNvGrpSpPr/>
          <p:nvPr userDrawn="1"/>
        </p:nvGrpSpPr>
        <p:grpSpPr>
          <a:xfrm>
            <a:off x="3715579" y="4067783"/>
            <a:ext cx="151965" cy="151965"/>
            <a:chOff x="3715579" y="4067783"/>
            <a:chExt cx="151965" cy="151965"/>
          </a:xfrm>
        </p:grpSpPr>
        <p:sp>
          <p:nvSpPr>
            <p:cNvPr id="110" name="Vrije vorm: vorm 109" hidden="1">
              <a:extLst>
                <a:ext uri="{FF2B5EF4-FFF2-40B4-BE49-F238E27FC236}">
                  <a16:creationId xmlns:a16="http://schemas.microsoft.com/office/drawing/2014/main" id="{EABEDE96-38F2-5BAA-68C2-E6590E25BE89}"/>
                </a:ext>
              </a:extLst>
            </p:cNvPr>
            <p:cNvSpPr/>
            <p:nvPr/>
          </p:nvSpPr>
          <p:spPr>
            <a:xfrm>
              <a:off x="3715579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1" name="Vrije vorm: vorm 110">
              <a:extLst>
                <a:ext uri="{FF2B5EF4-FFF2-40B4-BE49-F238E27FC236}">
                  <a16:creationId xmlns:a16="http://schemas.microsoft.com/office/drawing/2014/main" id="{176FE4EA-22C5-CD7D-7E9E-873C98741317}"/>
                </a:ext>
              </a:extLst>
            </p:cNvPr>
            <p:cNvSpPr/>
            <p:nvPr/>
          </p:nvSpPr>
          <p:spPr>
            <a:xfrm>
              <a:off x="3715579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73" name="Groep 172">
            <a:extLst>
              <a:ext uri="{FF2B5EF4-FFF2-40B4-BE49-F238E27FC236}">
                <a16:creationId xmlns:a16="http://schemas.microsoft.com/office/drawing/2014/main" id="{FC4D7A25-396F-3AFA-1066-5827587DA31B}"/>
              </a:ext>
            </a:extLst>
          </p:cNvPr>
          <p:cNvGrpSpPr/>
          <p:nvPr userDrawn="1"/>
        </p:nvGrpSpPr>
        <p:grpSpPr>
          <a:xfrm>
            <a:off x="1436100" y="4827608"/>
            <a:ext cx="151965" cy="151965"/>
            <a:chOff x="1436100" y="4827608"/>
            <a:chExt cx="151965" cy="151965"/>
          </a:xfrm>
        </p:grpSpPr>
        <p:sp>
          <p:nvSpPr>
            <p:cNvPr id="120" name="Vrije vorm: vorm 119" hidden="1">
              <a:extLst>
                <a:ext uri="{FF2B5EF4-FFF2-40B4-BE49-F238E27FC236}">
                  <a16:creationId xmlns:a16="http://schemas.microsoft.com/office/drawing/2014/main" id="{B99BE0C3-DDCF-3D29-E6AA-729C69DF8DCA}"/>
                </a:ext>
              </a:extLst>
            </p:cNvPr>
            <p:cNvSpPr/>
            <p:nvPr/>
          </p:nvSpPr>
          <p:spPr>
            <a:xfrm>
              <a:off x="1436100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1" name="Vrije vorm: vorm 120">
              <a:extLst>
                <a:ext uri="{FF2B5EF4-FFF2-40B4-BE49-F238E27FC236}">
                  <a16:creationId xmlns:a16="http://schemas.microsoft.com/office/drawing/2014/main" id="{95341127-ED96-6205-BED2-8464D0EF171F}"/>
                </a:ext>
              </a:extLst>
            </p:cNvPr>
            <p:cNvSpPr/>
            <p:nvPr/>
          </p:nvSpPr>
          <p:spPr>
            <a:xfrm>
              <a:off x="1436100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72" name="Groep 171">
            <a:extLst>
              <a:ext uri="{FF2B5EF4-FFF2-40B4-BE49-F238E27FC236}">
                <a16:creationId xmlns:a16="http://schemas.microsoft.com/office/drawing/2014/main" id="{28B60DA0-1E7D-BC41-6366-B45B6A63782F}"/>
              </a:ext>
            </a:extLst>
          </p:cNvPr>
          <p:cNvGrpSpPr/>
          <p:nvPr userDrawn="1"/>
        </p:nvGrpSpPr>
        <p:grpSpPr>
          <a:xfrm>
            <a:off x="2955752" y="4827608"/>
            <a:ext cx="151965" cy="151965"/>
            <a:chOff x="2955752" y="4827608"/>
            <a:chExt cx="151965" cy="151965"/>
          </a:xfrm>
        </p:grpSpPr>
        <p:sp>
          <p:nvSpPr>
            <p:cNvPr id="122" name="Vrije vorm: vorm 121" hidden="1">
              <a:extLst>
                <a:ext uri="{FF2B5EF4-FFF2-40B4-BE49-F238E27FC236}">
                  <a16:creationId xmlns:a16="http://schemas.microsoft.com/office/drawing/2014/main" id="{4BB71F70-ACAD-5A30-7281-776037A25D62}"/>
                </a:ext>
              </a:extLst>
            </p:cNvPr>
            <p:cNvSpPr/>
            <p:nvPr userDrawn="1"/>
          </p:nvSpPr>
          <p:spPr>
            <a:xfrm>
              <a:off x="2955752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3" name="Vrije vorm: vorm 122">
              <a:extLst>
                <a:ext uri="{FF2B5EF4-FFF2-40B4-BE49-F238E27FC236}">
                  <a16:creationId xmlns:a16="http://schemas.microsoft.com/office/drawing/2014/main" id="{5D68C5F5-57DF-AB10-6C5B-3431B86D4D32}"/>
                </a:ext>
              </a:extLst>
            </p:cNvPr>
            <p:cNvSpPr/>
            <p:nvPr/>
          </p:nvSpPr>
          <p:spPr>
            <a:xfrm>
              <a:off x="2955752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33" name="Vrije vorm: vorm 132">
            <a:extLst>
              <a:ext uri="{FF2B5EF4-FFF2-40B4-BE49-F238E27FC236}">
                <a16:creationId xmlns:a16="http://schemas.microsoft.com/office/drawing/2014/main" id="{C60C56A3-815B-AE9B-03C5-7AF6E64A4793}"/>
              </a:ext>
            </a:extLst>
          </p:cNvPr>
          <p:cNvSpPr/>
          <p:nvPr/>
        </p:nvSpPr>
        <p:spPr>
          <a:xfrm>
            <a:off x="676275" y="5587435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50412 w 167268"/>
              <a:gd name="connsiteY6" fmla="*/ 83388 h 167268"/>
              <a:gd name="connsiteX7" fmla="*/ 84105 w 167268"/>
              <a:gd name="connsiteY7" fmla="*/ 50174 h 167268"/>
              <a:gd name="connsiteX8" fmla="*/ 117320 w 167268"/>
              <a:gd name="connsiteY8" fmla="*/ 83866 h 167268"/>
              <a:gd name="connsiteX9" fmla="*/ 107523 w 167268"/>
              <a:gd name="connsiteY9" fmla="*/ 107284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6949"/>
                  <a:pt x="50281" y="101859"/>
                  <a:pt x="50412" y="83388"/>
                </a:cubicBezTo>
                <a:cubicBezTo>
                  <a:pt x="50544" y="64917"/>
                  <a:pt x="65634" y="50042"/>
                  <a:pt x="84105" y="50174"/>
                </a:cubicBezTo>
                <a:cubicBezTo>
                  <a:pt x="102588" y="50305"/>
                  <a:pt x="117451" y="65395"/>
                  <a:pt x="117320" y="83866"/>
                </a:cubicBezTo>
                <a:cubicBezTo>
                  <a:pt x="117260" y="92660"/>
                  <a:pt x="113735" y="101071"/>
                  <a:pt x="107523" y="107284"/>
                </a:cubicBezTo>
                <a:cubicBezTo>
                  <a:pt x="101202" y="113628"/>
                  <a:pt x="92588" y="117165"/>
                  <a:pt x="83627" y="117081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GB"/>
          </a:p>
        </p:txBody>
      </p:sp>
      <p:grpSp>
        <p:nvGrpSpPr>
          <p:cNvPr id="175" name="Groep 174">
            <a:extLst>
              <a:ext uri="{FF2B5EF4-FFF2-40B4-BE49-F238E27FC236}">
                <a16:creationId xmlns:a16="http://schemas.microsoft.com/office/drawing/2014/main" id="{F144AE15-1859-C558-5995-5A64A15E93E7}"/>
              </a:ext>
            </a:extLst>
          </p:cNvPr>
          <p:cNvGrpSpPr/>
          <p:nvPr userDrawn="1"/>
        </p:nvGrpSpPr>
        <p:grpSpPr>
          <a:xfrm>
            <a:off x="2195927" y="5587435"/>
            <a:ext cx="151965" cy="151965"/>
            <a:chOff x="2195927" y="5587435"/>
            <a:chExt cx="151965" cy="151965"/>
          </a:xfrm>
        </p:grpSpPr>
        <p:sp>
          <p:nvSpPr>
            <p:cNvPr id="134" name="Vrije vorm: vorm 133" hidden="1">
              <a:extLst>
                <a:ext uri="{FF2B5EF4-FFF2-40B4-BE49-F238E27FC236}">
                  <a16:creationId xmlns:a16="http://schemas.microsoft.com/office/drawing/2014/main" id="{EA4DC19E-7F78-D7B2-1F34-4DF8F33D195D}"/>
                </a:ext>
              </a:extLst>
            </p:cNvPr>
            <p:cNvSpPr/>
            <p:nvPr userDrawn="1"/>
          </p:nvSpPr>
          <p:spPr>
            <a:xfrm>
              <a:off x="2195927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5" name="Vrije vorm: vorm 134">
              <a:extLst>
                <a:ext uri="{FF2B5EF4-FFF2-40B4-BE49-F238E27FC236}">
                  <a16:creationId xmlns:a16="http://schemas.microsoft.com/office/drawing/2014/main" id="{E5D83847-8FB2-630F-4432-B7C10E2FC3C2}"/>
                </a:ext>
              </a:extLst>
            </p:cNvPr>
            <p:cNvSpPr/>
            <p:nvPr/>
          </p:nvSpPr>
          <p:spPr>
            <a:xfrm>
              <a:off x="2195927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37" name="Vrije vorm: vorm 136">
            <a:extLst>
              <a:ext uri="{FF2B5EF4-FFF2-40B4-BE49-F238E27FC236}">
                <a16:creationId xmlns:a16="http://schemas.microsoft.com/office/drawing/2014/main" id="{54FAEAC3-B54A-3D25-2565-095439C1DC7D}"/>
              </a:ext>
            </a:extLst>
          </p:cNvPr>
          <p:cNvSpPr/>
          <p:nvPr/>
        </p:nvSpPr>
        <p:spPr>
          <a:xfrm>
            <a:off x="3715579" y="5587435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50412 w 167268"/>
              <a:gd name="connsiteY6" fmla="*/ 83388 h 167268"/>
              <a:gd name="connsiteX7" fmla="*/ 84105 w 167268"/>
              <a:gd name="connsiteY7" fmla="*/ 50174 h 167268"/>
              <a:gd name="connsiteX8" fmla="*/ 117320 w 167268"/>
              <a:gd name="connsiteY8" fmla="*/ 83866 h 167268"/>
              <a:gd name="connsiteX9" fmla="*/ 107523 w 167268"/>
              <a:gd name="connsiteY9" fmla="*/ 107284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6949"/>
                  <a:pt x="50281" y="101859"/>
                  <a:pt x="50412" y="83388"/>
                </a:cubicBezTo>
                <a:cubicBezTo>
                  <a:pt x="50544" y="64917"/>
                  <a:pt x="65634" y="50042"/>
                  <a:pt x="84105" y="50174"/>
                </a:cubicBezTo>
                <a:cubicBezTo>
                  <a:pt x="102588" y="50305"/>
                  <a:pt x="117451" y="65395"/>
                  <a:pt x="117320" y="83866"/>
                </a:cubicBezTo>
                <a:cubicBezTo>
                  <a:pt x="117260" y="92660"/>
                  <a:pt x="113736" y="101071"/>
                  <a:pt x="107523" y="107284"/>
                </a:cubicBezTo>
                <a:cubicBezTo>
                  <a:pt x="101202" y="113640"/>
                  <a:pt x="92588" y="117177"/>
                  <a:pt x="83627" y="117081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GB"/>
          </a:p>
        </p:txBody>
      </p:sp>
      <p:sp>
        <p:nvSpPr>
          <p:cNvPr id="147" name="Vrije vorm: vorm 146">
            <a:extLst>
              <a:ext uri="{FF2B5EF4-FFF2-40B4-BE49-F238E27FC236}">
                <a16:creationId xmlns:a16="http://schemas.microsoft.com/office/drawing/2014/main" id="{DE56784E-09B2-7D5E-6A60-1DFCF78DEF8F}"/>
              </a:ext>
            </a:extLst>
          </p:cNvPr>
          <p:cNvSpPr/>
          <p:nvPr/>
        </p:nvSpPr>
        <p:spPr>
          <a:xfrm>
            <a:off x="1436100" y="6347260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50412 w 167268"/>
              <a:gd name="connsiteY6" fmla="*/ 83388 h 167268"/>
              <a:gd name="connsiteX7" fmla="*/ 84105 w 167268"/>
              <a:gd name="connsiteY7" fmla="*/ 50174 h 167268"/>
              <a:gd name="connsiteX8" fmla="*/ 117320 w 167268"/>
              <a:gd name="connsiteY8" fmla="*/ 83866 h 167268"/>
              <a:gd name="connsiteX9" fmla="*/ 107523 w 167268"/>
              <a:gd name="connsiteY9" fmla="*/ 107283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6949"/>
                  <a:pt x="50281" y="101859"/>
                  <a:pt x="50412" y="83388"/>
                </a:cubicBezTo>
                <a:cubicBezTo>
                  <a:pt x="50544" y="64917"/>
                  <a:pt x="65634" y="50042"/>
                  <a:pt x="84105" y="50174"/>
                </a:cubicBezTo>
                <a:cubicBezTo>
                  <a:pt x="102588" y="50305"/>
                  <a:pt x="117451" y="65395"/>
                  <a:pt x="117320" y="83866"/>
                </a:cubicBezTo>
                <a:cubicBezTo>
                  <a:pt x="117260" y="92659"/>
                  <a:pt x="113736" y="101071"/>
                  <a:pt x="107523" y="107283"/>
                </a:cubicBezTo>
                <a:cubicBezTo>
                  <a:pt x="101202" y="113640"/>
                  <a:pt x="92588" y="117176"/>
                  <a:pt x="83627" y="117081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GB"/>
          </a:p>
        </p:txBody>
      </p:sp>
      <p:sp>
        <p:nvSpPr>
          <p:cNvPr id="185" name="Vrije vorm: vorm 184">
            <a:extLst>
              <a:ext uri="{FF2B5EF4-FFF2-40B4-BE49-F238E27FC236}">
                <a16:creationId xmlns:a16="http://schemas.microsoft.com/office/drawing/2014/main" id="{1B13F80D-F64F-411F-E09B-DEACB0B05A73}"/>
              </a:ext>
            </a:extLst>
          </p:cNvPr>
          <p:cNvSpPr/>
          <p:nvPr userDrawn="1"/>
        </p:nvSpPr>
        <p:spPr>
          <a:xfrm>
            <a:off x="3726432" y="1028263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50412 w 167268"/>
              <a:gd name="connsiteY6" fmla="*/ 83388 h 167268"/>
              <a:gd name="connsiteX7" fmla="*/ 84105 w 167268"/>
              <a:gd name="connsiteY7" fmla="*/ 50173 h 167268"/>
              <a:gd name="connsiteX8" fmla="*/ 117320 w 167268"/>
              <a:gd name="connsiteY8" fmla="*/ 83866 h 167268"/>
              <a:gd name="connsiteX9" fmla="*/ 107523 w 167268"/>
              <a:gd name="connsiteY9" fmla="*/ 107284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6949"/>
                  <a:pt x="50281" y="101859"/>
                  <a:pt x="50412" y="83388"/>
                </a:cubicBezTo>
                <a:cubicBezTo>
                  <a:pt x="50544" y="64917"/>
                  <a:pt x="65634" y="50042"/>
                  <a:pt x="84105" y="50173"/>
                </a:cubicBezTo>
                <a:cubicBezTo>
                  <a:pt x="102588" y="50305"/>
                  <a:pt x="117451" y="65395"/>
                  <a:pt x="117320" y="83866"/>
                </a:cubicBezTo>
                <a:cubicBezTo>
                  <a:pt x="117260" y="92660"/>
                  <a:pt x="113736" y="101071"/>
                  <a:pt x="107523" y="107284"/>
                </a:cubicBezTo>
                <a:cubicBezTo>
                  <a:pt x="101202" y="113640"/>
                  <a:pt x="92588" y="117176"/>
                  <a:pt x="83627" y="117081"/>
                </a:cubicBezTo>
                <a:close/>
              </a:path>
            </a:pathLst>
          </a:custGeom>
          <a:solidFill>
            <a:schemeClr val="bg1"/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GB"/>
          </a:p>
        </p:txBody>
      </p:sp>
      <p:sp>
        <p:nvSpPr>
          <p:cNvPr id="190" name="Vrije vorm: vorm 189">
            <a:extLst>
              <a:ext uri="{FF2B5EF4-FFF2-40B4-BE49-F238E27FC236}">
                <a16:creationId xmlns:a16="http://schemas.microsoft.com/office/drawing/2014/main" id="{CB2408CD-4200-C813-A0A5-7865C44B31FF}"/>
              </a:ext>
            </a:extLst>
          </p:cNvPr>
          <p:cNvSpPr/>
          <p:nvPr userDrawn="1"/>
        </p:nvSpPr>
        <p:spPr>
          <a:xfrm>
            <a:off x="5159247" y="3039403"/>
            <a:ext cx="2216828" cy="779193"/>
          </a:xfrm>
          <a:custGeom>
            <a:avLst/>
            <a:gdLst>
              <a:gd name="connsiteX0" fmla="*/ 1023336 w 1241615"/>
              <a:gd name="connsiteY0" fmla="*/ 283281 h 436415"/>
              <a:gd name="connsiteX1" fmla="*/ 958240 w 1241615"/>
              <a:gd name="connsiteY1" fmla="*/ 218184 h 436415"/>
              <a:gd name="connsiteX2" fmla="*/ 1023336 w 1241615"/>
              <a:gd name="connsiteY2" fmla="*/ 153087 h 436415"/>
              <a:gd name="connsiteX3" fmla="*/ 1088433 w 1241615"/>
              <a:gd name="connsiteY3" fmla="*/ 218184 h 436415"/>
              <a:gd name="connsiteX4" fmla="*/ 1023336 w 1241615"/>
              <a:gd name="connsiteY4" fmla="*/ 283281 h 436415"/>
              <a:gd name="connsiteX5" fmla="*/ 1023336 w 1241615"/>
              <a:gd name="connsiteY5" fmla="*/ 0 h 436415"/>
              <a:gd name="connsiteX6" fmla="*/ 808403 w 1241615"/>
              <a:gd name="connsiteY6" fmla="*/ 180235 h 436415"/>
              <a:gd name="connsiteX7" fmla="*/ 808403 w 1241615"/>
              <a:gd name="connsiteY7" fmla="*/ 53769 h 436415"/>
              <a:gd name="connsiteX8" fmla="*/ 761899 w 1241615"/>
              <a:gd name="connsiteY8" fmla="*/ 7265 h 436415"/>
              <a:gd name="connsiteX9" fmla="*/ 652305 w 1241615"/>
              <a:gd name="connsiteY9" fmla="*/ 7265 h 436415"/>
              <a:gd name="connsiteX10" fmla="*/ 652305 w 1241615"/>
              <a:gd name="connsiteY10" fmla="*/ 171823 h 436415"/>
              <a:gd name="connsiteX11" fmla="*/ 558579 w 1241615"/>
              <a:gd name="connsiteY11" fmla="*/ 44497 h 436415"/>
              <a:gd name="connsiteX12" fmla="*/ 484210 w 1241615"/>
              <a:gd name="connsiteY12" fmla="*/ 7265 h 436415"/>
              <a:gd name="connsiteX13" fmla="*/ 0 w 1241615"/>
              <a:gd name="connsiteY13" fmla="*/ 7265 h 436415"/>
              <a:gd name="connsiteX14" fmla="*/ 0 w 1241615"/>
              <a:gd name="connsiteY14" fmla="*/ 119392 h 436415"/>
              <a:gd name="connsiteX15" fmla="*/ 45787 w 1241615"/>
              <a:gd name="connsiteY15" fmla="*/ 165227 h 436415"/>
              <a:gd name="connsiteX16" fmla="*/ 118245 w 1241615"/>
              <a:gd name="connsiteY16" fmla="*/ 165227 h 436415"/>
              <a:gd name="connsiteX17" fmla="*/ 118245 w 1241615"/>
              <a:gd name="connsiteY17" fmla="*/ 382742 h 436415"/>
              <a:gd name="connsiteX18" fmla="*/ 164749 w 1241615"/>
              <a:gd name="connsiteY18" fmla="*/ 429246 h 436415"/>
              <a:gd name="connsiteX19" fmla="*/ 283328 w 1241615"/>
              <a:gd name="connsiteY19" fmla="*/ 429246 h 436415"/>
              <a:gd name="connsiteX20" fmla="*/ 283328 w 1241615"/>
              <a:gd name="connsiteY20" fmla="*/ 165179 h 436415"/>
              <a:gd name="connsiteX21" fmla="*/ 383411 w 1241615"/>
              <a:gd name="connsiteY21" fmla="*/ 165179 h 436415"/>
              <a:gd name="connsiteX22" fmla="*/ 383411 w 1241615"/>
              <a:gd name="connsiteY22" fmla="*/ 382694 h 436415"/>
              <a:gd name="connsiteX23" fmla="*/ 429915 w 1241615"/>
              <a:gd name="connsiteY23" fmla="*/ 429199 h 436415"/>
              <a:gd name="connsiteX24" fmla="*/ 539557 w 1241615"/>
              <a:gd name="connsiteY24" fmla="*/ 429199 h 436415"/>
              <a:gd name="connsiteX25" fmla="*/ 539557 w 1241615"/>
              <a:gd name="connsiteY25" fmla="*/ 264641 h 436415"/>
              <a:gd name="connsiteX26" fmla="*/ 632948 w 1241615"/>
              <a:gd name="connsiteY26" fmla="*/ 391966 h 436415"/>
              <a:gd name="connsiteX27" fmla="*/ 707364 w 1241615"/>
              <a:gd name="connsiteY27" fmla="*/ 429199 h 436415"/>
              <a:gd name="connsiteX28" fmla="*/ 808403 w 1241615"/>
              <a:gd name="connsiteY28" fmla="*/ 429199 h 436415"/>
              <a:gd name="connsiteX29" fmla="*/ 808403 w 1241615"/>
              <a:gd name="connsiteY29" fmla="*/ 257663 h 436415"/>
              <a:gd name="connsiteX30" fmla="*/ 1023336 w 1241615"/>
              <a:gd name="connsiteY30" fmla="*/ 436416 h 436415"/>
              <a:gd name="connsiteX31" fmla="*/ 1241616 w 1241615"/>
              <a:gd name="connsiteY31" fmla="*/ 218232 h 436415"/>
              <a:gd name="connsiteX32" fmla="*/ 1023336 w 1241615"/>
              <a:gd name="connsiteY32" fmla="*/ 0 h 436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41615" h="436415">
                <a:moveTo>
                  <a:pt x="1023336" y="283281"/>
                </a:moveTo>
                <a:cubicBezTo>
                  <a:pt x="987395" y="283281"/>
                  <a:pt x="958240" y="254174"/>
                  <a:pt x="958240" y="218184"/>
                </a:cubicBezTo>
                <a:cubicBezTo>
                  <a:pt x="958240" y="182242"/>
                  <a:pt x="987395" y="153087"/>
                  <a:pt x="1023336" y="153087"/>
                </a:cubicBezTo>
                <a:cubicBezTo>
                  <a:pt x="1059278" y="153087"/>
                  <a:pt x="1088433" y="182242"/>
                  <a:pt x="1088433" y="218184"/>
                </a:cubicBezTo>
                <a:cubicBezTo>
                  <a:pt x="1088433" y="254174"/>
                  <a:pt x="1059278" y="283281"/>
                  <a:pt x="1023336" y="283281"/>
                </a:cubicBezTo>
                <a:moveTo>
                  <a:pt x="1023336" y="0"/>
                </a:moveTo>
                <a:cubicBezTo>
                  <a:pt x="912787" y="0"/>
                  <a:pt x="825609" y="75803"/>
                  <a:pt x="808403" y="180235"/>
                </a:cubicBezTo>
                <a:lnTo>
                  <a:pt x="808403" y="53769"/>
                </a:lnTo>
                <a:cubicBezTo>
                  <a:pt x="808403" y="21221"/>
                  <a:pt x="794447" y="7265"/>
                  <a:pt x="761899" y="7265"/>
                </a:cubicBezTo>
                <a:lnTo>
                  <a:pt x="652305" y="7265"/>
                </a:lnTo>
                <a:lnTo>
                  <a:pt x="652305" y="171823"/>
                </a:lnTo>
                <a:lnTo>
                  <a:pt x="558579" y="44497"/>
                </a:lnTo>
                <a:cubicBezTo>
                  <a:pt x="538218" y="17493"/>
                  <a:pt x="518097" y="7265"/>
                  <a:pt x="484210" y="7265"/>
                </a:cubicBezTo>
                <a:lnTo>
                  <a:pt x="0" y="7265"/>
                </a:lnTo>
                <a:lnTo>
                  <a:pt x="0" y="119392"/>
                </a:lnTo>
                <a:cubicBezTo>
                  <a:pt x="0" y="151462"/>
                  <a:pt x="13765" y="165227"/>
                  <a:pt x="45787" y="165227"/>
                </a:cubicBezTo>
                <a:lnTo>
                  <a:pt x="118245" y="165227"/>
                </a:lnTo>
                <a:lnTo>
                  <a:pt x="118245" y="382742"/>
                </a:lnTo>
                <a:cubicBezTo>
                  <a:pt x="118245" y="415242"/>
                  <a:pt x="132201" y="429246"/>
                  <a:pt x="164749" y="429246"/>
                </a:cubicBezTo>
                <a:lnTo>
                  <a:pt x="283328" y="429246"/>
                </a:lnTo>
                <a:lnTo>
                  <a:pt x="283328" y="165179"/>
                </a:lnTo>
                <a:lnTo>
                  <a:pt x="383411" y="165179"/>
                </a:lnTo>
                <a:lnTo>
                  <a:pt x="383411" y="382694"/>
                </a:lnTo>
                <a:cubicBezTo>
                  <a:pt x="383411" y="415195"/>
                  <a:pt x="397415" y="429199"/>
                  <a:pt x="429915" y="429199"/>
                </a:cubicBezTo>
                <a:lnTo>
                  <a:pt x="539557" y="429199"/>
                </a:lnTo>
                <a:lnTo>
                  <a:pt x="539557" y="264641"/>
                </a:lnTo>
                <a:lnTo>
                  <a:pt x="632948" y="391966"/>
                </a:lnTo>
                <a:cubicBezTo>
                  <a:pt x="653356" y="419018"/>
                  <a:pt x="673478" y="429199"/>
                  <a:pt x="707364" y="429199"/>
                </a:cubicBezTo>
                <a:lnTo>
                  <a:pt x="808403" y="429199"/>
                </a:lnTo>
                <a:lnTo>
                  <a:pt x="808403" y="257663"/>
                </a:lnTo>
                <a:cubicBezTo>
                  <a:pt x="825418" y="363337"/>
                  <a:pt x="910349" y="436416"/>
                  <a:pt x="1023336" y="436416"/>
                </a:cubicBezTo>
                <a:cubicBezTo>
                  <a:pt x="1146934" y="436416"/>
                  <a:pt x="1241616" y="341782"/>
                  <a:pt x="1241616" y="218232"/>
                </a:cubicBezTo>
                <a:cubicBezTo>
                  <a:pt x="1241616" y="91623"/>
                  <a:pt x="1149945" y="0"/>
                  <a:pt x="1023336" y="0"/>
                </a:cubicBezTo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6" name="Tijdelijke aanduiding voor tekst 417">
            <a:extLst>
              <a:ext uri="{FF2B5EF4-FFF2-40B4-BE49-F238E27FC236}">
                <a16:creationId xmlns:a16="http://schemas.microsoft.com/office/drawing/2014/main" id="{ADC484E1-43F7-BCD9-2A0F-B8E1A1ADEDC6}"/>
              </a:ext>
            </a:extLst>
          </p:cNvPr>
          <p:cNvSpPr txBox="1">
            <a:spLocks/>
          </p:cNvSpPr>
          <p:nvPr userDrawn="1"/>
        </p:nvSpPr>
        <p:spPr>
          <a:xfrm>
            <a:off x="2246727" y="1113629"/>
            <a:ext cx="1588678" cy="5329418"/>
          </a:xfrm>
          <a:custGeom>
            <a:avLst/>
            <a:gdLst>
              <a:gd name="connsiteX0" fmla="*/ 1513026 w 1588678"/>
              <a:gd name="connsiteY0" fmla="*/ 0 h 5329418"/>
              <a:gd name="connsiteX1" fmla="*/ 1588678 w 1588678"/>
              <a:gd name="connsiteY1" fmla="*/ 0 h 5329418"/>
              <a:gd name="connsiteX2" fmla="*/ 811307 w 1588678"/>
              <a:gd name="connsiteY2" fmla="*/ 790340 h 5329418"/>
              <a:gd name="connsiteX3" fmla="*/ 75652 w 1588678"/>
              <a:gd name="connsiteY3" fmla="*/ 1513026 h 5329418"/>
              <a:gd name="connsiteX4" fmla="*/ 811307 w 1588678"/>
              <a:gd name="connsiteY4" fmla="*/ 2235712 h 5329418"/>
              <a:gd name="connsiteX5" fmla="*/ 1588678 w 1588678"/>
              <a:gd name="connsiteY5" fmla="*/ 3026052 h 5329418"/>
              <a:gd name="connsiteX6" fmla="*/ 811307 w 1588678"/>
              <a:gd name="connsiteY6" fmla="*/ 3816392 h 5329418"/>
              <a:gd name="connsiteX7" fmla="*/ 75652 w 1588678"/>
              <a:gd name="connsiteY7" fmla="*/ 4539078 h 5329418"/>
              <a:gd name="connsiteX8" fmla="*/ 811307 w 1588678"/>
              <a:gd name="connsiteY8" fmla="*/ 5261764 h 5329418"/>
              <a:gd name="connsiteX9" fmla="*/ 777372 w 1588678"/>
              <a:gd name="connsiteY9" fmla="*/ 5329418 h 5329418"/>
              <a:gd name="connsiteX10" fmla="*/ 0 w 1588678"/>
              <a:gd name="connsiteY10" fmla="*/ 4539078 h 5329418"/>
              <a:gd name="connsiteX11" fmla="*/ 777372 w 1588678"/>
              <a:gd name="connsiteY11" fmla="*/ 3748738 h 5329418"/>
              <a:gd name="connsiteX12" fmla="*/ 1513026 w 1588678"/>
              <a:gd name="connsiteY12" fmla="*/ 3026052 h 5329418"/>
              <a:gd name="connsiteX13" fmla="*/ 777372 w 1588678"/>
              <a:gd name="connsiteY13" fmla="*/ 2303366 h 5329418"/>
              <a:gd name="connsiteX14" fmla="*/ 0 w 1588678"/>
              <a:gd name="connsiteY14" fmla="*/ 1513026 h 5329418"/>
              <a:gd name="connsiteX15" fmla="*/ 777372 w 1588678"/>
              <a:gd name="connsiteY15" fmla="*/ 722686 h 5329418"/>
              <a:gd name="connsiteX16" fmla="*/ 1513026 w 1588678"/>
              <a:gd name="connsiteY16" fmla="*/ 0 h 5329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88678" h="5329418">
                <a:moveTo>
                  <a:pt x="1513026" y="0"/>
                </a:moveTo>
                <a:lnTo>
                  <a:pt x="1588678" y="0"/>
                </a:lnTo>
                <a:cubicBezTo>
                  <a:pt x="1588678" y="401600"/>
                  <a:pt x="1193454" y="599266"/>
                  <a:pt x="811307" y="790340"/>
                </a:cubicBezTo>
                <a:cubicBezTo>
                  <a:pt x="433050" y="979468"/>
                  <a:pt x="75652" y="1157789"/>
                  <a:pt x="75652" y="1513026"/>
                </a:cubicBezTo>
                <a:cubicBezTo>
                  <a:pt x="75652" y="1868263"/>
                  <a:pt x="432942" y="2046584"/>
                  <a:pt x="811307" y="2235712"/>
                </a:cubicBezTo>
                <a:cubicBezTo>
                  <a:pt x="1193454" y="2426786"/>
                  <a:pt x="1588678" y="2624776"/>
                  <a:pt x="1588678" y="3026052"/>
                </a:cubicBezTo>
                <a:cubicBezTo>
                  <a:pt x="1588678" y="3427328"/>
                  <a:pt x="1193454" y="3625319"/>
                  <a:pt x="811307" y="3816392"/>
                </a:cubicBezTo>
                <a:cubicBezTo>
                  <a:pt x="433050" y="4005520"/>
                  <a:pt x="75652" y="4183841"/>
                  <a:pt x="75652" y="4539078"/>
                </a:cubicBezTo>
                <a:cubicBezTo>
                  <a:pt x="75652" y="4894315"/>
                  <a:pt x="432942" y="5072636"/>
                  <a:pt x="811307" y="5261764"/>
                </a:cubicBezTo>
                <a:lnTo>
                  <a:pt x="777372" y="5329418"/>
                </a:lnTo>
                <a:cubicBezTo>
                  <a:pt x="395225" y="5138345"/>
                  <a:pt x="0" y="4940354"/>
                  <a:pt x="0" y="4539078"/>
                </a:cubicBezTo>
                <a:cubicBezTo>
                  <a:pt x="0" y="4137802"/>
                  <a:pt x="395225" y="3939812"/>
                  <a:pt x="777372" y="3748738"/>
                </a:cubicBezTo>
                <a:cubicBezTo>
                  <a:pt x="1155628" y="3559610"/>
                  <a:pt x="1513026" y="3381289"/>
                  <a:pt x="1513026" y="3026052"/>
                </a:cubicBezTo>
                <a:cubicBezTo>
                  <a:pt x="1513026" y="2670815"/>
                  <a:pt x="1155736" y="2492494"/>
                  <a:pt x="777372" y="2303366"/>
                </a:cubicBezTo>
                <a:cubicBezTo>
                  <a:pt x="395225" y="2112293"/>
                  <a:pt x="0" y="1914302"/>
                  <a:pt x="0" y="1513026"/>
                </a:cubicBezTo>
                <a:cubicBezTo>
                  <a:pt x="0" y="1111750"/>
                  <a:pt x="395225" y="913760"/>
                  <a:pt x="777372" y="722686"/>
                </a:cubicBezTo>
                <a:cubicBezTo>
                  <a:pt x="1155628" y="533558"/>
                  <a:pt x="1513026" y="355237"/>
                  <a:pt x="1513026" y="0"/>
                </a:cubicBezTo>
                <a:close/>
              </a:path>
            </a:pathLst>
          </a:custGeom>
          <a:gradFill>
            <a:gsLst>
              <a:gs pos="0">
                <a:srgbClr val="FFF9E0">
                  <a:alpha val="19000"/>
                </a:srgbClr>
              </a:gs>
              <a:gs pos="50000">
                <a:srgbClr val="FFF9E0">
                  <a:alpha val="49804"/>
                </a:srgbClr>
              </a:gs>
              <a:gs pos="100000">
                <a:srgbClr val="FFF9E0">
                  <a:alpha val="0"/>
                </a:srgbClr>
              </a:gs>
            </a:gsLst>
            <a:lin ang="5400000" scaled="1"/>
          </a:gra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0850" indent="-2730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2682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1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 b="1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4013" indent="-35401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6575" indent="-2682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i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 </a:t>
            </a:r>
          </a:p>
        </p:txBody>
      </p:sp>
      <p:sp>
        <p:nvSpPr>
          <p:cNvPr id="88" name="Tijdelijke aanduiding voor tekst 416">
            <a:extLst>
              <a:ext uri="{FF2B5EF4-FFF2-40B4-BE49-F238E27FC236}">
                <a16:creationId xmlns:a16="http://schemas.microsoft.com/office/drawing/2014/main" id="{D47B58B3-9CFE-D1C3-CC9C-746A34AA2C29}"/>
              </a:ext>
            </a:extLst>
          </p:cNvPr>
          <p:cNvSpPr txBox="1">
            <a:spLocks/>
          </p:cNvSpPr>
          <p:nvPr userDrawn="1"/>
        </p:nvSpPr>
        <p:spPr>
          <a:xfrm>
            <a:off x="1490214" y="1098475"/>
            <a:ext cx="1588678" cy="4606732"/>
          </a:xfrm>
          <a:custGeom>
            <a:avLst/>
            <a:gdLst>
              <a:gd name="connsiteX0" fmla="*/ 811307 w 1588678"/>
              <a:gd name="connsiteY0" fmla="*/ 0 h 4606732"/>
              <a:gd name="connsiteX1" fmla="*/ 1588678 w 1588678"/>
              <a:gd name="connsiteY1" fmla="*/ 790340 h 4606732"/>
              <a:gd name="connsiteX2" fmla="*/ 811307 w 1588678"/>
              <a:gd name="connsiteY2" fmla="*/ 1580680 h 4606732"/>
              <a:gd name="connsiteX3" fmla="*/ 75652 w 1588678"/>
              <a:gd name="connsiteY3" fmla="*/ 2303366 h 4606732"/>
              <a:gd name="connsiteX4" fmla="*/ 811307 w 1588678"/>
              <a:gd name="connsiteY4" fmla="*/ 3026052 h 4606732"/>
              <a:gd name="connsiteX5" fmla="*/ 1588678 w 1588678"/>
              <a:gd name="connsiteY5" fmla="*/ 3816392 h 4606732"/>
              <a:gd name="connsiteX6" fmla="*/ 811307 w 1588678"/>
              <a:gd name="connsiteY6" fmla="*/ 4606732 h 4606732"/>
              <a:gd name="connsiteX7" fmla="*/ 777372 w 1588678"/>
              <a:gd name="connsiteY7" fmla="*/ 4539078 h 4606732"/>
              <a:gd name="connsiteX8" fmla="*/ 1513026 w 1588678"/>
              <a:gd name="connsiteY8" fmla="*/ 3816392 h 4606732"/>
              <a:gd name="connsiteX9" fmla="*/ 777372 w 1588678"/>
              <a:gd name="connsiteY9" fmla="*/ 3093706 h 4606732"/>
              <a:gd name="connsiteX10" fmla="*/ 0 w 1588678"/>
              <a:gd name="connsiteY10" fmla="*/ 2303366 h 4606732"/>
              <a:gd name="connsiteX11" fmla="*/ 777372 w 1588678"/>
              <a:gd name="connsiteY11" fmla="*/ 1513026 h 4606732"/>
              <a:gd name="connsiteX12" fmla="*/ 1513026 w 1588678"/>
              <a:gd name="connsiteY12" fmla="*/ 790340 h 4606732"/>
              <a:gd name="connsiteX13" fmla="*/ 777372 w 1588678"/>
              <a:gd name="connsiteY13" fmla="*/ 67654 h 4606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588678" h="4606732">
                <a:moveTo>
                  <a:pt x="811307" y="0"/>
                </a:moveTo>
                <a:cubicBezTo>
                  <a:pt x="1193454" y="191074"/>
                  <a:pt x="1588678" y="389064"/>
                  <a:pt x="1588678" y="790340"/>
                </a:cubicBezTo>
                <a:cubicBezTo>
                  <a:pt x="1588678" y="1191616"/>
                  <a:pt x="1193454" y="1389606"/>
                  <a:pt x="811307" y="1580680"/>
                </a:cubicBezTo>
                <a:cubicBezTo>
                  <a:pt x="433050" y="1769808"/>
                  <a:pt x="75652" y="1948129"/>
                  <a:pt x="75652" y="2303366"/>
                </a:cubicBezTo>
                <a:cubicBezTo>
                  <a:pt x="75652" y="2658603"/>
                  <a:pt x="432942" y="2836924"/>
                  <a:pt x="811307" y="3026052"/>
                </a:cubicBezTo>
                <a:cubicBezTo>
                  <a:pt x="1193454" y="3217126"/>
                  <a:pt x="1588678" y="3415116"/>
                  <a:pt x="1588678" y="3816392"/>
                </a:cubicBezTo>
                <a:cubicBezTo>
                  <a:pt x="1588678" y="4217668"/>
                  <a:pt x="1193454" y="4415659"/>
                  <a:pt x="811307" y="4606732"/>
                </a:cubicBezTo>
                <a:lnTo>
                  <a:pt x="777372" y="4539078"/>
                </a:lnTo>
                <a:cubicBezTo>
                  <a:pt x="1155628" y="4349950"/>
                  <a:pt x="1513026" y="4171629"/>
                  <a:pt x="1513026" y="3816392"/>
                </a:cubicBezTo>
                <a:cubicBezTo>
                  <a:pt x="1513026" y="3461155"/>
                  <a:pt x="1155736" y="3282834"/>
                  <a:pt x="777372" y="3093706"/>
                </a:cubicBezTo>
                <a:cubicBezTo>
                  <a:pt x="395225" y="2902633"/>
                  <a:pt x="0" y="2704642"/>
                  <a:pt x="0" y="2303366"/>
                </a:cubicBezTo>
                <a:cubicBezTo>
                  <a:pt x="0" y="1902090"/>
                  <a:pt x="395225" y="1704100"/>
                  <a:pt x="777372" y="1513026"/>
                </a:cubicBezTo>
                <a:cubicBezTo>
                  <a:pt x="1155628" y="1323898"/>
                  <a:pt x="1513026" y="1145577"/>
                  <a:pt x="1513026" y="790340"/>
                </a:cubicBezTo>
                <a:cubicBezTo>
                  <a:pt x="1513026" y="435103"/>
                  <a:pt x="1155736" y="256782"/>
                  <a:pt x="777372" y="67654"/>
                </a:cubicBezTo>
                <a:close/>
              </a:path>
            </a:pathLst>
          </a:custGeom>
          <a:gradFill>
            <a:gsLst>
              <a:gs pos="0">
                <a:srgbClr val="FFF9E0">
                  <a:alpha val="19000"/>
                </a:srgbClr>
              </a:gs>
              <a:gs pos="50000">
                <a:srgbClr val="FFF9E0">
                  <a:alpha val="49804"/>
                </a:srgbClr>
              </a:gs>
              <a:gs pos="100000">
                <a:srgbClr val="FFF9E0">
                  <a:alpha val="0"/>
                </a:srgbClr>
              </a:gs>
            </a:gsLst>
            <a:lin ang="5400000" scaled="1"/>
          </a:gra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0850" indent="-2730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2682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1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 b="1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4013" indent="-35401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6575" indent="-2682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i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 </a:t>
            </a:r>
          </a:p>
        </p:txBody>
      </p:sp>
      <p:grpSp>
        <p:nvGrpSpPr>
          <p:cNvPr id="91" name="Groep 90">
            <a:extLst>
              <a:ext uri="{FF2B5EF4-FFF2-40B4-BE49-F238E27FC236}">
                <a16:creationId xmlns:a16="http://schemas.microsoft.com/office/drawing/2014/main" id="{F57A31A3-FE58-E4BD-543A-E6C8F5BCD89E}"/>
              </a:ext>
            </a:extLst>
          </p:cNvPr>
          <p:cNvGrpSpPr/>
          <p:nvPr userDrawn="1"/>
        </p:nvGrpSpPr>
        <p:grpSpPr>
          <a:xfrm>
            <a:off x="-66454" y="268654"/>
            <a:ext cx="151965" cy="151965"/>
            <a:chOff x="1436100" y="268654"/>
            <a:chExt cx="151965" cy="151965"/>
          </a:xfrm>
        </p:grpSpPr>
        <p:sp>
          <p:nvSpPr>
            <p:cNvPr id="92" name="Vrije vorm: vorm 91" hidden="1">
              <a:extLst>
                <a:ext uri="{FF2B5EF4-FFF2-40B4-BE49-F238E27FC236}">
                  <a16:creationId xmlns:a16="http://schemas.microsoft.com/office/drawing/2014/main" id="{A6C9CE4D-07F3-1842-5C4C-DA8FC80D1764}"/>
                </a:ext>
              </a:extLst>
            </p:cNvPr>
            <p:cNvSpPr/>
            <p:nvPr/>
          </p:nvSpPr>
          <p:spPr>
            <a:xfrm>
              <a:off x="1436100" y="268654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66BE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3" name="Vrije vorm: vorm 92">
              <a:extLst>
                <a:ext uri="{FF2B5EF4-FFF2-40B4-BE49-F238E27FC236}">
                  <a16:creationId xmlns:a16="http://schemas.microsoft.com/office/drawing/2014/main" id="{44177170-AD99-DC9A-118D-1583C2A228AA}"/>
                </a:ext>
              </a:extLst>
            </p:cNvPr>
            <p:cNvSpPr/>
            <p:nvPr/>
          </p:nvSpPr>
          <p:spPr>
            <a:xfrm>
              <a:off x="1436100" y="268654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49695 w 167268"/>
                <a:gd name="connsiteY6" fmla="*/ 84117 h 167268"/>
                <a:gd name="connsiteX7" fmla="*/ 59732 w 167268"/>
                <a:gd name="connsiteY7" fmla="*/ 59732 h 167268"/>
                <a:gd name="connsiteX8" fmla="*/ 107523 w 167268"/>
                <a:gd name="connsiteY8" fmla="*/ 59732 h 167268"/>
                <a:gd name="connsiteX9" fmla="*/ 107523 w 167268"/>
                <a:gd name="connsiteY9" fmla="*/ 107523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7350"/>
                    <a:pt x="49959" y="102591"/>
                    <a:pt x="49695" y="84117"/>
                  </a:cubicBezTo>
                  <a:cubicBezTo>
                    <a:pt x="49552" y="74957"/>
                    <a:pt x="53185" y="66143"/>
                    <a:pt x="59732" y="59732"/>
                  </a:cubicBezTo>
                  <a:cubicBezTo>
                    <a:pt x="72934" y="46534"/>
                    <a:pt x="94321" y="46534"/>
                    <a:pt x="107523" y="59732"/>
                  </a:cubicBezTo>
                  <a:cubicBezTo>
                    <a:pt x="120725" y="72929"/>
                    <a:pt x="120725" y="94325"/>
                    <a:pt x="107523" y="107523"/>
                  </a:cubicBezTo>
                  <a:cubicBezTo>
                    <a:pt x="101131" y="113745"/>
                    <a:pt x="92540" y="117182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78" name="Groep 177">
            <a:extLst>
              <a:ext uri="{FF2B5EF4-FFF2-40B4-BE49-F238E27FC236}">
                <a16:creationId xmlns:a16="http://schemas.microsoft.com/office/drawing/2014/main" id="{1F73781F-BBE0-E7F9-3F98-C90A89CBF082}"/>
              </a:ext>
            </a:extLst>
          </p:cNvPr>
          <p:cNvGrpSpPr/>
          <p:nvPr userDrawn="1"/>
        </p:nvGrpSpPr>
        <p:grpSpPr>
          <a:xfrm>
            <a:off x="2955752" y="6347260"/>
            <a:ext cx="151965" cy="151965"/>
            <a:chOff x="2955752" y="6347260"/>
            <a:chExt cx="151965" cy="151965"/>
          </a:xfrm>
        </p:grpSpPr>
        <p:sp>
          <p:nvSpPr>
            <p:cNvPr id="148" name="Vrije vorm: vorm 147" hidden="1">
              <a:extLst>
                <a:ext uri="{FF2B5EF4-FFF2-40B4-BE49-F238E27FC236}">
                  <a16:creationId xmlns:a16="http://schemas.microsoft.com/office/drawing/2014/main" id="{BEA268CC-E146-B8CC-7A32-1A7A2DBA8F20}"/>
                </a:ext>
              </a:extLst>
            </p:cNvPr>
            <p:cNvSpPr/>
            <p:nvPr/>
          </p:nvSpPr>
          <p:spPr>
            <a:xfrm>
              <a:off x="2955752" y="6347260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9" name="Vrije vorm: vorm 148">
              <a:extLst>
                <a:ext uri="{FF2B5EF4-FFF2-40B4-BE49-F238E27FC236}">
                  <a16:creationId xmlns:a16="http://schemas.microsoft.com/office/drawing/2014/main" id="{65BD0B66-BE91-1D3C-EE40-4FBD0E849A73}"/>
                </a:ext>
              </a:extLst>
            </p:cNvPr>
            <p:cNvSpPr/>
            <p:nvPr/>
          </p:nvSpPr>
          <p:spPr>
            <a:xfrm>
              <a:off x="2955752" y="6347260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3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59"/>
                    <a:pt x="113736" y="101071"/>
                    <a:pt x="107523" y="107283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838914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6" presetClass="emph" presetSubtype="0" autoRev="1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10" dur="100" fill="hold"/>
                                        <p:tgtEl>
                                          <p:spTgt spid="18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6" presetClass="emph" presetSubtype="0" autoRev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16" dur="100" fill="hold"/>
                                        <p:tgtEl>
                                          <p:spTgt spid="16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6" presetClass="emph" presetSubtype="0" autoRev="1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22" dur="100" fill="hold"/>
                                        <p:tgtEl>
                                          <p:spTgt spid="15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2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6" presetClass="emph" presetSubtype="0" autoRev="1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Scale>
                                      <p:cBhvr>
                                        <p:cTn id="28" dur="100" fill="hold"/>
                                        <p:tgtEl>
                                          <p:spTgt spid="17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6" presetClass="emph" presetSubtype="0" autoRev="1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Scale>
                                      <p:cBhvr>
                                        <p:cTn id="34" dur="100" fill="hold"/>
                                        <p:tgtEl>
                                          <p:spTgt spid="16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6" presetClass="emph" presetSubtype="0" autoRev="1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40" dur="100" fill="hold"/>
                                        <p:tgtEl>
                                          <p:spTgt spid="16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41" presetID="23" presetClass="entr" presetSubtype="16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6" presetClass="emph" presetSubtype="0" autoRev="1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46" dur="100" fill="hold"/>
                                        <p:tgtEl>
                                          <p:spTgt spid="17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47" presetID="23" presetClass="entr" presetSubtype="16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6" presetClass="emph" presetSubtype="0" autoRev="1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52" dur="100" fill="hold"/>
                                        <p:tgtEl>
                                          <p:spTgt spid="162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6" presetClass="emph" presetSubtype="0" autoRev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58" dur="100" fill="hold"/>
                                        <p:tgtEl>
                                          <p:spTgt spid="161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2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6" presetClass="emph" presetSubtype="0" autoRev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64" dur="100" fill="hold"/>
                                        <p:tgtEl>
                                          <p:spTgt spid="178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65" presetID="2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6" presetClass="emph" presetSubtype="0" autoRev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70" dur="100" fill="hold"/>
                                        <p:tgtEl>
                                          <p:spTgt spid="169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71" presetID="23" presetClass="entr" presetSubtype="16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6" presetClass="emph" presetSubtype="0" autoRev="1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animScale>
                                      <p:cBhvr>
                                        <p:cTn id="76" dur="100" fill="hold"/>
                                        <p:tgtEl>
                                          <p:spTgt spid="158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77" presetID="23" presetClass="entr" presetSubtype="16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6" presetClass="emph" presetSubtype="0" autoRev="1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animScale>
                                      <p:cBhvr>
                                        <p:cTn id="82" dur="100" fill="hold"/>
                                        <p:tgtEl>
                                          <p:spTgt spid="168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83" presetID="2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6" presetClass="emph" presetSubtype="0" autoRev="1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88" dur="100" fill="hold"/>
                                        <p:tgtEl>
                                          <p:spTgt spid="16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89" presetID="2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6" presetClass="emph" presetSubtype="0" autoRev="1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94" dur="100" fill="hold"/>
                                        <p:tgtEl>
                                          <p:spTgt spid="16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5" presetID="2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6" presetClass="emph" presetSubtype="0" autoRev="1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100" dur="100" fill="hold"/>
                                        <p:tgtEl>
                                          <p:spTgt spid="172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" presetClass="entr" presetSubtype="8" decel="10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2" presetClass="entr" presetSubtype="8" decel="100000" fill="hold" grpId="0" nodeType="withEffect">
                                  <p:stCondLst>
                                    <p:cond delay="265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8" decel="100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1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1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1000"/>
                                        <p:tgtEl>
                                          <p:spTgt spid="8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100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1000"/>
                                        <p:tgtEl>
                                          <p:spTgt spid="8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1000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1000"/>
                                        <p:tgtEl>
                                          <p:spTgt spid="8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1000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6" presetClass="emph" presetSubtype="0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139" dur="100" fill="hold"/>
                                        <p:tgtEl>
                                          <p:spTgt spid="91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40" presetID="2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6" presetClass="emph" presetSubtype="0" autoRev="1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145" dur="100" fill="hold"/>
                                        <p:tgtEl>
                                          <p:spTgt spid="4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46" presetID="2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6" presetClass="emph" presetSubtype="0" autoRev="1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151" dur="100" fill="hold"/>
                                        <p:tgtEl>
                                          <p:spTgt spid="4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52" presetID="2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6" presetClass="emph" presetSubtype="0" autoRev="1" fill="hold" grpId="1" nodeType="withEffect">
                                  <p:stCondLst>
                                    <p:cond delay="1250"/>
                                  </p:stCondLst>
                                  <p:childTnLst>
                                    <p:animScale>
                                      <p:cBhvr>
                                        <p:cTn id="157" dur="100" fill="hold"/>
                                        <p:tgtEl>
                                          <p:spTgt spid="13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58" presetID="2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6" presetClass="emph" presetSubtype="0" autoRev="1" fill="hold" grpId="1" nodeType="withEffect">
                                  <p:stCondLst>
                                    <p:cond delay="1250"/>
                                  </p:stCondLst>
                                  <p:childTnLst>
                                    <p:animScale>
                                      <p:cBhvr>
                                        <p:cTn id="163" dur="100" fill="hold"/>
                                        <p:tgtEl>
                                          <p:spTgt spid="14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64" presetID="2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6" presetClass="emph" presetSubtype="0" autoRev="1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169" dur="100" fill="hold"/>
                                        <p:tgtEl>
                                          <p:spTgt spid="13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0" presetID="2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4" presetID="6" presetClass="emph" presetSubtype="0" autoRev="1" fill="hold" grpId="1" nodeType="withEffect">
                                  <p:stCondLst>
                                    <p:cond delay="1250"/>
                                  </p:stCondLst>
                                  <p:childTnLst>
                                    <p:animScale>
                                      <p:cBhvr>
                                        <p:cTn id="175" dur="100" fill="hold"/>
                                        <p:tgtEl>
                                          <p:spTgt spid="8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" grpId="0" animBg="1"/>
      <p:bldP spid="192" grpId="0" animBg="1"/>
      <p:bldP spid="203" grpId="0" animBg="1"/>
      <p:bldP spid="87" grpId="0" uiExpand="1" build="p" animBg="1">
        <p:tmplLst>
          <p:tmpl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1000"/>
                        <p:tgtEl>
                          <p:spTgt spid="8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1000"/>
                        <p:tgtEl>
                          <p:spTgt spid="8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animBg="1"/>
      <p:bldP spid="43" grpId="1" animBg="1"/>
      <p:bldP spid="45" grpId="0" animBg="1"/>
      <p:bldP spid="45" grpId="1" animBg="1"/>
      <p:bldP spid="85" grpId="0" animBg="1"/>
      <p:bldP spid="85" grpId="1" animBg="1"/>
      <p:bldP spid="133" grpId="0" animBg="1"/>
      <p:bldP spid="133" grpId="1" animBg="1"/>
      <p:bldP spid="137" grpId="0" animBg="1"/>
      <p:bldP spid="137" grpId="1" animBg="1"/>
      <p:bldP spid="147" grpId="0" animBg="1"/>
      <p:bldP spid="147" grpId="1" animBg="1"/>
      <p:bldP spid="185" grpId="0" animBg="1"/>
      <p:bldP spid="185" grpId="1" animBg="1"/>
      <p:bldP spid="190" grpId="0" animBg="1"/>
      <p:bldP spid="86" grpId="0" uiExpand="1" build="p" animBg="1">
        <p:tmplLst>
          <p:tmpl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1000"/>
                        <p:tgtEl>
                          <p:spTgt spid="8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1000"/>
                        <p:tgtEl>
                          <p:spTgt spid="8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8" grpId="0" uiExpand="1" build="p" animBg="1">
        <p:tmplLst>
          <p:tmpl>
            <p:tnLst>
              <p:par>
                <p:cTn presetID="22" presetClass="entr" presetSubtype="4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1000"/>
                        <p:tgtEl>
                          <p:spTgt spid="8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22" presetClass="entr" presetSubtype="4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1000"/>
                        <p:tgtEl>
                          <p:spTgt spid="8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TNO Safet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hthoek 152">
            <a:extLst>
              <a:ext uri="{FF2B5EF4-FFF2-40B4-BE49-F238E27FC236}">
                <a16:creationId xmlns:a16="http://schemas.microsoft.com/office/drawing/2014/main" id="{F50AF329-6F26-2310-D7F2-4EA5444F404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/>
          </a:p>
        </p:txBody>
      </p:sp>
      <p:sp>
        <p:nvSpPr>
          <p:cNvPr id="198" name="Vrije vorm: vorm 197">
            <a:extLst>
              <a:ext uri="{FF2B5EF4-FFF2-40B4-BE49-F238E27FC236}">
                <a16:creationId xmlns:a16="http://schemas.microsoft.com/office/drawing/2014/main" id="{857F210E-B01D-43E7-8688-7793F9C6BEF6}"/>
              </a:ext>
            </a:extLst>
          </p:cNvPr>
          <p:cNvSpPr/>
          <p:nvPr userDrawn="1"/>
        </p:nvSpPr>
        <p:spPr>
          <a:xfrm>
            <a:off x="8242567" y="3480414"/>
            <a:ext cx="612961" cy="331953"/>
          </a:xfrm>
          <a:custGeom>
            <a:avLst/>
            <a:gdLst>
              <a:gd name="connsiteX0" fmla="*/ 499893 w 612961"/>
              <a:gd name="connsiteY0" fmla="*/ 119555 h 331953"/>
              <a:gd name="connsiteX1" fmla="*/ 444083 w 612961"/>
              <a:gd name="connsiteY1" fmla="*/ 181422 h 331953"/>
              <a:gd name="connsiteX2" fmla="*/ 556725 w 612961"/>
              <a:gd name="connsiteY2" fmla="*/ 181422 h 331953"/>
              <a:gd name="connsiteX3" fmla="*/ 499893 w 612961"/>
              <a:gd name="connsiteY3" fmla="*/ 119555 h 331953"/>
              <a:gd name="connsiteX4" fmla="*/ 130391 w 612961"/>
              <a:gd name="connsiteY4" fmla="*/ 88237 h 331953"/>
              <a:gd name="connsiteX5" fmla="*/ 184323 w 612961"/>
              <a:gd name="connsiteY5" fmla="*/ 88237 h 331953"/>
              <a:gd name="connsiteX6" fmla="*/ 184323 w 612961"/>
              <a:gd name="connsiteY6" fmla="*/ 325383 h 331953"/>
              <a:gd name="connsiteX7" fmla="*/ 130391 w 612961"/>
              <a:gd name="connsiteY7" fmla="*/ 325383 h 331953"/>
              <a:gd name="connsiteX8" fmla="*/ 499893 w 612961"/>
              <a:gd name="connsiteY8" fmla="*/ 81836 h 331953"/>
              <a:gd name="connsiteX9" fmla="*/ 612961 w 612961"/>
              <a:gd name="connsiteY9" fmla="*/ 206340 h 331953"/>
              <a:gd name="connsiteX10" fmla="*/ 612961 w 612961"/>
              <a:gd name="connsiteY10" fmla="*/ 214617 h 331953"/>
              <a:gd name="connsiteX11" fmla="*/ 443142 w 612961"/>
              <a:gd name="connsiteY11" fmla="*/ 214617 h 331953"/>
              <a:gd name="connsiteX12" fmla="*/ 443142 w 612961"/>
              <a:gd name="connsiteY12" fmla="*/ 216069 h 331953"/>
              <a:gd name="connsiteX13" fmla="*/ 504074 w 612961"/>
              <a:gd name="connsiteY13" fmla="*/ 291847 h 331953"/>
              <a:gd name="connsiteX14" fmla="*/ 559455 w 612961"/>
              <a:gd name="connsiteY14" fmla="*/ 251653 h 331953"/>
              <a:gd name="connsiteX15" fmla="*/ 610656 w 612961"/>
              <a:gd name="connsiteY15" fmla="*/ 257200 h 331953"/>
              <a:gd name="connsiteX16" fmla="*/ 501342 w 612961"/>
              <a:gd name="connsiteY16" fmla="*/ 331953 h 331953"/>
              <a:gd name="connsiteX17" fmla="*/ 386396 w 612961"/>
              <a:gd name="connsiteY17" fmla="*/ 207365 h 331953"/>
              <a:gd name="connsiteX18" fmla="*/ 499893 w 612961"/>
              <a:gd name="connsiteY18" fmla="*/ 81836 h 331953"/>
              <a:gd name="connsiteX19" fmla="*/ 130391 w 612961"/>
              <a:gd name="connsiteY19" fmla="*/ 5205 h 331953"/>
              <a:gd name="connsiteX20" fmla="*/ 184323 w 612961"/>
              <a:gd name="connsiteY20" fmla="*/ 5205 h 331953"/>
              <a:gd name="connsiteX21" fmla="*/ 184323 w 612961"/>
              <a:gd name="connsiteY21" fmla="*/ 49409 h 331953"/>
              <a:gd name="connsiteX22" fmla="*/ 130391 w 612961"/>
              <a:gd name="connsiteY22" fmla="*/ 49409 h 331953"/>
              <a:gd name="connsiteX23" fmla="*/ 0 w 612961"/>
              <a:gd name="connsiteY23" fmla="*/ 5121 h 331953"/>
              <a:gd name="connsiteX24" fmla="*/ 53931 w 612961"/>
              <a:gd name="connsiteY24" fmla="*/ 5121 h 331953"/>
              <a:gd name="connsiteX25" fmla="*/ 53931 w 612961"/>
              <a:gd name="connsiteY25" fmla="*/ 325383 h 331953"/>
              <a:gd name="connsiteX26" fmla="*/ 0 w 612961"/>
              <a:gd name="connsiteY26" fmla="*/ 325383 h 331953"/>
              <a:gd name="connsiteX27" fmla="*/ 342535 w 612961"/>
              <a:gd name="connsiteY27" fmla="*/ 0 h 331953"/>
              <a:gd name="connsiteX28" fmla="*/ 388274 w 612961"/>
              <a:gd name="connsiteY28" fmla="*/ 4182 h 331953"/>
              <a:gd name="connsiteX29" fmla="*/ 388274 w 612961"/>
              <a:gd name="connsiteY29" fmla="*/ 42924 h 331953"/>
              <a:gd name="connsiteX30" fmla="*/ 356870 w 612961"/>
              <a:gd name="connsiteY30" fmla="*/ 39682 h 331953"/>
              <a:gd name="connsiteX31" fmla="*/ 317615 w 612961"/>
              <a:gd name="connsiteY31" fmla="*/ 81752 h 331953"/>
              <a:gd name="connsiteX32" fmla="*/ 317615 w 612961"/>
              <a:gd name="connsiteY32" fmla="*/ 88237 h 331953"/>
              <a:gd name="connsiteX33" fmla="*/ 375303 w 612961"/>
              <a:gd name="connsiteY33" fmla="*/ 88237 h 331953"/>
              <a:gd name="connsiteX34" fmla="*/ 375303 w 612961"/>
              <a:gd name="connsiteY34" fmla="*/ 124590 h 331953"/>
              <a:gd name="connsiteX35" fmla="*/ 318554 w 612961"/>
              <a:gd name="connsiteY35" fmla="*/ 124590 h 331953"/>
              <a:gd name="connsiteX36" fmla="*/ 318554 w 612961"/>
              <a:gd name="connsiteY36" fmla="*/ 325297 h 331953"/>
              <a:gd name="connsiteX37" fmla="*/ 266500 w 612961"/>
              <a:gd name="connsiteY37" fmla="*/ 325297 h 331953"/>
              <a:gd name="connsiteX38" fmla="*/ 266500 w 612961"/>
              <a:gd name="connsiteY38" fmla="*/ 124504 h 331953"/>
              <a:gd name="connsiteX39" fmla="*/ 227247 w 612961"/>
              <a:gd name="connsiteY39" fmla="*/ 124504 h 331953"/>
              <a:gd name="connsiteX40" fmla="*/ 227247 w 612961"/>
              <a:gd name="connsiteY40" fmla="*/ 88151 h 331953"/>
              <a:gd name="connsiteX41" fmla="*/ 266500 w 612961"/>
              <a:gd name="connsiteY41" fmla="*/ 88151 h 331953"/>
              <a:gd name="connsiteX42" fmla="*/ 266500 w 612961"/>
              <a:gd name="connsiteY42" fmla="*/ 83543 h 331953"/>
              <a:gd name="connsiteX43" fmla="*/ 342535 w 612961"/>
              <a:gd name="connsiteY43" fmla="*/ 0 h 331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612961" h="331953">
                <a:moveTo>
                  <a:pt x="499893" y="119555"/>
                </a:moveTo>
                <a:cubicBezTo>
                  <a:pt x="468999" y="119555"/>
                  <a:pt x="447326" y="141657"/>
                  <a:pt x="444083" y="181422"/>
                </a:cubicBezTo>
                <a:lnTo>
                  <a:pt x="556725" y="181422"/>
                </a:lnTo>
                <a:cubicBezTo>
                  <a:pt x="555359" y="140804"/>
                  <a:pt x="535048" y="119555"/>
                  <a:pt x="499893" y="119555"/>
                </a:cubicBezTo>
                <a:close/>
                <a:moveTo>
                  <a:pt x="130391" y="88237"/>
                </a:moveTo>
                <a:lnTo>
                  <a:pt x="184323" y="88237"/>
                </a:lnTo>
                <a:lnTo>
                  <a:pt x="184323" y="325383"/>
                </a:lnTo>
                <a:lnTo>
                  <a:pt x="130391" y="325383"/>
                </a:lnTo>
                <a:close/>
                <a:moveTo>
                  <a:pt x="499893" y="81836"/>
                </a:moveTo>
                <a:cubicBezTo>
                  <a:pt x="568757" y="81836"/>
                  <a:pt x="612961" y="129282"/>
                  <a:pt x="612961" y="206340"/>
                </a:cubicBezTo>
                <a:lnTo>
                  <a:pt x="612961" y="214617"/>
                </a:lnTo>
                <a:lnTo>
                  <a:pt x="443142" y="214617"/>
                </a:lnTo>
                <a:lnTo>
                  <a:pt x="443142" y="216069"/>
                </a:lnTo>
                <a:cubicBezTo>
                  <a:pt x="443142" y="264538"/>
                  <a:pt x="466696" y="291847"/>
                  <a:pt x="504074" y="291847"/>
                </a:cubicBezTo>
                <a:cubicBezTo>
                  <a:pt x="529929" y="291847"/>
                  <a:pt x="550751" y="277510"/>
                  <a:pt x="559455" y="251653"/>
                </a:cubicBezTo>
                <a:lnTo>
                  <a:pt x="610656" y="257200"/>
                </a:lnTo>
                <a:cubicBezTo>
                  <a:pt x="593589" y="305670"/>
                  <a:pt x="555359" y="331953"/>
                  <a:pt x="501342" y="331953"/>
                </a:cubicBezTo>
                <a:cubicBezTo>
                  <a:pt x="432051" y="331953"/>
                  <a:pt x="386396" y="282630"/>
                  <a:pt x="386396" y="207365"/>
                </a:cubicBezTo>
                <a:cubicBezTo>
                  <a:pt x="386396" y="132100"/>
                  <a:pt x="432476" y="81836"/>
                  <a:pt x="499893" y="81836"/>
                </a:cubicBezTo>
                <a:close/>
                <a:moveTo>
                  <a:pt x="130391" y="5205"/>
                </a:moveTo>
                <a:lnTo>
                  <a:pt x="184323" y="5205"/>
                </a:lnTo>
                <a:lnTo>
                  <a:pt x="184323" y="49409"/>
                </a:lnTo>
                <a:lnTo>
                  <a:pt x="130391" y="49409"/>
                </a:lnTo>
                <a:close/>
                <a:moveTo>
                  <a:pt x="0" y="5121"/>
                </a:moveTo>
                <a:lnTo>
                  <a:pt x="53931" y="5121"/>
                </a:lnTo>
                <a:lnTo>
                  <a:pt x="53931" y="325383"/>
                </a:lnTo>
                <a:lnTo>
                  <a:pt x="0" y="325383"/>
                </a:lnTo>
                <a:close/>
                <a:moveTo>
                  <a:pt x="342535" y="0"/>
                </a:moveTo>
                <a:cubicBezTo>
                  <a:pt x="358748" y="0"/>
                  <a:pt x="373937" y="939"/>
                  <a:pt x="388274" y="4182"/>
                </a:cubicBezTo>
                <a:lnTo>
                  <a:pt x="388274" y="42924"/>
                </a:lnTo>
                <a:cubicBezTo>
                  <a:pt x="374874" y="40619"/>
                  <a:pt x="364721" y="39682"/>
                  <a:pt x="356870" y="39682"/>
                </a:cubicBezTo>
                <a:cubicBezTo>
                  <a:pt x="329137" y="39682"/>
                  <a:pt x="317615" y="52651"/>
                  <a:pt x="317615" y="81752"/>
                </a:cubicBezTo>
                <a:lnTo>
                  <a:pt x="317615" y="88237"/>
                </a:lnTo>
                <a:lnTo>
                  <a:pt x="375303" y="88237"/>
                </a:lnTo>
                <a:lnTo>
                  <a:pt x="375303" y="124590"/>
                </a:lnTo>
                <a:lnTo>
                  <a:pt x="318554" y="124590"/>
                </a:lnTo>
                <a:lnTo>
                  <a:pt x="318554" y="325297"/>
                </a:lnTo>
                <a:lnTo>
                  <a:pt x="266500" y="325297"/>
                </a:lnTo>
                <a:lnTo>
                  <a:pt x="266500" y="124504"/>
                </a:lnTo>
                <a:lnTo>
                  <a:pt x="227247" y="124504"/>
                </a:lnTo>
                <a:lnTo>
                  <a:pt x="227247" y="88151"/>
                </a:lnTo>
                <a:lnTo>
                  <a:pt x="266500" y="88151"/>
                </a:lnTo>
                <a:lnTo>
                  <a:pt x="266500" y="83543"/>
                </a:lnTo>
                <a:cubicBezTo>
                  <a:pt x="266500" y="26710"/>
                  <a:pt x="290480" y="0"/>
                  <a:pt x="342535" y="0"/>
                </a:cubicBezTo>
                <a:close/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92" name="Vrije vorm: vorm 191">
            <a:extLst>
              <a:ext uri="{FF2B5EF4-FFF2-40B4-BE49-F238E27FC236}">
                <a16:creationId xmlns:a16="http://schemas.microsoft.com/office/drawing/2014/main" id="{9F123195-9A29-4656-E853-17AE6C8F6F1B}"/>
              </a:ext>
            </a:extLst>
          </p:cNvPr>
          <p:cNvSpPr/>
          <p:nvPr/>
        </p:nvSpPr>
        <p:spPr>
          <a:xfrm>
            <a:off x="7558010" y="3050751"/>
            <a:ext cx="2177659" cy="326577"/>
          </a:xfrm>
          <a:custGeom>
            <a:avLst/>
            <a:gdLst>
              <a:gd name="connsiteX0" fmla="*/ 1107982 w 1219677"/>
              <a:gd name="connsiteY0" fmla="*/ 46504 h 182911"/>
              <a:gd name="connsiteX1" fmla="*/ 1107982 w 1219677"/>
              <a:gd name="connsiteY1" fmla="*/ 179327 h 182911"/>
              <a:gd name="connsiteX2" fmla="*/ 1137184 w 1219677"/>
              <a:gd name="connsiteY2" fmla="*/ 179327 h 182911"/>
              <a:gd name="connsiteX3" fmla="*/ 1137184 w 1219677"/>
              <a:gd name="connsiteY3" fmla="*/ 103333 h 182911"/>
              <a:gd name="connsiteX4" fmla="*/ 1167964 w 1219677"/>
              <a:gd name="connsiteY4" fmla="*/ 65575 h 182911"/>
              <a:gd name="connsiteX5" fmla="*/ 1190476 w 1219677"/>
              <a:gd name="connsiteY5" fmla="*/ 94538 h 182911"/>
              <a:gd name="connsiteX6" fmla="*/ 1190476 w 1219677"/>
              <a:gd name="connsiteY6" fmla="*/ 179279 h 182911"/>
              <a:gd name="connsiteX7" fmla="*/ 1219678 w 1219677"/>
              <a:gd name="connsiteY7" fmla="*/ 179279 h 182911"/>
              <a:gd name="connsiteX8" fmla="*/ 1219678 w 1219677"/>
              <a:gd name="connsiteY8" fmla="*/ 94299 h 182911"/>
              <a:gd name="connsiteX9" fmla="*/ 1176519 w 1219677"/>
              <a:gd name="connsiteY9" fmla="*/ 42872 h 182911"/>
              <a:gd name="connsiteX10" fmla="*/ 1135416 w 1219677"/>
              <a:gd name="connsiteY10" fmla="*/ 69207 h 182911"/>
              <a:gd name="connsiteX11" fmla="*/ 1135368 w 1219677"/>
              <a:gd name="connsiteY11" fmla="*/ 46457 h 182911"/>
              <a:gd name="connsiteX12" fmla="*/ 1107982 w 1219677"/>
              <a:gd name="connsiteY12" fmla="*/ 46457 h 182911"/>
              <a:gd name="connsiteX13" fmla="*/ 1017171 w 1219677"/>
              <a:gd name="connsiteY13" fmla="*/ 64571 h 182911"/>
              <a:gd name="connsiteX14" fmla="*/ 1048954 w 1219677"/>
              <a:gd name="connsiteY14" fmla="*/ 112892 h 182911"/>
              <a:gd name="connsiteX15" fmla="*/ 1017171 w 1219677"/>
              <a:gd name="connsiteY15" fmla="*/ 160973 h 182911"/>
              <a:gd name="connsiteX16" fmla="*/ 985626 w 1219677"/>
              <a:gd name="connsiteY16" fmla="*/ 112892 h 182911"/>
              <a:gd name="connsiteX17" fmla="*/ 1017171 w 1219677"/>
              <a:gd name="connsiteY17" fmla="*/ 64571 h 182911"/>
              <a:gd name="connsiteX18" fmla="*/ 1017171 w 1219677"/>
              <a:gd name="connsiteY18" fmla="*/ 42872 h 182911"/>
              <a:gd name="connsiteX19" fmla="*/ 953843 w 1219677"/>
              <a:gd name="connsiteY19" fmla="*/ 112892 h 182911"/>
              <a:gd name="connsiteX20" fmla="*/ 1017171 w 1219677"/>
              <a:gd name="connsiteY20" fmla="*/ 182911 h 182911"/>
              <a:gd name="connsiteX21" fmla="*/ 1080739 w 1219677"/>
              <a:gd name="connsiteY21" fmla="*/ 112892 h 182911"/>
              <a:gd name="connsiteX22" fmla="*/ 1017171 w 1219677"/>
              <a:gd name="connsiteY22" fmla="*/ 42872 h 182911"/>
              <a:gd name="connsiteX23" fmla="*/ 896633 w 1219677"/>
              <a:gd name="connsiteY23" fmla="*/ 179327 h 182911"/>
              <a:gd name="connsiteX24" fmla="*/ 926838 w 1219677"/>
              <a:gd name="connsiteY24" fmla="*/ 179327 h 182911"/>
              <a:gd name="connsiteX25" fmla="*/ 926838 w 1219677"/>
              <a:gd name="connsiteY25" fmla="*/ 46504 h 182911"/>
              <a:gd name="connsiteX26" fmla="*/ 896633 w 1219677"/>
              <a:gd name="connsiteY26" fmla="*/ 46504 h 182911"/>
              <a:gd name="connsiteX27" fmla="*/ 896633 w 1219677"/>
              <a:gd name="connsiteY27" fmla="*/ 179327 h 182911"/>
              <a:gd name="connsiteX28" fmla="*/ 896633 w 1219677"/>
              <a:gd name="connsiteY28" fmla="*/ 24758 h 182911"/>
              <a:gd name="connsiteX29" fmla="*/ 926838 w 1219677"/>
              <a:gd name="connsiteY29" fmla="*/ 24758 h 182911"/>
              <a:gd name="connsiteX30" fmla="*/ 926838 w 1219677"/>
              <a:gd name="connsiteY30" fmla="*/ 0 h 182911"/>
              <a:gd name="connsiteX31" fmla="*/ 896633 w 1219677"/>
              <a:gd name="connsiteY31" fmla="*/ 0 h 182911"/>
              <a:gd name="connsiteX32" fmla="*/ 896633 w 1219677"/>
              <a:gd name="connsiteY32" fmla="*/ 24758 h 182911"/>
              <a:gd name="connsiteX33" fmla="*/ 831775 w 1219677"/>
              <a:gd name="connsiteY33" fmla="*/ 9798 h 182911"/>
              <a:gd name="connsiteX34" fmla="*/ 803862 w 1219677"/>
              <a:gd name="connsiteY34" fmla="*/ 12092 h 182911"/>
              <a:gd name="connsiteX35" fmla="*/ 802859 w 1219677"/>
              <a:gd name="connsiteY35" fmla="*/ 46457 h 182911"/>
              <a:gd name="connsiteX36" fmla="*/ 779821 w 1219677"/>
              <a:gd name="connsiteY36" fmla="*/ 46457 h 182911"/>
              <a:gd name="connsiteX37" fmla="*/ 779821 w 1219677"/>
              <a:gd name="connsiteY37" fmla="*/ 66865 h 182911"/>
              <a:gd name="connsiteX38" fmla="*/ 802046 w 1219677"/>
              <a:gd name="connsiteY38" fmla="*/ 66865 h 182911"/>
              <a:gd name="connsiteX39" fmla="*/ 802046 w 1219677"/>
              <a:gd name="connsiteY39" fmla="*/ 133300 h 182911"/>
              <a:gd name="connsiteX40" fmla="*/ 843867 w 1219677"/>
              <a:gd name="connsiteY40" fmla="*/ 182863 h 182911"/>
              <a:gd name="connsiteX41" fmla="*/ 865088 w 1219677"/>
              <a:gd name="connsiteY41" fmla="*/ 180283 h 182911"/>
              <a:gd name="connsiteX42" fmla="*/ 865088 w 1219677"/>
              <a:gd name="connsiteY42" fmla="*/ 157293 h 182911"/>
              <a:gd name="connsiteX43" fmla="*/ 850319 w 1219677"/>
              <a:gd name="connsiteY43" fmla="*/ 159109 h 182911"/>
              <a:gd name="connsiteX44" fmla="*/ 831727 w 1219677"/>
              <a:gd name="connsiteY44" fmla="*/ 131197 h 182911"/>
              <a:gd name="connsiteX45" fmla="*/ 831727 w 1219677"/>
              <a:gd name="connsiteY45" fmla="*/ 66913 h 182911"/>
              <a:gd name="connsiteX46" fmla="*/ 861407 w 1219677"/>
              <a:gd name="connsiteY46" fmla="*/ 66913 h 182911"/>
              <a:gd name="connsiteX47" fmla="*/ 861407 w 1219677"/>
              <a:gd name="connsiteY47" fmla="*/ 46504 h 182911"/>
              <a:gd name="connsiteX48" fmla="*/ 831727 w 1219677"/>
              <a:gd name="connsiteY48" fmla="*/ 46504 h 182911"/>
              <a:gd name="connsiteX49" fmla="*/ 831727 w 1219677"/>
              <a:gd name="connsiteY49" fmla="*/ 9798 h 182911"/>
              <a:gd name="connsiteX50" fmla="*/ 728681 w 1219677"/>
              <a:gd name="connsiteY50" fmla="*/ 113178 h 182911"/>
              <a:gd name="connsiteX51" fmla="*/ 728681 w 1219677"/>
              <a:gd name="connsiteY51" fmla="*/ 122737 h 182911"/>
              <a:gd name="connsiteX52" fmla="*/ 693790 w 1219677"/>
              <a:gd name="connsiteY52" fmla="*/ 161308 h 182911"/>
              <a:gd name="connsiteX53" fmla="*/ 669989 w 1219677"/>
              <a:gd name="connsiteY53" fmla="*/ 141377 h 182911"/>
              <a:gd name="connsiteX54" fmla="*/ 721990 w 1219677"/>
              <a:gd name="connsiteY54" fmla="*/ 113178 h 182911"/>
              <a:gd name="connsiteX55" fmla="*/ 728681 w 1219677"/>
              <a:gd name="connsiteY55" fmla="*/ 113178 h 182911"/>
              <a:gd name="connsiteX56" fmla="*/ 642125 w 1219677"/>
              <a:gd name="connsiteY56" fmla="*/ 80869 h 182911"/>
              <a:gd name="connsiteX57" fmla="*/ 670036 w 1219677"/>
              <a:gd name="connsiteY57" fmla="*/ 84262 h 182911"/>
              <a:gd name="connsiteX58" fmla="*/ 701055 w 1219677"/>
              <a:gd name="connsiteY58" fmla="*/ 63567 h 182911"/>
              <a:gd name="connsiteX59" fmla="*/ 728729 w 1219677"/>
              <a:gd name="connsiteY59" fmla="*/ 88373 h 182911"/>
              <a:gd name="connsiteX60" fmla="*/ 728729 w 1219677"/>
              <a:gd name="connsiteY60" fmla="*/ 95351 h 182911"/>
              <a:gd name="connsiteX61" fmla="*/ 725910 w 1219677"/>
              <a:gd name="connsiteY61" fmla="*/ 95351 h 182911"/>
              <a:gd name="connsiteX62" fmla="*/ 638540 w 1219677"/>
              <a:gd name="connsiteY62" fmla="*/ 142907 h 182911"/>
              <a:gd name="connsiteX63" fmla="*/ 684231 w 1219677"/>
              <a:gd name="connsiteY63" fmla="*/ 182672 h 182911"/>
              <a:gd name="connsiteX64" fmla="*/ 729255 w 1219677"/>
              <a:gd name="connsiteY64" fmla="*/ 156337 h 182911"/>
              <a:gd name="connsiteX65" fmla="*/ 732074 w 1219677"/>
              <a:gd name="connsiteY65" fmla="*/ 179327 h 182911"/>
              <a:gd name="connsiteX66" fmla="*/ 761804 w 1219677"/>
              <a:gd name="connsiteY66" fmla="*/ 179327 h 182911"/>
              <a:gd name="connsiteX67" fmla="*/ 757932 w 1219677"/>
              <a:gd name="connsiteY67" fmla="*/ 152992 h 182911"/>
              <a:gd name="connsiteX68" fmla="*/ 757932 w 1219677"/>
              <a:gd name="connsiteY68" fmla="*/ 95064 h 182911"/>
              <a:gd name="connsiteX69" fmla="*/ 704210 w 1219677"/>
              <a:gd name="connsiteY69" fmla="*/ 42872 h 182911"/>
              <a:gd name="connsiteX70" fmla="*/ 642125 w 1219677"/>
              <a:gd name="connsiteY70" fmla="*/ 80869 h 182911"/>
              <a:gd name="connsiteX71" fmla="*/ 549546 w 1219677"/>
              <a:gd name="connsiteY71" fmla="*/ 179327 h 182911"/>
              <a:gd name="connsiteX72" fmla="*/ 576693 w 1219677"/>
              <a:gd name="connsiteY72" fmla="*/ 179327 h 182911"/>
              <a:gd name="connsiteX73" fmla="*/ 623723 w 1219677"/>
              <a:gd name="connsiteY73" fmla="*/ 46504 h 182911"/>
              <a:gd name="connsiteX74" fmla="*/ 599157 w 1219677"/>
              <a:gd name="connsiteY74" fmla="*/ 46504 h 182911"/>
              <a:gd name="connsiteX75" fmla="*/ 566082 w 1219677"/>
              <a:gd name="connsiteY75" fmla="*/ 147591 h 182911"/>
              <a:gd name="connsiteX76" fmla="*/ 533248 w 1219677"/>
              <a:gd name="connsiteY76" fmla="*/ 46504 h 182911"/>
              <a:gd name="connsiteX77" fmla="*/ 502993 w 1219677"/>
              <a:gd name="connsiteY77" fmla="*/ 46504 h 182911"/>
              <a:gd name="connsiteX78" fmla="*/ 549546 w 1219677"/>
              <a:gd name="connsiteY78" fmla="*/ 179327 h 182911"/>
              <a:gd name="connsiteX79" fmla="*/ 426235 w 1219677"/>
              <a:gd name="connsiteY79" fmla="*/ 64571 h 182911"/>
              <a:gd name="connsiteX80" fmla="*/ 458067 w 1219677"/>
              <a:gd name="connsiteY80" fmla="*/ 112892 h 182911"/>
              <a:gd name="connsiteX81" fmla="*/ 426235 w 1219677"/>
              <a:gd name="connsiteY81" fmla="*/ 160973 h 182911"/>
              <a:gd name="connsiteX82" fmla="*/ 394691 w 1219677"/>
              <a:gd name="connsiteY82" fmla="*/ 112892 h 182911"/>
              <a:gd name="connsiteX83" fmla="*/ 426235 w 1219677"/>
              <a:gd name="connsiteY83" fmla="*/ 64571 h 182911"/>
              <a:gd name="connsiteX84" fmla="*/ 426235 w 1219677"/>
              <a:gd name="connsiteY84" fmla="*/ 42872 h 182911"/>
              <a:gd name="connsiteX85" fmla="*/ 362954 w 1219677"/>
              <a:gd name="connsiteY85" fmla="*/ 112892 h 182911"/>
              <a:gd name="connsiteX86" fmla="*/ 426235 w 1219677"/>
              <a:gd name="connsiteY86" fmla="*/ 182911 h 182911"/>
              <a:gd name="connsiteX87" fmla="*/ 489802 w 1219677"/>
              <a:gd name="connsiteY87" fmla="*/ 112892 h 182911"/>
              <a:gd name="connsiteX88" fmla="*/ 426235 w 1219677"/>
              <a:gd name="connsiteY88" fmla="*/ 42872 h 182911"/>
              <a:gd name="connsiteX89" fmla="*/ 224302 w 1219677"/>
              <a:gd name="connsiteY89" fmla="*/ 46504 h 182911"/>
              <a:gd name="connsiteX90" fmla="*/ 224302 w 1219677"/>
              <a:gd name="connsiteY90" fmla="*/ 179327 h 182911"/>
              <a:gd name="connsiteX91" fmla="*/ 253456 w 1219677"/>
              <a:gd name="connsiteY91" fmla="*/ 179327 h 182911"/>
              <a:gd name="connsiteX92" fmla="*/ 253456 w 1219677"/>
              <a:gd name="connsiteY92" fmla="*/ 103333 h 182911"/>
              <a:gd name="connsiteX93" fmla="*/ 284236 w 1219677"/>
              <a:gd name="connsiteY93" fmla="*/ 65575 h 182911"/>
              <a:gd name="connsiteX94" fmla="*/ 306699 w 1219677"/>
              <a:gd name="connsiteY94" fmla="*/ 94538 h 182911"/>
              <a:gd name="connsiteX95" fmla="*/ 306699 w 1219677"/>
              <a:gd name="connsiteY95" fmla="*/ 179279 h 182911"/>
              <a:gd name="connsiteX96" fmla="*/ 335903 w 1219677"/>
              <a:gd name="connsiteY96" fmla="*/ 179279 h 182911"/>
              <a:gd name="connsiteX97" fmla="*/ 335903 w 1219677"/>
              <a:gd name="connsiteY97" fmla="*/ 94299 h 182911"/>
              <a:gd name="connsiteX98" fmla="*/ 292792 w 1219677"/>
              <a:gd name="connsiteY98" fmla="*/ 42872 h 182911"/>
              <a:gd name="connsiteX99" fmla="*/ 251688 w 1219677"/>
              <a:gd name="connsiteY99" fmla="*/ 69207 h 182911"/>
              <a:gd name="connsiteX100" fmla="*/ 251640 w 1219677"/>
              <a:gd name="connsiteY100" fmla="*/ 46457 h 182911"/>
              <a:gd name="connsiteX101" fmla="*/ 224302 w 1219677"/>
              <a:gd name="connsiteY101" fmla="*/ 46457 h 182911"/>
              <a:gd name="connsiteX102" fmla="*/ 77189 w 1219677"/>
              <a:gd name="connsiteY102" fmla="*/ 46504 h 182911"/>
              <a:gd name="connsiteX103" fmla="*/ 77189 w 1219677"/>
              <a:gd name="connsiteY103" fmla="*/ 179327 h 182911"/>
              <a:gd name="connsiteX104" fmla="*/ 106391 w 1219677"/>
              <a:gd name="connsiteY104" fmla="*/ 179327 h 182911"/>
              <a:gd name="connsiteX105" fmla="*/ 106391 w 1219677"/>
              <a:gd name="connsiteY105" fmla="*/ 103333 h 182911"/>
              <a:gd name="connsiteX106" fmla="*/ 137172 w 1219677"/>
              <a:gd name="connsiteY106" fmla="*/ 65575 h 182911"/>
              <a:gd name="connsiteX107" fmla="*/ 159635 w 1219677"/>
              <a:gd name="connsiteY107" fmla="*/ 94538 h 182911"/>
              <a:gd name="connsiteX108" fmla="*/ 159635 w 1219677"/>
              <a:gd name="connsiteY108" fmla="*/ 179279 h 182911"/>
              <a:gd name="connsiteX109" fmla="*/ 188838 w 1219677"/>
              <a:gd name="connsiteY109" fmla="*/ 179279 h 182911"/>
              <a:gd name="connsiteX110" fmla="*/ 188838 w 1219677"/>
              <a:gd name="connsiteY110" fmla="*/ 94299 h 182911"/>
              <a:gd name="connsiteX111" fmla="*/ 145679 w 1219677"/>
              <a:gd name="connsiteY111" fmla="*/ 42872 h 182911"/>
              <a:gd name="connsiteX112" fmla="*/ 104623 w 1219677"/>
              <a:gd name="connsiteY112" fmla="*/ 69207 h 182911"/>
              <a:gd name="connsiteX113" fmla="*/ 104575 w 1219677"/>
              <a:gd name="connsiteY113" fmla="*/ 46457 h 182911"/>
              <a:gd name="connsiteX114" fmla="*/ 77189 w 1219677"/>
              <a:gd name="connsiteY114" fmla="*/ 46457 h 182911"/>
              <a:gd name="connsiteX115" fmla="*/ 0 w 1219677"/>
              <a:gd name="connsiteY115" fmla="*/ 179327 h 182911"/>
              <a:gd name="connsiteX116" fmla="*/ 30207 w 1219677"/>
              <a:gd name="connsiteY116" fmla="*/ 179327 h 182911"/>
              <a:gd name="connsiteX117" fmla="*/ 30207 w 1219677"/>
              <a:gd name="connsiteY117" fmla="*/ 46504 h 182911"/>
              <a:gd name="connsiteX118" fmla="*/ 0 w 1219677"/>
              <a:gd name="connsiteY118" fmla="*/ 46504 h 182911"/>
              <a:gd name="connsiteX119" fmla="*/ 0 w 1219677"/>
              <a:gd name="connsiteY119" fmla="*/ 179327 h 182911"/>
              <a:gd name="connsiteX120" fmla="*/ 0 w 1219677"/>
              <a:gd name="connsiteY120" fmla="*/ 24758 h 182911"/>
              <a:gd name="connsiteX121" fmla="*/ 30207 w 1219677"/>
              <a:gd name="connsiteY121" fmla="*/ 24758 h 182911"/>
              <a:gd name="connsiteX122" fmla="*/ 30207 w 1219677"/>
              <a:gd name="connsiteY122" fmla="*/ 0 h 182911"/>
              <a:gd name="connsiteX123" fmla="*/ 0 w 1219677"/>
              <a:gd name="connsiteY123" fmla="*/ 0 h 182911"/>
              <a:gd name="connsiteX124" fmla="*/ 0 w 1219677"/>
              <a:gd name="connsiteY124" fmla="*/ 24758 h 182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</a:cxnLst>
            <a:rect l="l" t="t" r="r" b="b"/>
            <a:pathLst>
              <a:path w="1219677" h="182911">
                <a:moveTo>
                  <a:pt x="1107982" y="46504"/>
                </a:moveTo>
                <a:lnTo>
                  <a:pt x="1107982" y="179327"/>
                </a:lnTo>
                <a:lnTo>
                  <a:pt x="1137184" y="179327"/>
                </a:lnTo>
                <a:lnTo>
                  <a:pt x="1137184" y="103333"/>
                </a:lnTo>
                <a:cubicBezTo>
                  <a:pt x="1137232" y="80343"/>
                  <a:pt x="1150662" y="65575"/>
                  <a:pt x="1167964" y="65575"/>
                </a:cubicBezTo>
                <a:cubicBezTo>
                  <a:pt x="1182445" y="65575"/>
                  <a:pt x="1190476" y="75373"/>
                  <a:pt x="1190476" y="94538"/>
                </a:cubicBezTo>
                <a:lnTo>
                  <a:pt x="1190476" y="179279"/>
                </a:lnTo>
                <a:lnTo>
                  <a:pt x="1219678" y="179279"/>
                </a:lnTo>
                <a:lnTo>
                  <a:pt x="1219678" y="94299"/>
                </a:lnTo>
                <a:cubicBezTo>
                  <a:pt x="1219678" y="59935"/>
                  <a:pt x="1205483" y="42872"/>
                  <a:pt x="1176519" y="42872"/>
                </a:cubicBezTo>
                <a:cubicBezTo>
                  <a:pt x="1158691" y="42872"/>
                  <a:pt x="1144975" y="51666"/>
                  <a:pt x="1135416" y="69207"/>
                </a:cubicBezTo>
                <a:lnTo>
                  <a:pt x="1135368" y="46457"/>
                </a:lnTo>
                <a:lnTo>
                  <a:pt x="1107982" y="46457"/>
                </a:lnTo>
                <a:close/>
                <a:moveTo>
                  <a:pt x="1017171" y="64571"/>
                </a:moveTo>
                <a:cubicBezTo>
                  <a:pt x="1036576" y="64571"/>
                  <a:pt x="1048954" y="81873"/>
                  <a:pt x="1048954" y="112892"/>
                </a:cubicBezTo>
                <a:cubicBezTo>
                  <a:pt x="1048954" y="143911"/>
                  <a:pt x="1036576" y="160973"/>
                  <a:pt x="1017171" y="160973"/>
                </a:cubicBezTo>
                <a:cubicBezTo>
                  <a:pt x="997527" y="160973"/>
                  <a:pt x="985626" y="144150"/>
                  <a:pt x="985626" y="112892"/>
                </a:cubicBezTo>
                <a:cubicBezTo>
                  <a:pt x="985626" y="81634"/>
                  <a:pt x="997479" y="64571"/>
                  <a:pt x="1017171" y="64571"/>
                </a:cubicBezTo>
                <a:moveTo>
                  <a:pt x="1017171" y="42872"/>
                </a:moveTo>
                <a:cubicBezTo>
                  <a:pt x="979652" y="42872"/>
                  <a:pt x="953843" y="70259"/>
                  <a:pt x="953843" y="112892"/>
                </a:cubicBezTo>
                <a:cubicBezTo>
                  <a:pt x="953843" y="155573"/>
                  <a:pt x="979413" y="182911"/>
                  <a:pt x="1017171" y="182911"/>
                </a:cubicBezTo>
                <a:cubicBezTo>
                  <a:pt x="1054929" y="182911"/>
                  <a:pt x="1080739" y="155573"/>
                  <a:pt x="1080739" y="112892"/>
                </a:cubicBezTo>
                <a:cubicBezTo>
                  <a:pt x="1080739" y="70259"/>
                  <a:pt x="1054881" y="42872"/>
                  <a:pt x="1017171" y="42872"/>
                </a:cubicBezTo>
                <a:moveTo>
                  <a:pt x="896633" y="179327"/>
                </a:moveTo>
                <a:lnTo>
                  <a:pt x="926838" y="179327"/>
                </a:lnTo>
                <a:lnTo>
                  <a:pt x="926838" y="46504"/>
                </a:lnTo>
                <a:lnTo>
                  <a:pt x="896633" y="46504"/>
                </a:lnTo>
                <a:lnTo>
                  <a:pt x="896633" y="179327"/>
                </a:lnTo>
                <a:close/>
                <a:moveTo>
                  <a:pt x="896633" y="24758"/>
                </a:moveTo>
                <a:lnTo>
                  <a:pt x="926838" y="24758"/>
                </a:lnTo>
                <a:lnTo>
                  <a:pt x="926838" y="0"/>
                </a:lnTo>
                <a:lnTo>
                  <a:pt x="896633" y="0"/>
                </a:lnTo>
                <a:lnTo>
                  <a:pt x="896633" y="24758"/>
                </a:lnTo>
                <a:close/>
                <a:moveTo>
                  <a:pt x="831775" y="9798"/>
                </a:moveTo>
                <a:lnTo>
                  <a:pt x="803862" y="12092"/>
                </a:lnTo>
                <a:lnTo>
                  <a:pt x="802859" y="46457"/>
                </a:lnTo>
                <a:lnTo>
                  <a:pt x="779821" y="46457"/>
                </a:lnTo>
                <a:lnTo>
                  <a:pt x="779821" y="66865"/>
                </a:lnTo>
                <a:lnTo>
                  <a:pt x="802046" y="66865"/>
                </a:lnTo>
                <a:lnTo>
                  <a:pt x="802046" y="133300"/>
                </a:lnTo>
                <a:cubicBezTo>
                  <a:pt x="802046" y="167904"/>
                  <a:pt x="812131" y="182863"/>
                  <a:pt x="843867" y="182863"/>
                </a:cubicBezTo>
                <a:cubicBezTo>
                  <a:pt x="850845" y="182863"/>
                  <a:pt x="857823" y="181812"/>
                  <a:pt x="865088" y="180283"/>
                </a:cubicBezTo>
                <a:lnTo>
                  <a:pt x="865088" y="157293"/>
                </a:lnTo>
                <a:cubicBezTo>
                  <a:pt x="859925" y="158584"/>
                  <a:pt x="855004" y="159109"/>
                  <a:pt x="850319" y="159109"/>
                </a:cubicBezTo>
                <a:cubicBezTo>
                  <a:pt x="834547" y="159109"/>
                  <a:pt x="831727" y="150602"/>
                  <a:pt x="831727" y="131197"/>
                </a:cubicBezTo>
                <a:lnTo>
                  <a:pt x="831727" y="66913"/>
                </a:lnTo>
                <a:lnTo>
                  <a:pt x="861407" y="66913"/>
                </a:lnTo>
                <a:lnTo>
                  <a:pt x="861407" y="46504"/>
                </a:lnTo>
                <a:lnTo>
                  <a:pt x="831727" y="46504"/>
                </a:lnTo>
                <a:lnTo>
                  <a:pt x="831727" y="9798"/>
                </a:lnTo>
                <a:close/>
                <a:moveTo>
                  <a:pt x="728681" y="113178"/>
                </a:moveTo>
                <a:lnTo>
                  <a:pt x="728681" y="122737"/>
                </a:lnTo>
                <a:cubicBezTo>
                  <a:pt x="728681" y="144484"/>
                  <a:pt x="713195" y="161308"/>
                  <a:pt x="693790" y="161308"/>
                </a:cubicBezTo>
                <a:cubicBezTo>
                  <a:pt x="679022" y="161308"/>
                  <a:pt x="669989" y="153278"/>
                  <a:pt x="669989" y="141377"/>
                </a:cubicBezTo>
                <a:cubicBezTo>
                  <a:pt x="669989" y="122737"/>
                  <a:pt x="687291" y="113178"/>
                  <a:pt x="721990" y="113178"/>
                </a:cubicBezTo>
                <a:lnTo>
                  <a:pt x="728681" y="113178"/>
                </a:lnTo>
                <a:close/>
                <a:moveTo>
                  <a:pt x="642125" y="80869"/>
                </a:moveTo>
                <a:lnTo>
                  <a:pt x="670036" y="84262"/>
                </a:lnTo>
                <a:cubicBezTo>
                  <a:pt x="672857" y="70545"/>
                  <a:pt x="683228" y="63567"/>
                  <a:pt x="701055" y="63567"/>
                </a:cubicBezTo>
                <a:cubicBezTo>
                  <a:pt x="719696" y="63567"/>
                  <a:pt x="728729" y="71549"/>
                  <a:pt x="728729" y="88373"/>
                </a:cubicBezTo>
                <a:lnTo>
                  <a:pt x="728729" y="95351"/>
                </a:lnTo>
                <a:lnTo>
                  <a:pt x="725910" y="95351"/>
                </a:lnTo>
                <a:cubicBezTo>
                  <a:pt x="667169" y="95351"/>
                  <a:pt x="638540" y="110836"/>
                  <a:pt x="638540" y="142907"/>
                </a:cubicBezTo>
                <a:cubicBezTo>
                  <a:pt x="638540" y="166135"/>
                  <a:pt x="656368" y="182672"/>
                  <a:pt x="684231" y="182672"/>
                </a:cubicBezTo>
                <a:cubicBezTo>
                  <a:pt x="704163" y="182672"/>
                  <a:pt x="720221" y="173400"/>
                  <a:pt x="729255" y="156337"/>
                </a:cubicBezTo>
                <a:cubicBezTo>
                  <a:pt x="729494" y="164845"/>
                  <a:pt x="730306" y="172396"/>
                  <a:pt x="732074" y="179327"/>
                </a:cubicBezTo>
                <a:lnTo>
                  <a:pt x="761804" y="179327"/>
                </a:lnTo>
                <a:cubicBezTo>
                  <a:pt x="758935" y="172396"/>
                  <a:pt x="757932" y="163602"/>
                  <a:pt x="757932" y="152992"/>
                </a:cubicBezTo>
                <a:lnTo>
                  <a:pt x="757932" y="95064"/>
                </a:lnTo>
                <a:cubicBezTo>
                  <a:pt x="757932" y="58883"/>
                  <a:pt x="742686" y="42872"/>
                  <a:pt x="704210" y="42872"/>
                </a:cubicBezTo>
                <a:cubicBezTo>
                  <a:pt x="668985" y="42872"/>
                  <a:pt x="648051" y="55777"/>
                  <a:pt x="642125" y="80869"/>
                </a:cubicBezTo>
                <a:moveTo>
                  <a:pt x="549546" y="179327"/>
                </a:moveTo>
                <a:lnTo>
                  <a:pt x="576693" y="179327"/>
                </a:lnTo>
                <a:lnTo>
                  <a:pt x="623723" y="46504"/>
                </a:lnTo>
                <a:lnTo>
                  <a:pt x="599157" y="46504"/>
                </a:lnTo>
                <a:lnTo>
                  <a:pt x="566082" y="147591"/>
                </a:lnTo>
                <a:lnTo>
                  <a:pt x="533248" y="46504"/>
                </a:lnTo>
                <a:lnTo>
                  <a:pt x="502993" y="46504"/>
                </a:lnTo>
                <a:lnTo>
                  <a:pt x="549546" y="179327"/>
                </a:lnTo>
                <a:close/>
                <a:moveTo>
                  <a:pt x="426235" y="64571"/>
                </a:moveTo>
                <a:cubicBezTo>
                  <a:pt x="445640" y="64571"/>
                  <a:pt x="458067" y="81873"/>
                  <a:pt x="458067" y="112892"/>
                </a:cubicBezTo>
                <a:cubicBezTo>
                  <a:pt x="458067" y="143911"/>
                  <a:pt x="445640" y="160973"/>
                  <a:pt x="426235" y="160973"/>
                </a:cubicBezTo>
                <a:cubicBezTo>
                  <a:pt x="406592" y="160973"/>
                  <a:pt x="394691" y="144150"/>
                  <a:pt x="394691" y="112892"/>
                </a:cubicBezTo>
                <a:cubicBezTo>
                  <a:pt x="394738" y="81634"/>
                  <a:pt x="406592" y="64571"/>
                  <a:pt x="426235" y="64571"/>
                </a:cubicBezTo>
                <a:moveTo>
                  <a:pt x="426235" y="42872"/>
                </a:moveTo>
                <a:cubicBezTo>
                  <a:pt x="388764" y="42872"/>
                  <a:pt x="362954" y="70259"/>
                  <a:pt x="362954" y="112892"/>
                </a:cubicBezTo>
                <a:cubicBezTo>
                  <a:pt x="362954" y="155573"/>
                  <a:pt x="388477" y="182911"/>
                  <a:pt x="426235" y="182911"/>
                </a:cubicBezTo>
                <a:cubicBezTo>
                  <a:pt x="463993" y="182911"/>
                  <a:pt x="489802" y="155573"/>
                  <a:pt x="489802" y="112892"/>
                </a:cubicBezTo>
                <a:cubicBezTo>
                  <a:pt x="489802" y="70259"/>
                  <a:pt x="463993" y="42872"/>
                  <a:pt x="426235" y="42872"/>
                </a:cubicBezTo>
                <a:moveTo>
                  <a:pt x="224302" y="46504"/>
                </a:moveTo>
                <a:lnTo>
                  <a:pt x="224302" y="179327"/>
                </a:lnTo>
                <a:lnTo>
                  <a:pt x="253456" y="179327"/>
                </a:lnTo>
                <a:lnTo>
                  <a:pt x="253456" y="103333"/>
                </a:lnTo>
                <a:cubicBezTo>
                  <a:pt x="253504" y="80343"/>
                  <a:pt x="266982" y="65575"/>
                  <a:pt x="284236" y="65575"/>
                </a:cubicBezTo>
                <a:cubicBezTo>
                  <a:pt x="298718" y="65575"/>
                  <a:pt x="306699" y="75373"/>
                  <a:pt x="306699" y="94538"/>
                </a:cubicBezTo>
                <a:lnTo>
                  <a:pt x="306699" y="179279"/>
                </a:lnTo>
                <a:lnTo>
                  <a:pt x="335903" y="179279"/>
                </a:lnTo>
                <a:lnTo>
                  <a:pt x="335903" y="94299"/>
                </a:lnTo>
                <a:cubicBezTo>
                  <a:pt x="335903" y="59935"/>
                  <a:pt x="321708" y="42872"/>
                  <a:pt x="292792" y="42872"/>
                </a:cubicBezTo>
                <a:cubicBezTo>
                  <a:pt x="274964" y="42872"/>
                  <a:pt x="261247" y="51666"/>
                  <a:pt x="251688" y="69207"/>
                </a:cubicBezTo>
                <a:lnTo>
                  <a:pt x="251640" y="46457"/>
                </a:lnTo>
                <a:lnTo>
                  <a:pt x="224302" y="46457"/>
                </a:lnTo>
                <a:close/>
                <a:moveTo>
                  <a:pt x="77189" y="46504"/>
                </a:moveTo>
                <a:lnTo>
                  <a:pt x="77189" y="179327"/>
                </a:lnTo>
                <a:lnTo>
                  <a:pt x="106391" y="179327"/>
                </a:lnTo>
                <a:lnTo>
                  <a:pt x="106391" y="103333"/>
                </a:lnTo>
                <a:cubicBezTo>
                  <a:pt x="106439" y="80343"/>
                  <a:pt x="119870" y="65575"/>
                  <a:pt x="137172" y="65575"/>
                </a:cubicBezTo>
                <a:cubicBezTo>
                  <a:pt x="151653" y="65575"/>
                  <a:pt x="159635" y="75373"/>
                  <a:pt x="159635" y="94538"/>
                </a:cubicBezTo>
                <a:lnTo>
                  <a:pt x="159635" y="179279"/>
                </a:lnTo>
                <a:lnTo>
                  <a:pt x="188838" y="179279"/>
                </a:lnTo>
                <a:lnTo>
                  <a:pt x="188838" y="94299"/>
                </a:lnTo>
                <a:cubicBezTo>
                  <a:pt x="188838" y="59935"/>
                  <a:pt x="174643" y="42872"/>
                  <a:pt x="145679" y="42872"/>
                </a:cubicBezTo>
                <a:cubicBezTo>
                  <a:pt x="127851" y="42872"/>
                  <a:pt x="114182" y="51666"/>
                  <a:pt x="104623" y="69207"/>
                </a:cubicBezTo>
                <a:lnTo>
                  <a:pt x="104575" y="46457"/>
                </a:lnTo>
                <a:lnTo>
                  <a:pt x="77189" y="46457"/>
                </a:lnTo>
                <a:close/>
                <a:moveTo>
                  <a:pt x="0" y="179327"/>
                </a:moveTo>
                <a:lnTo>
                  <a:pt x="30207" y="179327"/>
                </a:lnTo>
                <a:lnTo>
                  <a:pt x="30207" y="46504"/>
                </a:lnTo>
                <a:lnTo>
                  <a:pt x="0" y="46504"/>
                </a:lnTo>
                <a:lnTo>
                  <a:pt x="0" y="179327"/>
                </a:lnTo>
                <a:close/>
                <a:moveTo>
                  <a:pt x="0" y="24758"/>
                </a:moveTo>
                <a:lnTo>
                  <a:pt x="30207" y="24758"/>
                </a:lnTo>
                <a:lnTo>
                  <a:pt x="30207" y="0"/>
                </a:lnTo>
                <a:lnTo>
                  <a:pt x="0" y="0"/>
                </a:lnTo>
                <a:lnTo>
                  <a:pt x="0" y="24758"/>
                </a:lnTo>
                <a:close/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03" name="Vrije vorm: vorm 202">
            <a:extLst>
              <a:ext uri="{FF2B5EF4-FFF2-40B4-BE49-F238E27FC236}">
                <a16:creationId xmlns:a16="http://schemas.microsoft.com/office/drawing/2014/main" id="{61507882-5C09-AFEB-B812-B6EAEF4772AD}"/>
              </a:ext>
            </a:extLst>
          </p:cNvPr>
          <p:cNvSpPr/>
          <p:nvPr userDrawn="1"/>
        </p:nvSpPr>
        <p:spPr>
          <a:xfrm>
            <a:off x="7536165" y="3480414"/>
            <a:ext cx="568159" cy="331869"/>
          </a:xfrm>
          <a:custGeom>
            <a:avLst/>
            <a:gdLst>
              <a:gd name="connsiteX0" fmla="*/ 283398 w 568159"/>
              <a:gd name="connsiteY0" fmla="*/ 120492 h 331869"/>
              <a:gd name="connsiteX1" fmla="*/ 227076 w 568159"/>
              <a:gd name="connsiteY1" fmla="*/ 206853 h 331869"/>
              <a:gd name="connsiteX2" fmla="*/ 283398 w 568159"/>
              <a:gd name="connsiteY2" fmla="*/ 292700 h 331869"/>
              <a:gd name="connsiteX3" fmla="*/ 340230 w 568159"/>
              <a:gd name="connsiteY3" fmla="*/ 206853 h 331869"/>
              <a:gd name="connsiteX4" fmla="*/ 283398 w 568159"/>
              <a:gd name="connsiteY4" fmla="*/ 120492 h 331869"/>
              <a:gd name="connsiteX5" fmla="*/ 555700 w 568159"/>
              <a:gd name="connsiteY5" fmla="*/ 81752 h 331869"/>
              <a:gd name="connsiteX6" fmla="*/ 568159 w 568159"/>
              <a:gd name="connsiteY6" fmla="*/ 82263 h 331869"/>
              <a:gd name="connsiteX7" fmla="*/ 568159 w 568159"/>
              <a:gd name="connsiteY7" fmla="*/ 133378 h 331869"/>
              <a:gd name="connsiteX8" fmla="*/ 556638 w 568159"/>
              <a:gd name="connsiteY8" fmla="*/ 132867 h 331869"/>
              <a:gd name="connsiteX9" fmla="*/ 493406 w 568159"/>
              <a:gd name="connsiteY9" fmla="*/ 207706 h 331869"/>
              <a:gd name="connsiteX10" fmla="*/ 493406 w 568159"/>
              <a:gd name="connsiteY10" fmla="*/ 325297 h 331869"/>
              <a:gd name="connsiteX11" fmla="*/ 440413 w 568159"/>
              <a:gd name="connsiteY11" fmla="*/ 325297 h 331869"/>
              <a:gd name="connsiteX12" fmla="*/ 440413 w 568159"/>
              <a:gd name="connsiteY12" fmla="*/ 88151 h 331869"/>
              <a:gd name="connsiteX13" fmla="*/ 488798 w 568159"/>
              <a:gd name="connsiteY13" fmla="*/ 88151 h 331869"/>
              <a:gd name="connsiteX14" fmla="*/ 488798 w 568159"/>
              <a:gd name="connsiteY14" fmla="*/ 139352 h 331869"/>
              <a:gd name="connsiteX15" fmla="*/ 555700 w 568159"/>
              <a:gd name="connsiteY15" fmla="*/ 81752 h 331869"/>
              <a:gd name="connsiteX16" fmla="*/ 283398 w 568159"/>
              <a:gd name="connsiteY16" fmla="*/ 81752 h 331869"/>
              <a:gd name="connsiteX17" fmla="*/ 396893 w 568159"/>
              <a:gd name="connsiteY17" fmla="*/ 206853 h 331869"/>
              <a:gd name="connsiteX18" fmla="*/ 283398 w 568159"/>
              <a:gd name="connsiteY18" fmla="*/ 331869 h 331869"/>
              <a:gd name="connsiteX19" fmla="*/ 170413 w 568159"/>
              <a:gd name="connsiteY19" fmla="*/ 206853 h 331869"/>
              <a:gd name="connsiteX20" fmla="*/ 283398 w 568159"/>
              <a:gd name="connsiteY20" fmla="*/ 81752 h 331869"/>
              <a:gd name="connsiteX21" fmla="*/ 115372 w 568159"/>
              <a:gd name="connsiteY21" fmla="*/ 0 h 331869"/>
              <a:gd name="connsiteX22" fmla="*/ 161027 w 568159"/>
              <a:gd name="connsiteY22" fmla="*/ 4182 h 331869"/>
              <a:gd name="connsiteX23" fmla="*/ 161113 w 568159"/>
              <a:gd name="connsiteY23" fmla="*/ 4182 h 331869"/>
              <a:gd name="connsiteX24" fmla="*/ 161113 w 568159"/>
              <a:gd name="connsiteY24" fmla="*/ 42924 h 331869"/>
              <a:gd name="connsiteX25" fmla="*/ 129709 w 568159"/>
              <a:gd name="connsiteY25" fmla="*/ 39682 h 331869"/>
              <a:gd name="connsiteX26" fmla="*/ 90454 w 568159"/>
              <a:gd name="connsiteY26" fmla="*/ 81752 h 331869"/>
              <a:gd name="connsiteX27" fmla="*/ 90454 w 568159"/>
              <a:gd name="connsiteY27" fmla="*/ 88237 h 331869"/>
              <a:gd name="connsiteX28" fmla="*/ 148142 w 568159"/>
              <a:gd name="connsiteY28" fmla="*/ 88237 h 331869"/>
              <a:gd name="connsiteX29" fmla="*/ 148142 w 568159"/>
              <a:gd name="connsiteY29" fmla="*/ 124590 h 331869"/>
              <a:gd name="connsiteX30" fmla="*/ 91393 w 568159"/>
              <a:gd name="connsiteY30" fmla="*/ 124590 h 331869"/>
              <a:gd name="connsiteX31" fmla="*/ 91393 w 568159"/>
              <a:gd name="connsiteY31" fmla="*/ 325297 h 331869"/>
              <a:gd name="connsiteX32" fmla="*/ 39255 w 568159"/>
              <a:gd name="connsiteY32" fmla="*/ 325297 h 331869"/>
              <a:gd name="connsiteX33" fmla="*/ 39255 w 568159"/>
              <a:gd name="connsiteY33" fmla="*/ 124504 h 331869"/>
              <a:gd name="connsiteX34" fmla="*/ 0 w 568159"/>
              <a:gd name="connsiteY34" fmla="*/ 124504 h 331869"/>
              <a:gd name="connsiteX35" fmla="*/ 0 w 568159"/>
              <a:gd name="connsiteY35" fmla="*/ 88151 h 331869"/>
              <a:gd name="connsiteX36" fmla="*/ 39255 w 568159"/>
              <a:gd name="connsiteY36" fmla="*/ 88151 h 331869"/>
              <a:gd name="connsiteX37" fmla="*/ 39255 w 568159"/>
              <a:gd name="connsiteY37" fmla="*/ 83543 h 331869"/>
              <a:gd name="connsiteX38" fmla="*/ 115372 w 568159"/>
              <a:gd name="connsiteY38" fmla="*/ 0 h 331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568159" h="331869">
                <a:moveTo>
                  <a:pt x="283398" y="120492"/>
                </a:moveTo>
                <a:cubicBezTo>
                  <a:pt x="248324" y="120492"/>
                  <a:pt x="227076" y="150872"/>
                  <a:pt x="227076" y="206853"/>
                </a:cubicBezTo>
                <a:cubicBezTo>
                  <a:pt x="227076" y="262662"/>
                  <a:pt x="248324" y="292700"/>
                  <a:pt x="283398" y="292700"/>
                </a:cubicBezTo>
                <a:cubicBezTo>
                  <a:pt x="318042" y="292700"/>
                  <a:pt x="340230" y="262235"/>
                  <a:pt x="340230" y="206853"/>
                </a:cubicBezTo>
                <a:cubicBezTo>
                  <a:pt x="340230" y="151384"/>
                  <a:pt x="318042" y="120492"/>
                  <a:pt x="283398" y="120492"/>
                </a:cubicBezTo>
                <a:close/>
                <a:moveTo>
                  <a:pt x="555700" y="81752"/>
                </a:moveTo>
                <a:cubicBezTo>
                  <a:pt x="559369" y="81752"/>
                  <a:pt x="563551" y="81752"/>
                  <a:pt x="568159" y="82263"/>
                </a:cubicBezTo>
                <a:lnTo>
                  <a:pt x="568159" y="133378"/>
                </a:lnTo>
                <a:cubicBezTo>
                  <a:pt x="563124" y="132867"/>
                  <a:pt x="558943" y="132867"/>
                  <a:pt x="556638" y="132867"/>
                </a:cubicBezTo>
                <a:cubicBezTo>
                  <a:pt x="518408" y="132867"/>
                  <a:pt x="493492" y="161027"/>
                  <a:pt x="493406" y="207706"/>
                </a:cubicBezTo>
                <a:lnTo>
                  <a:pt x="493406" y="325297"/>
                </a:lnTo>
                <a:lnTo>
                  <a:pt x="440413" y="325297"/>
                </a:lnTo>
                <a:lnTo>
                  <a:pt x="440413" y="88151"/>
                </a:lnTo>
                <a:lnTo>
                  <a:pt x="488798" y="88151"/>
                </a:lnTo>
                <a:lnTo>
                  <a:pt x="488798" y="139352"/>
                </a:lnTo>
                <a:cubicBezTo>
                  <a:pt x="500746" y="100610"/>
                  <a:pt x="522420" y="81752"/>
                  <a:pt x="555700" y="81752"/>
                </a:cubicBezTo>
                <a:close/>
                <a:moveTo>
                  <a:pt x="283398" y="81752"/>
                </a:moveTo>
                <a:cubicBezTo>
                  <a:pt x="350812" y="81752"/>
                  <a:pt x="396893" y="130648"/>
                  <a:pt x="396893" y="206853"/>
                </a:cubicBezTo>
                <a:cubicBezTo>
                  <a:pt x="396893" y="282971"/>
                  <a:pt x="350812" y="331869"/>
                  <a:pt x="283398" y="331869"/>
                </a:cubicBezTo>
                <a:cubicBezTo>
                  <a:pt x="216067" y="331869"/>
                  <a:pt x="170413" y="282971"/>
                  <a:pt x="170413" y="206853"/>
                </a:cubicBezTo>
                <a:cubicBezTo>
                  <a:pt x="170413" y="130648"/>
                  <a:pt x="216495" y="81752"/>
                  <a:pt x="283398" y="81752"/>
                </a:cubicBezTo>
                <a:close/>
                <a:moveTo>
                  <a:pt x="115372" y="0"/>
                </a:moveTo>
                <a:cubicBezTo>
                  <a:pt x="131501" y="0"/>
                  <a:pt x="146690" y="939"/>
                  <a:pt x="161027" y="4182"/>
                </a:cubicBezTo>
                <a:lnTo>
                  <a:pt x="161113" y="4182"/>
                </a:lnTo>
                <a:lnTo>
                  <a:pt x="161113" y="42924"/>
                </a:lnTo>
                <a:cubicBezTo>
                  <a:pt x="147715" y="40619"/>
                  <a:pt x="137559" y="39682"/>
                  <a:pt x="129709" y="39682"/>
                </a:cubicBezTo>
                <a:cubicBezTo>
                  <a:pt x="101976" y="39682"/>
                  <a:pt x="90454" y="52651"/>
                  <a:pt x="90454" y="81752"/>
                </a:cubicBezTo>
                <a:lnTo>
                  <a:pt x="90454" y="88237"/>
                </a:lnTo>
                <a:lnTo>
                  <a:pt x="148142" y="88237"/>
                </a:lnTo>
                <a:lnTo>
                  <a:pt x="148142" y="124590"/>
                </a:lnTo>
                <a:lnTo>
                  <a:pt x="91393" y="124590"/>
                </a:lnTo>
                <a:lnTo>
                  <a:pt x="91393" y="325297"/>
                </a:lnTo>
                <a:lnTo>
                  <a:pt x="39255" y="325297"/>
                </a:lnTo>
                <a:lnTo>
                  <a:pt x="39255" y="124504"/>
                </a:lnTo>
                <a:lnTo>
                  <a:pt x="0" y="124504"/>
                </a:lnTo>
                <a:lnTo>
                  <a:pt x="0" y="88151"/>
                </a:lnTo>
                <a:lnTo>
                  <a:pt x="39255" y="88151"/>
                </a:lnTo>
                <a:lnTo>
                  <a:pt x="39255" y="83543"/>
                </a:lnTo>
                <a:cubicBezTo>
                  <a:pt x="39255" y="26710"/>
                  <a:pt x="63233" y="0"/>
                  <a:pt x="115372" y="0"/>
                </a:cubicBezTo>
                <a:close/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04" name="Rechthoek 203">
            <a:extLst>
              <a:ext uri="{FF2B5EF4-FFF2-40B4-BE49-F238E27FC236}">
                <a16:creationId xmlns:a16="http://schemas.microsoft.com/office/drawing/2014/main" id="{D2823E83-337B-EBE8-2DC9-AC1B405239E1}"/>
              </a:ext>
            </a:extLst>
          </p:cNvPr>
          <p:cNvSpPr/>
          <p:nvPr userDrawn="1"/>
        </p:nvSpPr>
        <p:spPr>
          <a:xfrm>
            <a:off x="0" y="0"/>
            <a:ext cx="739792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/>
          </a:p>
        </p:txBody>
      </p:sp>
      <p:sp>
        <p:nvSpPr>
          <p:cNvPr id="6" name="Vrije vorm: vorm 5">
            <a:extLst>
              <a:ext uri="{FF2B5EF4-FFF2-40B4-BE49-F238E27FC236}">
                <a16:creationId xmlns:a16="http://schemas.microsoft.com/office/drawing/2014/main" id="{AE0434C8-2448-7E69-74EF-3C0916E3AC85}"/>
              </a:ext>
            </a:extLst>
          </p:cNvPr>
          <p:cNvSpPr/>
          <p:nvPr/>
        </p:nvSpPr>
        <p:spPr>
          <a:xfrm>
            <a:off x="0" y="1823361"/>
            <a:ext cx="1508078" cy="76254"/>
          </a:xfrm>
          <a:custGeom>
            <a:avLst/>
            <a:gdLst>
              <a:gd name="connsiteX0" fmla="*/ 0 w 3050191"/>
              <a:gd name="connsiteY0" fmla="*/ 0 h 76254"/>
              <a:gd name="connsiteX1" fmla="*/ 3050192 w 3050191"/>
              <a:gd name="connsiteY1" fmla="*/ 0 h 76254"/>
              <a:gd name="connsiteX2" fmla="*/ 3050192 w 3050191"/>
              <a:gd name="connsiteY2" fmla="*/ 76255 h 76254"/>
              <a:gd name="connsiteX3" fmla="*/ 0 w 3050191"/>
              <a:gd name="connsiteY3" fmla="*/ 76255 h 76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0191" h="76254">
                <a:moveTo>
                  <a:pt x="0" y="0"/>
                </a:moveTo>
                <a:lnTo>
                  <a:pt x="3050192" y="0"/>
                </a:lnTo>
                <a:lnTo>
                  <a:pt x="3050192" y="76255"/>
                </a:lnTo>
                <a:lnTo>
                  <a:pt x="0" y="76255"/>
                </a:lnTo>
                <a:close/>
              </a:path>
            </a:pathLst>
          </a:custGeom>
          <a:gradFill>
            <a:gsLst>
              <a:gs pos="0">
                <a:srgbClr val="F1EDFA"/>
              </a:gs>
              <a:gs pos="50000">
                <a:srgbClr val="F1EDFA">
                  <a:alpha val="61961"/>
                </a:srgbClr>
              </a:gs>
              <a:gs pos="100000">
                <a:srgbClr val="F1EDFA">
                  <a:alpha val="23922"/>
                </a:srgbClr>
              </a:gs>
            </a:gsLst>
            <a:lin ang="0" scaled="1"/>
          </a:gradFill>
          <a:ln w="10881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Vrije vorm: vorm 7">
            <a:extLst>
              <a:ext uri="{FF2B5EF4-FFF2-40B4-BE49-F238E27FC236}">
                <a16:creationId xmlns:a16="http://schemas.microsoft.com/office/drawing/2014/main" id="{79DD668C-A24B-A35D-3241-5A8D2F134F95}"/>
              </a:ext>
            </a:extLst>
          </p:cNvPr>
          <p:cNvSpPr/>
          <p:nvPr/>
        </p:nvSpPr>
        <p:spPr>
          <a:xfrm>
            <a:off x="732912" y="297365"/>
            <a:ext cx="2341458" cy="2341566"/>
          </a:xfrm>
          <a:custGeom>
            <a:avLst/>
            <a:gdLst>
              <a:gd name="connsiteX0" fmla="*/ 53814 w 2341458"/>
              <a:gd name="connsiteY0" fmla="*/ 2341567 h 2341566"/>
              <a:gd name="connsiteX1" fmla="*/ 0 w 2341458"/>
              <a:gd name="connsiteY1" fmla="*/ 2287644 h 2341566"/>
              <a:gd name="connsiteX2" fmla="*/ 2287644 w 2341458"/>
              <a:gd name="connsiteY2" fmla="*/ 0 h 2341566"/>
              <a:gd name="connsiteX3" fmla="*/ 2341458 w 2341458"/>
              <a:gd name="connsiteY3" fmla="*/ 53923 h 2341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8" h="2341566">
                <a:moveTo>
                  <a:pt x="53814" y="2341567"/>
                </a:moveTo>
                <a:lnTo>
                  <a:pt x="0" y="2287644"/>
                </a:lnTo>
                <a:lnTo>
                  <a:pt x="2287644" y="0"/>
                </a:lnTo>
                <a:lnTo>
                  <a:pt x="2341458" y="53923"/>
                </a:lnTo>
                <a:close/>
              </a:path>
            </a:pathLst>
          </a:custGeom>
          <a:gradFill>
            <a:gsLst>
              <a:gs pos="0">
                <a:srgbClr val="F1EDFA"/>
              </a:gs>
              <a:gs pos="50000">
                <a:srgbClr val="F1EDFA">
                  <a:alpha val="61961"/>
                </a:srgbClr>
              </a:gs>
              <a:gs pos="100000">
                <a:srgbClr val="F1EDFA">
                  <a:alpha val="23922"/>
                </a:srgbClr>
              </a:gs>
            </a:gsLst>
            <a:lin ang="0" scaled="1"/>
          </a:gradFill>
          <a:ln w="10881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" name="Vrije vorm: vorm 12">
            <a:extLst>
              <a:ext uri="{FF2B5EF4-FFF2-40B4-BE49-F238E27FC236}">
                <a16:creationId xmlns:a16="http://schemas.microsoft.com/office/drawing/2014/main" id="{79191DC5-3F3B-854F-47F4-1AD15BAEC707}"/>
              </a:ext>
            </a:extLst>
          </p:cNvPr>
          <p:cNvSpPr/>
          <p:nvPr/>
        </p:nvSpPr>
        <p:spPr>
          <a:xfrm>
            <a:off x="718623" y="4105341"/>
            <a:ext cx="2341458" cy="2341566"/>
          </a:xfrm>
          <a:custGeom>
            <a:avLst/>
            <a:gdLst>
              <a:gd name="connsiteX0" fmla="*/ 2287644 w 2341458"/>
              <a:gd name="connsiteY0" fmla="*/ 2341567 h 2341566"/>
              <a:gd name="connsiteX1" fmla="*/ 0 w 2341458"/>
              <a:gd name="connsiteY1" fmla="*/ 53923 h 2341566"/>
              <a:gd name="connsiteX2" fmla="*/ 53814 w 2341458"/>
              <a:gd name="connsiteY2" fmla="*/ 0 h 2341566"/>
              <a:gd name="connsiteX3" fmla="*/ 2341458 w 2341458"/>
              <a:gd name="connsiteY3" fmla="*/ 2287644 h 2341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8" h="2341566">
                <a:moveTo>
                  <a:pt x="2287644" y="2341567"/>
                </a:moveTo>
                <a:lnTo>
                  <a:pt x="0" y="53923"/>
                </a:lnTo>
                <a:lnTo>
                  <a:pt x="53814" y="0"/>
                </a:lnTo>
                <a:lnTo>
                  <a:pt x="2341458" y="2287644"/>
                </a:lnTo>
                <a:close/>
              </a:path>
            </a:pathLst>
          </a:custGeom>
          <a:gradFill>
            <a:gsLst>
              <a:gs pos="0">
                <a:srgbClr val="F1EDFA"/>
              </a:gs>
              <a:gs pos="50000">
                <a:srgbClr val="F1EDFA">
                  <a:alpha val="61961"/>
                </a:srgbClr>
              </a:gs>
              <a:gs pos="100000">
                <a:srgbClr val="F1EDFA">
                  <a:alpha val="23922"/>
                </a:srgbClr>
              </a:gs>
            </a:gsLst>
            <a:lin ang="0" scaled="1"/>
          </a:gradFill>
          <a:ln w="10881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4" name="Vrije vorm: vorm 13">
            <a:extLst>
              <a:ext uri="{FF2B5EF4-FFF2-40B4-BE49-F238E27FC236}">
                <a16:creationId xmlns:a16="http://schemas.microsoft.com/office/drawing/2014/main" id="{9BFA9729-F601-337B-2A6A-F2DEEE3A9753}"/>
              </a:ext>
            </a:extLst>
          </p:cNvPr>
          <p:cNvSpPr/>
          <p:nvPr/>
        </p:nvSpPr>
        <p:spPr>
          <a:xfrm>
            <a:off x="703383" y="2580245"/>
            <a:ext cx="3104005" cy="3104114"/>
          </a:xfrm>
          <a:custGeom>
            <a:avLst/>
            <a:gdLst>
              <a:gd name="connsiteX0" fmla="*/ 3050192 w 3104005"/>
              <a:gd name="connsiteY0" fmla="*/ 3104115 h 3104114"/>
              <a:gd name="connsiteX1" fmla="*/ 0 w 3104005"/>
              <a:gd name="connsiteY1" fmla="*/ 53923 h 3104114"/>
              <a:gd name="connsiteX2" fmla="*/ 53814 w 3104005"/>
              <a:gd name="connsiteY2" fmla="*/ 0 h 3104114"/>
              <a:gd name="connsiteX3" fmla="*/ 3104006 w 3104005"/>
              <a:gd name="connsiteY3" fmla="*/ 3050192 h 3104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04005" h="3104114">
                <a:moveTo>
                  <a:pt x="3050192" y="3104115"/>
                </a:moveTo>
                <a:lnTo>
                  <a:pt x="0" y="53923"/>
                </a:lnTo>
                <a:lnTo>
                  <a:pt x="53814" y="0"/>
                </a:lnTo>
                <a:lnTo>
                  <a:pt x="3104006" y="3050192"/>
                </a:lnTo>
                <a:close/>
              </a:path>
            </a:pathLst>
          </a:custGeom>
          <a:gradFill>
            <a:gsLst>
              <a:gs pos="0">
                <a:srgbClr val="F1EDFA"/>
              </a:gs>
              <a:gs pos="50000">
                <a:srgbClr val="F1EDFA">
                  <a:alpha val="61961"/>
                </a:srgbClr>
              </a:gs>
              <a:gs pos="100000">
                <a:srgbClr val="F1EDFA">
                  <a:alpha val="23922"/>
                </a:srgbClr>
              </a:gs>
            </a:gsLst>
            <a:lin ang="0" scaled="1"/>
          </a:gradFill>
          <a:ln w="10881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9" name="Vrije vorm: vorm 18">
            <a:extLst>
              <a:ext uri="{FF2B5EF4-FFF2-40B4-BE49-F238E27FC236}">
                <a16:creationId xmlns:a16="http://schemas.microsoft.com/office/drawing/2014/main" id="{8196DABD-960E-A993-D9AA-6518B8DD192C}"/>
              </a:ext>
            </a:extLst>
          </p:cNvPr>
          <p:cNvSpPr/>
          <p:nvPr/>
        </p:nvSpPr>
        <p:spPr>
          <a:xfrm>
            <a:off x="1481171" y="1817697"/>
            <a:ext cx="1578910" cy="1579018"/>
          </a:xfrm>
          <a:custGeom>
            <a:avLst/>
            <a:gdLst>
              <a:gd name="connsiteX0" fmla="*/ 1525096 w 1578910"/>
              <a:gd name="connsiteY0" fmla="*/ 1579019 h 1579018"/>
              <a:gd name="connsiteX1" fmla="*/ 0 w 1578910"/>
              <a:gd name="connsiteY1" fmla="*/ 53923 h 1579018"/>
              <a:gd name="connsiteX2" fmla="*/ 53814 w 1578910"/>
              <a:gd name="connsiteY2" fmla="*/ 0 h 1579018"/>
              <a:gd name="connsiteX3" fmla="*/ 1578910 w 1578910"/>
              <a:gd name="connsiteY3" fmla="*/ 1525096 h 1579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78910" h="1579018">
                <a:moveTo>
                  <a:pt x="1525096" y="1579019"/>
                </a:moveTo>
                <a:lnTo>
                  <a:pt x="0" y="53923"/>
                </a:lnTo>
                <a:lnTo>
                  <a:pt x="53814" y="0"/>
                </a:lnTo>
                <a:lnTo>
                  <a:pt x="1578910" y="1525096"/>
                </a:lnTo>
                <a:close/>
              </a:path>
            </a:pathLst>
          </a:custGeom>
          <a:gradFill>
            <a:gsLst>
              <a:gs pos="0">
                <a:srgbClr val="F1EDFA"/>
              </a:gs>
              <a:gs pos="50000">
                <a:srgbClr val="F1EDFA">
                  <a:alpha val="61961"/>
                </a:srgbClr>
              </a:gs>
              <a:gs pos="100000">
                <a:srgbClr val="F1EDFA">
                  <a:alpha val="23922"/>
                </a:srgbClr>
              </a:gs>
            </a:gsLst>
            <a:lin ang="10800000" scaled="1"/>
          </a:gradFill>
          <a:ln w="10881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0" name="Vrije vorm: vorm 19">
            <a:extLst>
              <a:ext uri="{FF2B5EF4-FFF2-40B4-BE49-F238E27FC236}">
                <a16:creationId xmlns:a16="http://schemas.microsoft.com/office/drawing/2014/main" id="{8895D56B-C384-1A50-BEBF-9103DE5E4669}"/>
              </a:ext>
            </a:extLst>
          </p:cNvPr>
          <p:cNvSpPr/>
          <p:nvPr/>
        </p:nvSpPr>
        <p:spPr>
          <a:xfrm>
            <a:off x="1481171" y="3342793"/>
            <a:ext cx="1578910" cy="1579018"/>
          </a:xfrm>
          <a:custGeom>
            <a:avLst/>
            <a:gdLst>
              <a:gd name="connsiteX0" fmla="*/ 53814 w 1578910"/>
              <a:gd name="connsiteY0" fmla="*/ 1579019 h 1579018"/>
              <a:gd name="connsiteX1" fmla="*/ 0 w 1578910"/>
              <a:gd name="connsiteY1" fmla="*/ 1525096 h 1579018"/>
              <a:gd name="connsiteX2" fmla="*/ 1525096 w 1578910"/>
              <a:gd name="connsiteY2" fmla="*/ 0 h 1579018"/>
              <a:gd name="connsiteX3" fmla="*/ 1578910 w 1578910"/>
              <a:gd name="connsiteY3" fmla="*/ 53923 h 1579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78910" h="1579018">
                <a:moveTo>
                  <a:pt x="53814" y="1579019"/>
                </a:moveTo>
                <a:lnTo>
                  <a:pt x="0" y="1525096"/>
                </a:lnTo>
                <a:lnTo>
                  <a:pt x="1525096" y="0"/>
                </a:lnTo>
                <a:lnTo>
                  <a:pt x="1578910" y="53923"/>
                </a:lnTo>
                <a:close/>
              </a:path>
            </a:pathLst>
          </a:custGeom>
          <a:gradFill>
            <a:gsLst>
              <a:gs pos="0">
                <a:srgbClr val="F1EEFA"/>
              </a:gs>
              <a:gs pos="50000">
                <a:srgbClr val="F1EEFA">
                  <a:alpha val="49804"/>
                </a:srgbClr>
              </a:gs>
              <a:gs pos="100000">
                <a:srgbClr val="F1EEFA">
                  <a:alpha val="0"/>
                </a:srgbClr>
              </a:gs>
            </a:gsLst>
            <a:lin ang="8100000" scaled="1"/>
          </a:gradFill>
          <a:ln w="10881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156" name="Groep 155">
            <a:extLst>
              <a:ext uri="{FF2B5EF4-FFF2-40B4-BE49-F238E27FC236}">
                <a16:creationId xmlns:a16="http://schemas.microsoft.com/office/drawing/2014/main" id="{DE4FA4CD-86B8-5D2F-9BE5-D06D5830A4E3}"/>
              </a:ext>
            </a:extLst>
          </p:cNvPr>
          <p:cNvGrpSpPr/>
          <p:nvPr userDrawn="1"/>
        </p:nvGrpSpPr>
        <p:grpSpPr>
          <a:xfrm>
            <a:off x="1436100" y="268654"/>
            <a:ext cx="151965" cy="151965"/>
            <a:chOff x="1436100" y="268654"/>
            <a:chExt cx="151965" cy="151965"/>
          </a:xfrm>
        </p:grpSpPr>
        <p:sp>
          <p:nvSpPr>
            <p:cNvPr id="42" name="Vrije vorm: vorm 41">
              <a:extLst>
                <a:ext uri="{FF2B5EF4-FFF2-40B4-BE49-F238E27FC236}">
                  <a16:creationId xmlns:a16="http://schemas.microsoft.com/office/drawing/2014/main" id="{2D68D67D-3A99-0080-B1F5-23ABF58C749F}"/>
                </a:ext>
              </a:extLst>
            </p:cNvPr>
            <p:cNvSpPr/>
            <p:nvPr/>
          </p:nvSpPr>
          <p:spPr>
            <a:xfrm>
              <a:off x="1436100" y="268654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3" name="Vrije vorm: vorm 42">
              <a:extLst>
                <a:ext uri="{FF2B5EF4-FFF2-40B4-BE49-F238E27FC236}">
                  <a16:creationId xmlns:a16="http://schemas.microsoft.com/office/drawing/2014/main" id="{4E5C3AE7-6AAB-6EA4-9D49-942D82E1682F}"/>
                </a:ext>
              </a:extLst>
            </p:cNvPr>
            <p:cNvSpPr/>
            <p:nvPr/>
          </p:nvSpPr>
          <p:spPr>
            <a:xfrm>
              <a:off x="1436100" y="268654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49695 w 167268"/>
                <a:gd name="connsiteY6" fmla="*/ 84117 h 167268"/>
                <a:gd name="connsiteX7" fmla="*/ 59732 w 167268"/>
                <a:gd name="connsiteY7" fmla="*/ 59732 h 167268"/>
                <a:gd name="connsiteX8" fmla="*/ 107523 w 167268"/>
                <a:gd name="connsiteY8" fmla="*/ 59732 h 167268"/>
                <a:gd name="connsiteX9" fmla="*/ 107523 w 167268"/>
                <a:gd name="connsiteY9" fmla="*/ 107523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7350"/>
                    <a:pt x="49959" y="102591"/>
                    <a:pt x="49695" y="84117"/>
                  </a:cubicBezTo>
                  <a:cubicBezTo>
                    <a:pt x="49552" y="74957"/>
                    <a:pt x="53185" y="66143"/>
                    <a:pt x="59732" y="59732"/>
                  </a:cubicBezTo>
                  <a:cubicBezTo>
                    <a:pt x="72934" y="46534"/>
                    <a:pt x="94321" y="46534"/>
                    <a:pt x="107523" y="59732"/>
                  </a:cubicBezTo>
                  <a:cubicBezTo>
                    <a:pt x="120725" y="72929"/>
                    <a:pt x="120725" y="94325"/>
                    <a:pt x="107523" y="107523"/>
                  </a:cubicBezTo>
                  <a:cubicBezTo>
                    <a:pt x="101131" y="113745"/>
                    <a:pt x="92540" y="117182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55" name="Groep 154">
            <a:extLst>
              <a:ext uri="{FF2B5EF4-FFF2-40B4-BE49-F238E27FC236}">
                <a16:creationId xmlns:a16="http://schemas.microsoft.com/office/drawing/2014/main" id="{0221F5E5-E3DD-E6D5-76D9-9912C5026246}"/>
              </a:ext>
            </a:extLst>
          </p:cNvPr>
          <p:cNvGrpSpPr/>
          <p:nvPr userDrawn="1"/>
        </p:nvGrpSpPr>
        <p:grpSpPr>
          <a:xfrm>
            <a:off x="2955752" y="268654"/>
            <a:ext cx="151965" cy="151965"/>
            <a:chOff x="2955752" y="268654"/>
            <a:chExt cx="151965" cy="151965"/>
          </a:xfrm>
        </p:grpSpPr>
        <p:sp>
          <p:nvSpPr>
            <p:cNvPr id="44" name="Vrije vorm: vorm 43">
              <a:extLst>
                <a:ext uri="{FF2B5EF4-FFF2-40B4-BE49-F238E27FC236}">
                  <a16:creationId xmlns:a16="http://schemas.microsoft.com/office/drawing/2014/main" id="{A618F5AB-7911-F8D7-1D03-1E3F48595249}"/>
                </a:ext>
              </a:extLst>
            </p:cNvPr>
            <p:cNvSpPr/>
            <p:nvPr/>
          </p:nvSpPr>
          <p:spPr>
            <a:xfrm>
              <a:off x="2955752" y="268654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Vrije vorm: vorm 44">
              <a:extLst>
                <a:ext uri="{FF2B5EF4-FFF2-40B4-BE49-F238E27FC236}">
                  <a16:creationId xmlns:a16="http://schemas.microsoft.com/office/drawing/2014/main" id="{C4C69539-A594-FD56-6A35-58FF5FCE785E}"/>
                </a:ext>
              </a:extLst>
            </p:cNvPr>
            <p:cNvSpPr/>
            <p:nvPr/>
          </p:nvSpPr>
          <p:spPr>
            <a:xfrm>
              <a:off x="2955752" y="268654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49695 w 167268"/>
                <a:gd name="connsiteY6" fmla="*/ 84117 h 167268"/>
                <a:gd name="connsiteX7" fmla="*/ 59732 w 167268"/>
                <a:gd name="connsiteY7" fmla="*/ 59732 h 167268"/>
                <a:gd name="connsiteX8" fmla="*/ 107523 w 167268"/>
                <a:gd name="connsiteY8" fmla="*/ 59732 h 167268"/>
                <a:gd name="connsiteX9" fmla="*/ 107523 w 167268"/>
                <a:gd name="connsiteY9" fmla="*/ 107523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7350"/>
                    <a:pt x="49959" y="102591"/>
                    <a:pt x="49695" y="84117"/>
                  </a:cubicBezTo>
                  <a:cubicBezTo>
                    <a:pt x="49552" y="74957"/>
                    <a:pt x="53185" y="66143"/>
                    <a:pt x="59732" y="59732"/>
                  </a:cubicBezTo>
                  <a:cubicBezTo>
                    <a:pt x="72934" y="46534"/>
                    <a:pt x="94321" y="46534"/>
                    <a:pt x="107523" y="59732"/>
                  </a:cubicBezTo>
                  <a:cubicBezTo>
                    <a:pt x="120725" y="72929"/>
                    <a:pt x="120725" y="94325"/>
                    <a:pt x="107523" y="107523"/>
                  </a:cubicBezTo>
                  <a:cubicBezTo>
                    <a:pt x="101131" y="113745"/>
                    <a:pt x="92540" y="117182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3" name="Groep 162">
            <a:extLst>
              <a:ext uri="{FF2B5EF4-FFF2-40B4-BE49-F238E27FC236}">
                <a16:creationId xmlns:a16="http://schemas.microsoft.com/office/drawing/2014/main" id="{8731AB22-EB0B-7705-3405-9855734AEAE6}"/>
              </a:ext>
            </a:extLst>
          </p:cNvPr>
          <p:cNvGrpSpPr/>
          <p:nvPr userDrawn="1"/>
        </p:nvGrpSpPr>
        <p:grpSpPr>
          <a:xfrm>
            <a:off x="676275" y="1028479"/>
            <a:ext cx="151965" cy="151965"/>
            <a:chOff x="676275" y="1028479"/>
            <a:chExt cx="151965" cy="151965"/>
          </a:xfrm>
        </p:grpSpPr>
        <p:sp>
          <p:nvSpPr>
            <p:cNvPr id="54" name="Vrije vorm: vorm 53">
              <a:extLst>
                <a:ext uri="{FF2B5EF4-FFF2-40B4-BE49-F238E27FC236}">
                  <a16:creationId xmlns:a16="http://schemas.microsoft.com/office/drawing/2014/main" id="{B721ED27-068D-A9AD-5F1D-E603301402F7}"/>
                </a:ext>
              </a:extLst>
            </p:cNvPr>
            <p:cNvSpPr/>
            <p:nvPr/>
          </p:nvSpPr>
          <p:spPr>
            <a:xfrm>
              <a:off x="676275" y="1028479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5" name="Vrije vorm: vorm 54">
              <a:extLst>
                <a:ext uri="{FF2B5EF4-FFF2-40B4-BE49-F238E27FC236}">
                  <a16:creationId xmlns:a16="http://schemas.microsoft.com/office/drawing/2014/main" id="{3EC05E37-E9A5-5895-70A3-26FBCAC9FDF8}"/>
                </a:ext>
              </a:extLst>
            </p:cNvPr>
            <p:cNvSpPr/>
            <p:nvPr/>
          </p:nvSpPr>
          <p:spPr>
            <a:xfrm>
              <a:off x="676275" y="1028479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9732 w 167268"/>
                <a:gd name="connsiteY6" fmla="*/ 107284 h 167268"/>
                <a:gd name="connsiteX7" fmla="*/ 59254 w 167268"/>
                <a:gd name="connsiteY7" fmla="*/ 59975 h 167268"/>
                <a:gd name="connsiteX8" fmla="*/ 59732 w 167268"/>
                <a:gd name="connsiteY8" fmla="*/ 59493 h 167268"/>
                <a:gd name="connsiteX9" fmla="*/ 107045 w 167268"/>
                <a:gd name="connsiteY9" fmla="*/ 59010 h 167268"/>
                <a:gd name="connsiteX10" fmla="*/ 107523 w 167268"/>
                <a:gd name="connsiteY10" fmla="*/ 59493 h 167268"/>
                <a:gd name="connsiteX11" fmla="*/ 108001 w 167268"/>
                <a:gd name="connsiteY11" fmla="*/ 106801 h 167268"/>
                <a:gd name="connsiteX12" fmla="*/ 107523 w 167268"/>
                <a:gd name="connsiteY12" fmla="*/ 107284 h 167268"/>
                <a:gd name="connsiteX13" fmla="*/ 83627 w 167268"/>
                <a:gd name="connsiteY13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74678" y="117093"/>
                    <a:pt x="66100" y="113572"/>
                    <a:pt x="59732" y="107284"/>
                  </a:cubicBezTo>
                  <a:cubicBezTo>
                    <a:pt x="46529" y="94354"/>
                    <a:pt x="46315" y="73173"/>
                    <a:pt x="59254" y="59975"/>
                  </a:cubicBezTo>
                  <a:cubicBezTo>
                    <a:pt x="59409" y="59813"/>
                    <a:pt x="59564" y="59652"/>
                    <a:pt x="59732" y="59493"/>
                  </a:cubicBezTo>
                  <a:cubicBezTo>
                    <a:pt x="72659" y="46295"/>
                    <a:pt x="93843" y="46079"/>
                    <a:pt x="107045" y="59010"/>
                  </a:cubicBezTo>
                  <a:cubicBezTo>
                    <a:pt x="107200" y="59169"/>
                    <a:pt x="107367" y="59330"/>
                    <a:pt x="107523" y="59493"/>
                  </a:cubicBezTo>
                  <a:cubicBezTo>
                    <a:pt x="120725" y="72424"/>
                    <a:pt x="120940" y="93603"/>
                    <a:pt x="108001" y="106801"/>
                  </a:cubicBezTo>
                  <a:cubicBezTo>
                    <a:pt x="107845" y="106963"/>
                    <a:pt x="107690" y="107125"/>
                    <a:pt x="107523" y="107284"/>
                  </a:cubicBezTo>
                  <a:cubicBezTo>
                    <a:pt x="101155" y="113572"/>
                    <a:pt x="92576" y="117093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57" name="Groep 156">
            <a:extLst>
              <a:ext uri="{FF2B5EF4-FFF2-40B4-BE49-F238E27FC236}">
                <a16:creationId xmlns:a16="http://schemas.microsoft.com/office/drawing/2014/main" id="{0B80B5B9-7165-F285-68BA-300394543AC2}"/>
              </a:ext>
            </a:extLst>
          </p:cNvPr>
          <p:cNvGrpSpPr/>
          <p:nvPr userDrawn="1"/>
        </p:nvGrpSpPr>
        <p:grpSpPr>
          <a:xfrm>
            <a:off x="2195927" y="1028479"/>
            <a:ext cx="151965" cy="151965"/>
            <a:chOff x="2195927" y="1028479"/>
            <a:chExt cx="151965" cy="151965"/>
          </a:xfrm>
        </p:grpSpPr>
        <p:sp>
          <p:nvSpPr>
            <p:cNvPr id="56" name="Vrije vorm: vorm 55">
              <a:extLst>
                <a:ext uri="{FF2B5EF4-FFF2-40B4-BE49-F238E27FC236}">
                  <a16:creationId xmlns:a16="http://schemas.microsoft.com/office/drawing/2014/main" id="{ECCEBEA7-6B2E-AA98-177C-74E7A9DD60EB}"/>
                </a:ext>
              </a:extLst>
            </p:cNvPr>
            <p:cNvSpPr/>
            <p:nvPr/>
          </p:nvSpPr>
          <p:spPr>
            <a:xfrm>
              <a:off x="2195927" y="1028479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7" name="Vrije vorm: vorm 56">
              <a:extLst>
                <a:ext uri="{FF2B5EF4-FFF2-40B4-BE49-F238E27FC236}">
                  <a16:creationId xmlns:a16="http://schemas.microsoft.com/office/drawing/2014/main" id="{2AF6DBA9-A6EF-A638-E228-9F1A50B158A5}"/>
                </a:ext>
              </a:extLst>
            </p:cNvPr>
            <p:cNvSpPr/>
            <p:nvPr/>
          </p:nvSpPr>
          <p:spPr>
            <a:xfrm>
              <a:off x="2195927" y="1028479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7 h 167268"/>
                <a:gd name="connsiteX7" fmla="*/ 84105 w 167268"/>
                <a:gd name="connsiteY7" fmla="*/ 50175 h 167268"/>
                <a:gd name="connsiteX8" fmla="*/ 117320 w 167268"/>
                <a:gd name="connsiteY8" fmla="*/ 83869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8"/>
                    <a:pt x="50281" y="101863"/>
                    <a:pt x="50412" y="83387"/>
                  </a:cubicBezTo>
                  <a:cubicBezTo>
                    <a:pt x="50544" y="64912"/>
                    <a:pt x="65634" y="50042"/>
                    <a:pt x="84105" y="50175"/>
                  </a:cubicBezTo>
                  <a:cubicBezTo>
                    <a:pt x="102588" y="50309"/>
                    <a:pt x="117451" y="65393"/>
                    <a:pt x="117320" y="83869"/>
                  </a:cubicBezTo>
                  <a:cubicBezTo>
                    <a:pt x="117260" y="92657"/>
                    <a:pt x="113736" y="101068"/>
                    <a:pt x="107523" y="107284"/>
                  </a:cubicBezTo>
                  <a:cubicBezTo>
                    <a:pt x="101178" y="113593"/>
                    <a:pt x="92576" y="117119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58" name="Vrije vorm: vorm 57">
            <a:extLst>
              <a:ext uri="{FF2B5EF4-FFF2-40B4-BE49-F238E27FC236}">
                <a16:creationId xmlns:a16="http://schemas.microsoft.com/office/drawing/2014/main" id="{D090E259-762B-0CF2-4F6D-1D780A48E7CC}"/>
              </a:ext>
            </a:extLst>
          </p:cNvPr>
          <p:cNvSpPr/>
          <p:nvPr/>
        </p:nvSpPr>
        <p:spPr>
          <a:xfrm>
            <a:off x="3715579" y="1028479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</a:path>
            </a:pathLst>
          </a:custGeom>
          <a:solidFill>
            <a:schemeClr val="accent1"/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9" name="Vrije vorm: vorm 58">
            <a:extLst>
              <a:ext uri="{FF2B5EF4-FFF2-40B4-BE49-F238E27FC236}">
                <a16:creationId xmlns:a16="http://schemas.microsoft.com/office/drawing/2014/main" id="{0D38E2A2-3088-7EED-DB4A-EAA535911290}"/>
              </a:ext>
            </a:extLst>
          </p:cNvPr>
          <p:cNvSpPr/>
          <p:nvPr/>
        </p:nvSpPr>
        <p:spPr>
          <a:xfrm>
            <a:off x="3715579" y="1028479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50412 w 167268"/>
              <a:gd name="connsiteY6" fmla="*/ 83387 h 167268"/>
              <a:gd name="connsiteX7" fmla="*/ 84105 w 167268"/>
              <a:gd name="connsiteY7" fmla="*/ 50175 h 167268"/>
              <a:gd name="connsiteX8" fmla="*/ 117320 w 167268"/>
              <a:gd name="connsiteY8" fmla="*/ 83869 h 167268"/>
              <a:gd name="connsiteX9" fmla="*/ 107523 w 167268"/>
              <a:gd name="connsiteY9" fmla="*/ 107284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6948"/>
                  <a:pt x="50281" y="101863"/>
                  <a:pt x="50412" y="83387"/>
                </a:cubicBezTo>
                <a:cubicBezTo>
                  <a:pt x="50544" y="64912"/>
                  <a:pt x="65634" y="50042"/>
                  <a:pt x="84105" y="50175"/>
                </a:cubicBezTo>
                <a:cubicBezTo>
                  <a:pt x="102588" y="50309"/>
                  <a:pt x="117451" y="65393"/>
                  <a:pt x="117320" y="83869"/>
                </a:cubicBezTo>
                <a:cubicBezTo>
                  <a:pt x="117260" y="92657"/>
                  <a:pt x="113736" y="101068"/>
                  <a:pt x="107523" y="107284"/>
                </a:cubicBezTo>
                <a:cubicBezTo>
                  <a:pt x="101178" y="113593"/>
                  <a:pt x="92576" y="117119"/>
                  <a:pt x="83627" y="117081"/>
                </a:cubicBezTo>
                <a:close/>
              </a:path>
            </a:pathLst>
          </a:custGeom>
          <a:solidFill>
            <a:schemeClr val="accent1"/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162" name="Groep 161">
            <a:extLst>
              <a:ext uri="{FF2B5EF4-FFF2-40B4-BE49-F238E27FC236}">
                <a16:creationId xmlns:a16="http://schemas.microsoft.com/office/drawing/2014/main" id="{7B7D2BA0-D05A-A0A2-0B6B-6A26CC015F37}"/>
              </a:ext>
            </a:extLst>
          </p:cNvPr>
          <p:cNvGrpSpPr/>
          <p:nvPr userDrawn="1"/>
        </p:nvGrpSpPr>
        <p:grpSpPr>
          <a:xfrm>
            <a:off x="1436100" y="1788305"/>
            <a:ext cx="151965" cy="151965"/>
            <a:chOff x="1436100" y="1788305"/>
            <a:chExt cx="151965" cy="151965"/>
          </a:xfrm>
        </p:grpSpPr>
        <p:sp>
          <p:nvSpPr>
            <p:cNvPr id="68" name="Vrije vorm: vorm 67">
              <a:extLst>
                <a:ext uri="{FF2B5EF4-FFF2-40B4-BE49-F238E27FC236}">
                  <a16:creationId xmlns:a16="http://schemas.microsoft.com/office/drawing/2014/main" id="{8A125716-26D8-31F5-8C30-D9F2919D2C94}"/>
                </a:ext>
              </a:extLst>
            </p:cNvPr>
            <p:cNvSpPr/>
            <p:nvPr/>
          </p:nvSpPr>
          <p:spPr>
            <a:xfrm>
              <a:off x="1436100" y="178830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9" name="Vrije vorm: vorm 68">
              <a:extLst>
                <a:ext uri="{FF2B5EF4-FFF2-40B4-BE49-F238E27FC236}">
                  <a16:creationId xmlns:a16="http://schemas.microsoft.com/office/drawing/2014/main" id="{BB004EFC-EFCE-790B-285E-3BE07FAE7556}"/>
                </a:ext>
              </a:extLst>
            </p:cNvPr>
            <p:cNvSpPr/>
            <p:nvPr/>
          </p:nvSpPr>
          <p:spPr>
            <a:xfrm>
              <a:off x="1436100" y="178830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58" name="Groep 157">
            <a:extLst>
              <a:ext uri="{FF2B5EF4-FFF2-40B4-BE49-F238E27FC236}">
                <a16:creationId xmlns:a16="http://schemas.microsoft.com/office/drawing/2014/main" id="{984FA816-DE39-A0E1-8328-81C54E0D0358}"/>
              </a:ext>
            </a:extLst>
          </p:cNvPr>
          <p:cNvGrpSpPr/>
          <p:nvPr userDrawn="1"/>
        </p:nvGrpSpPr>
        <p:grpSpPr>
          <a:xfrm>
            <a:off x="2955752" y="1788305"/>
            <a:ext cx="151965" cy="151965"/>
            <a:chOff x="2955752" y="1788305"/>
            <a:chExt cx="151965" cy="151965"/>
          </a:xfrm>
        </p:grpSpPr>
        <p:sp>
          <p:nvSpPr>
            <p:cNvPr id="70" name="Vrije vorm: vorm 69">
              <a:extLst>
                <a:ext uri="{FF2B5EF4-FFF2-40B4-BE49-F238E27FC236}">
                  <a16:creationId xmlns:a16="http://schemas.microsoft.com/office/drawing/2014/main" id="{AD86F847-8E61-1D6F-78D0-FB5A19372180}"/>
                </a:ext>
              </a:extLst>
            </p:cNvPr>
            <p:cNvSpPr/>
            <p:nvPr/>
          </p:nvSpPr>
          <p:spPr>
            <a:xfrm>
              <a:off x="2955752" y="178830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1" name="Vrije vorm: vorm 70">
              <a:extLst>
                <a:ext uri="{FF2B5EF4-FFF2-40B4-BE49-F238E27FC236}">
                  <a16:creationId xmlns:a16="http://schemas.microsoft.com/office/drawing/2014/main" id="{FDEAE792-505A-B947-5B3D-F2D7F7551D23}"/>
                </a:ext>
              </a:extLst>
            </p:cNvPr>
            <p:cNvSpPr/>
            <p:nvPr/>
          </p:nvSpPr>
          <p:spPr>
            <a:xfrm>
              <a:off x="2955752" y="178830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4" name="Groep 163">
            <a:extLst>
              <a:ext uri="{FF2B5EF4-FFF2-40B4-BE49-F238E27FC236}">
                <a16:creationId xmlns:a16="http://schemas.microsoft.com/office/drawing/2014/main" id="{B0A7183E-C35F-6C61-AEE0-F1C935378057}"/>
              </a:ext>
            </a:extLst>
          </p:cNvPr>
          <p:cNvGrpSpPr/>
          <p:nvPr userDrawn="1"/>
        </p:nvGrpSpPr>
        <p:grpSpPr>
          <a:xfrm>
            <a:off x="676275" y="2548131"/>
            <a:ext cx="151965" cy="151965"/>
            <a:chOff x="676275" y="2548131"/>
            <a:chExt cx="151965" cy="151965"/>
          </a:xfrm>
        </p:grpSpPr>
        <p:sp>
          <p:nvSpPr>
            <p:cNvPr id="80" name="Vrije vorm: vorm 79">
              <a:extLst>
                <a:ext uri="{FF2B5EF4-FFF2-40B4-BE49-F238E27FC236}">
                  <a16:creationId xmlns:a16="http://schemas.microsoft.com/office/drawing/2014/main" id="{D2E2D6AA-4CA8-D20E-CBDB-5434A2E39CED}"/>
                </a:ext>
              </a:extLst>
            </p:cNvPr>
            <p:cNvSpPr/>
            <p:nvPr/>
          </p:nvSpPr>
          <p:spPr>
            <a:xfrm>
              <a:off x="676275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1" name="Vrije vorm: vorm 80">
              <a:extLst>
                <a:ext uri="{FF2B5EF4-FFF2-40B4-BE49-F238E27FC236}">
                  <a16:creationId xmlns:a16="http://schemas.microsoft.com/office/drawing/2014/main" id="{4301B2DD-311B-2255-EA5B-04951991C33C}"/>
                </a:ext>
              </a:extLst>
            </p:cNvPr>
            <p:cNvSpPr/>
            <p:nvPr/>
          </p:nvSpPr>
          <p:spPr>
            <a:xfrm>
              <a:off x="676275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5" y="101071"/>
                    <a:pt x="107523" y="107284"/>
                  </a:cubicBezTo>
                  <a:cubicBezTo>
                    <a:pt x="101202" y="113628"/>
                    <a:pt x="92588" y="117165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1" name="Groep 160">
            <a:extLst>
              <a:ext uri="{FF2B5EF4-FFF2-40B4-BE49-F238E27FC236}">
                <a16:creationId xmlns:a16="http://schemas.microsoft.com/office/drawing/2014/main" id="{CE4F4FA7-E506-2F57-F370-F6834CB0762A}"/>
              </a:ext>
            </a:extLst>
          </p:cNvPr>
          <p:cNvGrpSpPr/>
          <p:nvPr userDrawn="1"/>
        </p:nvGrpSpPr>
        <p:grpSpPr>
          <a:xfrm>
            <a:off x="2195927" y="2548131"/>
            <a:ext cx="151965" cy="151965"/>
            <a:chOff x="2195927" y="2548131"/>
            <a:chExt cx="151965" cy="151965"/>
          </a:xfrm>
        </p:grpSpPr>
        <p:sp>
          <p:nvSpPr>
            <p:cNvPr id="82" name="Vrije vorm: vorm 81">
              <a:extLst>
                <a:ext uri="{FF2B5EF4-FFF2-40B4-BE49-F238E27FC236}">
                  <a16:creationId xmlns:a16="http://schemas.microsoft.com/office/drawing/2014/main" id="{567D651F-B8AF-EB1B-946A-90EC4F80C48D}"/>
                </a:ext>
              </a:extLst>
            </p:cNvPr>
            <p:cNvSpPr/>
            <p:nvPr/>
          </p:nvSpPr>
          <p:spPr>
            <a:xfrm>
              <a:off x="2195927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3" name="Vrije vorm: vorm 82">
              <a:extLst>
                <a:ext uri="{FF2B5EF4-FFF2-40B4-BE49-F238E27FC236}">
                  <a16:creationId xmlns:a16="http://schemas.microsoft.com/office/drawing/2014/main" id="{C58E6801-4084-0EAD-A0FE-E6C5FE4198EF}"/>
                </a:ext>
              </a:extLst>
            </p:cNvPr>
            <p:cNvSpPr/>
            <p:nvPr/>
          </p:nvSpPr>
          <p:spPr>
            <a:xfrm>
              <a:off x="2195927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0" name="Groep 159">
            <a:extLst>
              <a:ext uri="{FF2B5EF4-FFF2-40B4-BE49-F238E27FC236}">
                <a16:creationId xmlns:a16="http://schemas.microsoft.com/office/drawing/2014/main" id="{C9687D3C-EE2D-58ED-5ED2-6F58BFF75D3D}"/>
              </a:ext>
            </a:extLst>
          </p:cNvPr>
          <p:cNvGrpSpPr/>
          <p:nvPr userDrawn="1"/>
        </p:nvGrpSpPr>
        <p:grpSpPr>
          <a:xfrm>
            <a:off x="3715579" y="2548131"/>
            <a:ext cx="151965" cy="151965"/>
            <a:chOff x="3715579" y="2548131"/>
            <a:chExt cx="151965" cy="151965"/>
          </a:xfrm>
        </p:grpSpPr>
        <p:sp>
          <p:nvSpPr>
            <p:cNvPr id="84" name="Vrije vorm: vorm 83">
              <a:extLst>
                <a:ext uri="{FF2B5EF4-FFF2-40B4-BE49-F238E27FC236}">
                  <a16:creationId xmlns:a16="http://schemas.microsoft.com/office/drawing/2014/main" id="{9CFB7428-1640-7106-71E3-CEEC9C2199A2}"/>
                </a:ext>
              </a:extLst>
            </p:cNvPr>
            <p:cNvSpPr/>
            <p:nvPr/>
          </p:nvSpPr>
          <p:spPr>
            <a:xfrm>
              <a:off x="3715579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5" name="Vrije vorm: vorm 84">
              <a:extLst>
                <a:ext uri="{FF2B5EF4-FFF2-40B4-BE49-F238E27FC236}">
                  <a16:creationId xmlns:a16="http://schemas.microsoft.com/office/drawing/2014/main" id="{E639F2F6-22F6-E6C0-30E7-C9A4563FD620}"/>
                </a:ext>
              </a:extLst>
            </p:cNvPr>
            <p:cNvSpPr/>
            <p:nvPr/>
          </p:nvSpPr>
          <p:spPr>
            <a:xfrm>
              <a:off x="3715579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5" name="Groep 164">
            <a:extLst>
              <a:ext uri="{FF2B5EF4-FFF2-40B4-BE49-F238E27FC236}">
                <a16:creationId xmlns:a16="http://schemas.microsoft.com/office/drawing/2014/main" id="{03DF1EB7-0FEA-269F-398C-FE1B27505950}"/>
              </a:ext>
            </a:extLst>
          </p:cNvPr>
          <p:cNvGrpSpPr/>
          <p:nvPr userDrawn="1"/>
        </p:nvGrpSpPr>
        <p:grpSpPr>
          <a:xfrm>
            <a:off x="1436100" y="3307957"/>
            <a:ext cx="151965" cy="151965"/>
            <a:chOff x="1436100" y="3307957"/>
            <a:chExt cx="151965" cy="151965"/>
          </a:xfrm>
        </p:grpSpPr>
        <p:sp>
          <p:nvSpPr>
            <p:cNvPr id="94" name="Vrije vorm: vorm 93">
              <a:extLst>
                <a:ext uri="{FF2B5EF4-FFF2-40B4-BE49-F238E27FC236}">
                  <a16:creationId xmlns:a16="http://schemas.microsoft.com/office/drawing/2014/main" id="{5E364CBB-B959-5E3F-73C1-837472B06288}"/>
                </a:ext>
              </a:extLst>
            </p:cNvPr>
            <p:cNvSpPr/>
            <p:nvPr/>
          </p:nvSpPr>
          <p:spPr>
            <a:xfrm>
              <a:off x="1436100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5" name="Vrije vorm: vorm 94">
              <a:extLst>
                <a:ext uri="{FF2B5EF4-FFF2-40B4-BE49-F238E27FC236}">
                  <a16:creationId xmlns:a16="http://schemas.microsoft.com/office/drawing/2014/main" id="{CD16A07E-9EFA-E89B-BC1C-46C9F7A82B72}"/>
                </a:ext>
              </a:extLst>
            </p:cNvPr>
            <p:cNvSpPr/>
            <p:nvPr/>
          </p:nvSpPr>
          <p:spPr>
            <a:xfrm>
              <a:off x="1436100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6" name="Groep 165">
            <a:extLst>
              <a:ext uri="{FF2B5EF4-FFF2-40B4-BE49-F238E27FC236}">
                <a16:creationId xmlns:a16="http://schemas.microsoft.com/office/drawing/2014/main" id="{C1B70BE9-407A-0E6A-3837-8939A0171A04}"/>
              </a:ext>
            </a:extLst>
          </p:cNvPr>
          <p:cNvGrpSpPr/>
          <p:nvPr userDrawn="1"/>
        </p:nvGrpSpPr>
        <p:grpSpPr>
          <a:xfrm>
            <a:off x="2955752" y="3307957"/>
            <a:ext cx="151965" cy="151965"/>
            <a:chOff x="2955752" y="3307957"/>
            <a:chExt cx="151965" cy="151965"/>
          </a:xfrm>
        </p:grpSpPr>
        <p:sp>
          <p:nvSpPr>
            <p:cNvPr id="96" name="Vrije vorm: vorm 95">
              <a:extLst>
                <a:ext uri="{FF2B5EF4-FFF2-40B4-BE49-F238E27FC236}">
                  <a16:creationId xmlns:a16="http://schemas.microsoft.com/office/drawing/2014/main" id="{88F45089-4D4B-BB1C-967C-CCCB812909CD}"/>
                </a:ext>
              </a:extLst>
            </p:cNvPr>
            <p:cNvSpPr/>
            <p:nvPr/>
          </p:nvSpPr>
          <p:spPr>
            <a:xfrm>
              <a:off x="2955752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7" name="Vrije vorm: vorm 96">
              <a:extLst>
                <a:ext uri="{FF2B5EF4-FFF2-40B4-BE49-F238E27FC236}">
                  <a16:creationId xmlns:a16="http://schemas.microsoft.com/office/drawing/2014/main" id="{FEB8741D-9861-0DD8-5ED8-7FA803D11C83}"/>
                </a:ext>
              </a:extLst>
            </p:cNvPr>
            <p:cNvSpPr/>
            <p:nvPr/>
          </p:nvSpPr>
          <p:spPr>
            <a:xfrm>
              <a:off x="2955752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8" name="Groep 167">
            <a:extLst>
              <a:ext uri="{FF2B5EF4-FFF2-40B4-BE49-F238E27FC236}">
                <a16:creationId xmlns:a16="http://schemas.microsoft.com/office/drawing/2014/main" id="{1B6FD9A4-DACA-37B9-98F4-C71FEFD0B974}"/>
              </a:ext>
            </a:extLst>
          </p:cNvPr>
          <p:cNvGrpSpPr/>
          <p:nvPr userDrawn="1"/>
        </p:nvGrpSpPr>
        <p:grpSpPr>
          <a:xfrm>
            <a:off x="2195927" y="4067783"/>
            <a:ext cx="151965" cy="151965"/>
            <a:chOff x="2195927" y="4067783"/>
            <a:chExt cx="151965" cy="151965"/>
          </a:xfrm>
        </p:grpSpPr>
        <p:sp>
          <p:nvSpPr>
            <p:cNvPr id="108" name="Vrije vorm: vorm 107">
              <a:extLst>
                <a:ext uri="{FF2B5EF4-FFF2-40B4-BE49-F238E27FC236}">
                  <a16:creationId xmlns:a16="http://schemas.microsoft.com/office/drawing/2014/main" id="{CCED135B-B3C7-89A4-FFCF-16DF9B96CF81}"/>
                </a:ext>
              </a:extLst>
            </p:cNvPr>
            <p:cNvSpPr/>
            <p:nvPr/>
          </p:nvSpPr>
          <p:spPr>
            <a:xfrm>
              <a:off x="2195927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9" name="Vrije vorm: vorm 108">
              <a:extLst>
                <a:ext uri="{FF2B5EF4-FFF2-40B4-BE49-F238E27FC236}">
                  <a16:creationId xmlns:a16="http://schemas.microsoft.com/office/drawing/2014/main" id="{86E06E43-40C0-FE50-372F-270A08CD1B3D}"/>
                </a:ext>
              </a:extLst>
            </p:cNvPr>
            <p:cNvSpPr/>
            <p:nvPr/>
          </p:nvSpPr>
          <p:spPr>
            <a:xfrm>
              <a:off x="2195927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9" name="Groep 168">
            <a:extLst>
              <a:ext uri="{FF2B5EF4-FFF2-40B4-BE49-F238E27FC236}">
                <a16:creationId xmlns:a16="http://schemas.microsoft.com/office/drawing/2014/main" id="{5A57400C-83D1-42EE-0DA7-984A6AF4083F}"/>
              </a:ext>
            </a:extLst>
          </p:cNvPr>
          <p:cNvGrpSpPr/>
          <p:nvPr userDrawn="1"/>
        </p:nvGrpSpPr>
        <p:grpSpPr>
          <a:xfrm>
            <a:off x="3715579" y="4067783"/>
            <a:ext cx="151965" cy="151965"/>
            <a:chOff x="3715579" y="4067783"/>
            <a:chExt cx="151965" cy="151965"/>
          </a:xfrm>
        </p:grpSpPr>
        <p:sp>
          <p:nvSpPr>
            <p:cNvPr id="110" name="Vrije vorm: vorm 109">
              <a:extLst>
                <a:ext uri="{FF2B5EF4-FFF2-40B4-BE49-F238E27FC236}">
                  <a16:creationId xmlns:a16="http://schemas.microsoft.com/office/drawing/2014/main" id="{EABEDE96-38F2-5BAA-68C2-E6590E25BE89}"/>
                </a:ext>
              </a:extLst>
            </p:cNvPr>
            <p:cNvSpPr/>
            <p:nvPr/>
          </p:nvSpPr>
          <p:spPr>
            <a:xfrm>
              <a:off x="3715579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1" name="Vrije vorm: vorm 110">
              <a:extLst>
                <a:ext uri="{FF2B5EF4-FFF2-40B4-BE49-F238E27FC236}">
                  <a16:creationId xmlns:a16="http://schemas.microsoft.com/office/drawing/2014/main" id="{176FE4EA-22C5-CD7D-7E9E-873C98741317}"/>
                </a:ext>
              </a:extLst>
            </p:cNvPr>
            <p:cNvSpPr/>
            <p:nvPr/>
          </p:nvSpPr>
          <p:spPr>
            <a:xfrm>
              <a:off x="3715579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73" name="Groep 172">
            <a:extLst>
              <a:ext uri="{FF2B5EF4-FFF2-40B4-BE49-F238E27FC236}">
                <a16:creationId xmlns:a16="http://schemas.microsoft.com/office/drawing/2014/main" id="{FC4D7A25-396F-3AFA-1066-5827587DA31B}"/>
              </a:ext>
            </a:extLst>
          </p:cNvPr>
          <p:cNvGrpSpPr/>
          <p:nvPr userDrawn="1"/>
        </p:nvGrpSpPr>
        <p:grpSpPr>
          <a:xfrm>
            <a:off x="1436100" y="4827608"/>
            <a:ext cx="151965" cy="151965"/>
            <a:chOff x="1436100" y="4827608"/>
            <a:chExt cx="151965" cy="151965"/>
          </a:xfrm>
        </p:grpSpPr>
        <p:sp>
          <p:nvSpPr>
            <p:cNvPr id="120" name="Vrije vorm: vorm 119">
              <a:extLst>
                <a:ext uri="{FF2B5EF4-FFF2-40B4-BE49-F238E27FC236}">
                  <a16:creationId xmlns:a16="http://schemas.microsoft.com/office/drawing/2014/main" id="{B99BE0C3-DDCF-3D29-E6AA-729C69DF8DCA}"/>
                </a:ext>
              </a:extLst>
            </p:cNvPr>
            <p:cNvSpPr/>
            <p:nvPr/>
          </p:nvSpPr>
          <p:spPr>
            <a:xfrm>
              <a:off x="1436100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1" name="Vrije vorm: vorm 120">
              <a:extLst>
                <a:ext uri="{FF2B5EF4-FFF2-40B4-BE49-F238E27FC236}">
                  <a16:creationId xmlns:a16="http://schemas.microsoft.com/office/drawing/2014/main" id="{95341127-ED96-6205-BED2-8464D0EF171F}"/>
                </a:ext>
              </a:extLst>
            </p:cNvPr>
            <p:cNvSpPr/>
            <p:nvPr/>
          </p:nvSpPr>
          <p:spPr>
            <a:xfrm>
              <a:off x="1436100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72" name="Groep 171">
            <a:extLst>
              <a:ext uri="{FF2B5EF4-FFF2-40B4-BE49-F238E27FC236}">
                <a16:creationId xmlns:a16="http://schemas.microsoft.com/office/drawing/2014/main" id="{28B60DA0-1E7D-BC41-6366-B45B6A63782F}"/>
              </a:ext>
            </a:extLst>
          </p:cNvPr>
          <p:cNvGrpSpPr/>
          <p:nvPr userDrawn="1"/>
        </p:nvGrpSpPr>
        <p:grpSpPr>
          <a:xfrm>
            <a:off x="2955752" y="4827608"/>
            <a:ext cx="151965" cy="151965"/>
            <a:chOff x="2955752" y="4827608"/>
            <a:chExt cx="151965" cy="151965"/>
          </a:xfrm>
        </p:grpSpPr>
        <p:sp>
          <p:nvSpPr>
            <p:cNvPr id="122" name="Vrije vorm: vorm 121">
              <a:extLst>
                <a:ext uri="{FF2B5EF4-FFF2-40B4-BE49-F238E27FC236}">
                  <a16:creationId xmlns:a16="http://schemas.microsoft.com/office/drawing/2014/main" id="{4BB71F70-ACAD-5A30-7281-776037A25D62}"/>
                </a:ext>
              </a:extLst>
            </p:cNvPr>
            <p:cNvSpPr/>
            <p:nvPr/>
          </p:nvSpPr>
          <p:spPr>
            <a:xfrm>
              <a:off x="2955752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3" name="Vrije vorm: vorm 122">
              <a:extLst>
                <a:ext uri="{FF2B5EF4-FFF2-40B4-BE49-F238E27FC236}">
                  <a16:creationId xmlns:a16="http://schemas.microsoft.com/office/drawing/2014/main" id="{5D68C5F5-57DF-AB10-6C5B-3431B86D4D32}"/>
                </a:ext>
              </a:extLst>
            </p:cNvPr>
            <p:cNvSpPr/>
            <p:nvPr/>
          </p:nvSpPr>
          <p:spPr>
            <a:xfrm>
              <a:off x="2955752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33" name="Vrije vorm: vorm 132">
            <a:extLst>
              <a:ext uri="{FF2B5EF4-FFF2-40B4-BE49-F238E27FC236}">
                <a16:creationId xmlns:a16="http://schemas.microsoft.com/office/drawing/2014/main" id="{C60C56A3-815B-AE9B-03C5-7AF6E64A4793}"/>
              </a:ext>
            </a:extLst>
          </p:cNvPr>
          <p:cNvSpPr/>
          <p:nvPr/>
        </p:nvSpPr>
        <p:spPr>
          <a:xfrm>
            <a:off x="676275" y="5587435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50412 w 167268"/>
              <a:gd name="connsiteY6" fmla="*/ 83388 h 167268"/>
              <a:gd name="connsiteX7" fmla="*/ 84105 w 167268"/>
              <a:gd name="connsiteY7" fmla="*/ 50174 h 167268"/>
              <a:gd name="connsiteX8" fmla="*/ 117320 w 167268"/>
              <a:gd name="connsiteY8" fmla="*/ 83866 h 167268"/>
              <a:gd name="connsiteX9" fmla="*/ 107523 w 167268"/>
              <a:gd name="connsiteY9" fmla="*/ 107284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6949"/>
                  <a:pt x="50281" y="101859"/>
                  <a:pt x="50412" y="83388"/>
                </a:cubicBezTo>
                <a:cubicBezTo>
                  <a:pt x="50544" y="64917"/>
                  <a:pt x="65634" y="50042"/>
                  <a:pt x="84105" y="50174"/>
                </a:cubicBezTo>
                <a:cubicBezTo>
                  <a:pt x="102588" y="50305"/>
                  <a:pt x="117451" y="65395"/>
                  <a:pt x="117320" y="83866"/>
                </a:cubicBezTo>
                <a:cubicBezTo>
                  <a:pt x="117260" y="92660"/>
                  <a:pt x="113735" y="101071"/>
                  <a:pt x="107523" y="107284"/>
                </a:cubicBezTo>
                <a:cubicBezTo>
                  <a:pt x="101202" y="113628"/>
                  <a:pt x="92588" y="117165"/>
                  <a:pt x="83627" y="117081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175" name="Groep 174">
            <a:extLst>
              <a:ext uri="{FF2B5EF4-FFF2-40B4-BE49-F238E27FC236}">
                <a16:creationId xmlns:a16="http://schemas.microsoft.com/office/drawing/2014/main" id="{F144AE15-1859-C558-5995-5A64A15E93E7}"/>
              </a:ext>
            </a:extLst>
          </p:cNvPr>
          <p:cNvGrpSpPr/>
          <p:nvPr userDrawn="1"/>
        </p:nvGrpSpPr>
        <p:grpSpPr>
          <a:xfrm>
            <a:off x="2195927" y="5587435"/>
            <a:ext cx="151965" cy="151965"/>
            <a:chOff x="2195927" y="5587435"/>
            <a:chExt cx="151965" cy="151965"/>
          </a:xfrm>
        </p:grpSpPr>
        <p:sp>
          <p:nvSpPr>
            <p:cNvPr id="134" name="Vrije vorm: vorm 133">
              <a:extLst>
                <a:ext uri="{FF2B5EF4-FFF2-40B4-BE49-F238E27FC236}">
                  <a16:creationId xmlns:a16="http://schemas.microsoft.com/office/drawing/2014/main" id="{EA4DC19E-7F78-D7B2-1F34-4DF8F33D195D}"/>
                </a:ext>
              </a:extLst>
            </p:cNvPr>
            <p:cNvSpPr/>
            <p:nvPr/>
          </p:nvSpPr>
          <p:spPr>
            <a:xfrm>
              <a:off x="2195927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5" name="Vrije vorm: vorm 134">
              <a:extLst>
                <a:ext uri="{FF2B5EF4-FFF2-40B4-BE49-F238E27FC236}">
                  <a16:creationId xmlns:a16="http://schemas.microsoft.com/office/drawing/2014/main" id="{E5D83847-8FB2-630F-4432-B7C10E2FC3C2}"/>
                </a:ext>
              </a:extLst>
            </p:cNvPr>
            <p:cNvSpPr/>
            <p:nvPr/>
          </p:nvSpPr>
          <p:spPr>
            <a:xfrm>
              <a:off x="2195927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76" name="Groep 175">
            <a:extLst>
              <a:ext uri="{FF2B5EF4-FFF2-40B4-BE49-F238E27FC236}">
                <a16:creationId xmlns:a16="http://schemas.microsoft.com/office/drawing/2014/main" id="{A9468737-5BF2-67A4-F738-FC0A3656D10C}"/>
              </a:ext>
            </a:extLst>
          </p:cNvPr>
          <p:cNvGrpSpPr/>
          <p:nvPr userDrawn="1"/>
        </p:nvGrpSpPr>
        <p:grpSpPr>
          <a:xfrm>
            <a:off x="3715579" y="5587435"/>
            <a:ext cx="151965" cy="151965"/>
            <a:chOff x="3715579" y="5587435"/>
            <a:chExt cx="151965" cy="151965"/>
          </a:xfrm>
        </p:grpSpPr>
        <p:sp>
          <p:nvSpPr>
            <p:cNvPr id="136" name="Vrije vorm: vorm 135">
              <a:extLst>
                <a:ext uri="{FF2B5EF4-FFF2-40B4-BE49-F238E27FC236}">
                  <a16:creationId xmlns:a16="http://schemas.microsoft.com/office/drawing/2014/main" id="{F97241AD-ECDD-F220-12EA-3C2C973141B2}"/>
                </a:ext>
              </a:extLst>
            </p:cNvPr>
            <p:cNvSpPr/>
            <p:nvPr/>
          </p:nvSpPr>
          <p:spPr>
            <a:xfrm>
              <a:off x="3715579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7" name="Vrije vorm: vorm 136">
              <a:extLst>
                <a:ext uri="{FF2B5EF4-FFF2-40B4-BE49-F238E27FC236}">
                  <a16:creationId xmlns:a16="http://schemas.microsoft.com/office/drawing/2014/main" id="{54FAEAC3-B54A-3D25-2565-095439C1DC7D}"/>
                </a:ext>
              </a:extLst>
            </p:cNvPr>
            <p:cNvSpPr/>
            <p:nvPr/>
          </p:nvSpPr>
          <p:spPr>
            <a:xfrm>
              <a:off x="3715579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79" name="Groep 178">
            <a:extLst>
              <a:ext uri="{FF2B5EF4-FFF2-40B4-BE49-F238E27FC236}">
                <a16:creationId xmlns:a16="http://schemas.microsoft.com/office/drawing/2014/main" id="{C575942B-F4ED-A097-3F6C-66CFF5E59E26}"/>
              </a:ext>
            </a:extLst>
          </p:cNvPr>
          <p:cNvGrpSpPr/>
          <p:nvPr userDrawn="1"/>
        </p:nvGrpSpPr>
        <p:grpSpPr>
          <a:xfrm>
            <a:off x="1436100" y="6347260"/>
            <a:ext cx="151965" cy="151965"/>
            <a:chOff x="1436100" y="6347260"/>
            <a:chExt cx="151965" cy="151965"/>
          </a:xfrm>
        </p:grpSpPr>
        <p:sp>
          <p:nvSpPr>
            <p:cNvPr id="146" name="Vrije vorm: vorm 145">
              <a:extLst>
                <a:ext uri="{FF2B5EF4-FFF2-40B4-BE49-F238E27FC236}">
                  <a16:creationId xmlns:a16="http://schemas.microsoft.com/office/drawing/2014/main" id="{37AD87F1-07C6-9CC6-D5AA-74F12BF3245E}"/>
                </a:ext>
              </a:extLst>
            </p:cNvPr>
            <p:cNvSpPr/>
            <p:nvPr/>
          </p:nvSpPr>
          <p:spPr>
            <a:xfrm>
              <a:off x="1436100" y="6347260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7" name="Vrije vorm: vorm 146">
              <a:extLst>
                <a:ext uri="{FF2B5EF4-FFF2-40B4-BE49-F238E27FC236}">
                  <a16:creationId xmlns:a16="http://schemas.microsoft.com/office/drawing/2014/main" id="{DE56784E-09B2-7D5E-6A60-1DFCF78DEF8F}"/>
                </a:ext>
              </a:extLst>
            </p:cNvPr>
            <p:cNvSpPr/>
            <p:nvPr/>
          </p:nvSpPr>
          <p:spPr>
            <a:xfrm>
              <a:off x="1436100" y="6347260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3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59"/>
                    <a:pt x="113736" y="101071"/>
                    <a:pt x="107523" y="107283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49" name="Vrije vorm: vorm 148">
            <a:extLst>
              <a:ext uri="{FF2B5EF4-FFF2-40B4-BE49-F238E27FC236}">
                <a16:creationId xmlns:a16="http://schemas.microsoft.com/office/drawing/2014/main" id="{65BD0B66-BE91-1D3C-EE40-4FBD0E849A73}"/>
              </a:ext>
            </a:extLst>
          </p:cNvPr>
          <p:cNvSpPr/>
          <p:nvPr/>
        </p:nvSpPr>
        <p:spPr>
          <a:xfrm>
            <a:off x="2955752" y="6347260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50412 w 167268"/>
              <a:gd name="connsiteY6" fmla="*/ 83388 h 167268"/>
              <a:gd name="connsiteX7" fmla="*/ 84105 w 167268"/>
              <a:gd name="connsiteY7" fmla="*/ 50174 h 167268"/>
              <a:gd name="connsiteX8" fmla="*/ 117320 w 167268"/>
              <a:gd name="connsiteY8" fmla="*/ 83866 h 167268"/>
              <a:gd name="connsiteX9" fmla="*/ 107523 w 167268"/>
              <a:gd name="connsiteY9" fmla="*/ 107283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6949"/>
                  <a:pt x="50281" y="101859"/>
                  <a:pt x="50412" y="83388"/>
                </a:cubicBezTo>
                <a:cubicBezTo>
                  <a:pt x="50544" y="64917"/>
                  <a:pt x="65634" y="50042"/>
                  <a:pt x="84105" y="50174"/>
                </a:cubicBezTo>
                <a:cubicBezTo>
                  <a:pt x="102588" y="50305"/>
                  <a:pt x="117451" y="65395"/>
                  <a:pt x="117320" y="83866"/>
                </a:cubicBezTo>
                <a:cubicBezTo>
                  <a:pt x="117260" y="92659"/>
                  <a:pt x="113736" y="101071"/>
                  <a:pt x="107523" y="107283"/>
                </a:cubicBezTo>
                <a:cubicBezTo>
                  <a:pt x="101202" y="113640"/>
                  <a:pt x="92588" y="117176"/>
                  <a:pt x="83627" y="117081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85" name="Vrije vorm: vorm 184">
            <a:extLst>
              <a:ext uri="{FF2B5EF4-FFF2-40B4-BE49-F238E27FC236}">
                <a16:creationId xmlns:a16="http://schemas.microsoft.com/office/drawing/2014/main" id="{1B13F80D-F64F-411F-E09B-DEACB0B05A73}"/>
              </a:ext>
            </a:extLst>
          </p:cNvPr>
          <p:cNvSpPr/>
          <p:nvPr/>
        </p:nvSpPr>
        <p:spPr>
          <a:xfrm>
            <a:off x="3726432" y="1025088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50412 w 167268"/>
              <a:gd name="connsiteY6" fmla="*/ 83388 h 167268"/>
              <a:gd name="connsiteX7" fmla="*/ 84105 w 167268"/>
              <a:gd name="connsiteY7" fmla="*/ 50173 h 167268"/>
              <a:gd name="connsiteX8" fmla="*/ 117320 w 167268"/>
              <a:gd name="connsiteY8" fmla="*/ 83866 h 167268"/>
              <a:gd name="connsiteX9" fmla="*/ 107523 w 167268"/>
              <a:gd name="connsiteY9" fmla="*/ 107284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6949"/>
                  <a:pt x="50281" y="101859"/>
                  <a:pt x="50412" y="83388"/>
                </a:cubicBezTo>
                <a:cubicBezTo>
                  <a:pt x="50544" y="64917"/>
                  <a:pt x="65634" y="50042"/>
                  <a:pt x="84105" y="50173"/>
                </a:cubicBezTo>
                <a:cubicBezTo>
                  <a:pt x="102588" y="50305"/>
                  <a:pt x="117451" y="65395"/>
                  <a:pt x="117320" y="83866"/>
                </a:cubicBezTo>
                <a:cubicBezTo>
                  <a:pt x="117260" y="92660"/>
                  <a:pt x="113736" y="101071"/>
                  <a:pt x="107523" y="107284"/>
                </a:cubicBezTo>
                <a:cubicBezTo>
                  <a:pt x="101202" y="113640"/>
                  <a:pt x="92588" y="117176"/>
                  <a:pt x="83627" y="117081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90" name="Vrije vorm: vorm 189">
            <a:extLst>
              <a:ext uri="{FF2B5EF4-FFF2-40B4-BE49-F238E27FC236}">
                <a16:creationId xmlns:a16="http://schemas.microsoft.com/office/drawing/2014/main" id="{CB2408CD-4200-C813-A0A5-7865C44B31FF}"/>
              </a:ext>
            </a:extLst>
          </p:cNvPr>
          <p:cNvSpPr/>
          <p:nvPr/>
        </p:nvSpPr>
        <p:spPr>
          <a:xfrm>
            <a:off x="5159247" y="3039403"/>
            <a:ext cx="2216828" cy="779193"/>
          </a:xfrm>
          <a:custGeom>
            <a:avLst/>
            <a:gdLst>
              <a:gd name="connsiteX0" fmla="*/ 1023336 w 1241615"/>
              <a:gd name="connsiteY0" fmla="*/ 283281 h 436415"/>
              <a:gd name="connsiteX1" fmla="*/ 958240 w 1241615"/>
              <a:gd name="connsiteY1" fmla="*/ 218184 h 436415"/>
              <a:gd name="connsiteX2" fmla="*/ 1023336 w 1241615"/>
              <a:gd name="connsiteY2" fmla="*/ 153087 h 436415"/>
              <a:gd name="connsiteX3" fmla="*/ 1088433 w 1241615"/>
              <a:gd name="connsiteY3" fmla="*/ 218184 h 436415"/>
              <a:gd name="connsiteX4" fmla="*/ 1023336 w 1241615"/>
              <a:gd name="connsiteY4" fmla="*/ 283281 h 436415"/>
              <a:gd name="connsiteX5" fmla="*/ 1023336 w 1241615"/>
              <a:gd name="connsiteY5" fmla="*/ 0 h 436415"/>
              <a:gd name="connsiteX6" fmla="*/ 808403 w 1241615"/>
              <a:gd name="connsiteY6" fmla="*/ 180235 h 436415"/>
              <a:gd name="connsiteX7" fmla="*/ 808403 w 1241615"/>
              <a:gd name="connsiteY7" fmla="*/ 53769 h 436415"/>
              <a:gd name="connsiteX8" fmla="*/ 761899 w 1241615"/>
              <a:gd name="connsiteY8" fmla="*/ 7265 h 436415"/>
              <a:gd name="connsiteX9" fmla="*/ 652305 w 1241615"/>
              <a:gd name="connsiteY9" fmla="*/ 7265 h 436415"/>
              <a:gd name="connsiteX10" fmla="*/ 652305 w 1241615"/>
              <a:gd name="connsiteY10" fmla="*/ 171823 h 436415"/>
              <a:gd name="connsiteX11" fmla="*/ 558579 w 1241615"/>
              <a:gd name="connsiteY11" fmla="*/ 44497 h 436415"/>
              <a:gd name="connsiteX12" fmla="*/ 484210 w 1241615"/>
              <a:gd name="connsiteY12" fmla="*/ 7265 h 436415"/>
              <a:gd name="connsiteX13" fmla="*/ 0 w 1241615"/>
              <a:gd name="connsiteY13" fmla="*/ 7265 h 436415"/>
              <a:gd name="connsiteX14" fmla="*/ 0 w 1241615"/>
              <a:gd name="connsiteY14" fmla="*/ 119392 h 436415"/>
              <a:gd name="connsiteX15" fmla="*/ 45787 w 1241615"/>
              <a:gd name="connsiteY15" fmla="*/ 165227 h 436415"/>
              <a:gd name="connsiteX16" fmla="*/ 118245 w 1241615"/>
              <a:gd name="connsiteY16" fmla="*/ 165227 h 436415"/>
              <a:gd name="connsiteX17" fmla="*/ 118245 w 1241615"/>
              <a:gd name="connsiteY17" fmla="*/ 382742 h 436415"/>
              <a:gd name="connsiteX18" fmla="*/ 164749 w 1241615"/>
              <a:gd name="connsiteY18" fmla="*/ 429246 h 436415"/>
              <a:gd name="connsiteX19" fmla="*/ 283328 w 1241615"/>
              <a:gd name="connsiteY19" fmla="*/ 429246 h 436415"/>
              <a:gd name="connsiteX20" fmla="*/ 283328 w 1241615"/>
              <a:gd name="connsiteY20" fmla="*/ 165179 h 436415"/>
              <a:gd name="connsiteX21" fmla="*/ 383411 w 1241615"/>
              <a:gd name="connsiteY21" fmla="*/ 165179 h 436415"/>
              <a:gd name="connsiteX22" fmla="*/ 383411 w 1241615"/>
              <a:gd name="connsiteY22" fmla="*/ 382694 h 436415"/>
              <a:gd name="connsiteX23" fmla="*/ 429915 w 1241615"/>
              <a:gd name="connsiteY23" fmla="*/ 429199 h 436415"/>
              <a:gd name="connsiteX24" fmla="*/ 539557 w 1241615"/>
              <a:gd name="connsiteY24" fmla="*/ 429199 h 436415"/>
              <a:gd name="connsiteX25" fmla="*/ 539557 w 1241615"/>
              <a:gd name="connsiteY25" fmla="*/ 264641 h 436415"/>
              <a:gd name="connsiteX26" fmla="*/ 632948 w 1241615"/>
              <a:gd name="connsiteY26" fmla="*/ 391966 h 436415"/>
              <a:gd name="connsiteX27" fmla="*/ 707364 w 1241615"/>
              <a:gd name="connsiteY27" fmla="*/ 429199 h 436415"/>
              <a:gd name="connsiteX28" fmla="*/ 808403 w 1241615"/>
              <a:gd name="connsiteY28" fmla="*/ 429199 h 436415"/>
              <a:gd name="connsiteX29" fmla="*/ 808403 w 1241615"/>
              <a:gd name="connsiteY29" fmla="*/ 257663 h 436415"/>
              <a:gd name="connsiteX30" fmla="*/ 1023336 w 1241615"/>
              <a:gd name="connsiteY30" fmla="*/ 436416 h 436415"/>
              <a:gd name="connsiteX31" fmla="*/ 1241616 w 1241615"/>
              <a:gd name="connsiteY31" fmla="*/ 218232 h 436415"/>
              <a:gd name="connsiteX32" fmla="*/ 1023336 w 1241615"/>
              <a:gd name="connsiteY32" fmla="*/ 0 h 436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41615" h="436415">
                <a:moveTo>
                  <a:pt x="1023336" y="283281"/>
                </a:moveTo>
                <a:cubicBezTo>
                  <a:pt x="987395" y="283281"/>
                  <a:pt x="958240" y="254174"/>
                  <a:pt x="958240" y="218184"/>
                </a:cubicBezTo>
                <a:cubicBezTo>
                  <a:pt x="958240" y="182242"/>
                  <a:pt x="987395" y="153087"/>
                  <a:pt x="1023336" y="153087"/>
                </a:cubicBezTo>
                <a:cubicBezTo>
                  <a:pt x="1059278" y="153087"/>
                  <a:pt x="1088433" y="182242"/>
                  <a:pt x="1088433" y="218184"/>
                </a:cubicBezTo>
                <a:cubicBezTo>
                  <a:pt x="1088433" y="254174"/>
                  <a:pt x="1059278" y="283281"/>
                  <a:pt x="1023336" y="283281"/>
                </a:cubicBezTo>
                <a:moveTo>
                  <a:pt x="1023336" y="0"/>
                </a:moveTo>
                <a:cubicBezTo>
                  <a:pt x="912787" y="0"/>
                  <a:pt x="825609" y="75803"/>
                  <a:pt x="808403" y="180235"/>
                </a:cubicBezTo>
                <a:lnTo>
                  <a:pt x="808403" y="53769"/>
                </a:lnTo>
                <a:cubicBezTo>
                  <a:pt x="808403" y="21221"/>
                  <a:pt x="794447" y="7265"/>
                  <a:pt x="761899" y="7265"/>
                </a:cubicBezTo>
                <a:lnTo>
                  <a:pt x="652305" y="7265"/>
                </a:lnTo>
                <a:lnTo>
                  <a:pt x="652305" y="171823"/>
                </a:lnTo>
                <a:lnTo>
                  <a:pt x="558579" y="44497"/>
                </a:lnTo>
                <a:cubicBezTo>
                  <a:pt x="538218" y="17493"/>
                  <a:pt x="518097" y="7265"/>
                  <a:pt x="484210" y="7265"/>
                </a:cubicBezTo>
                <a:lnTo>
                  <a:pt x="0" y="7265"/>
                </a:lnTo>
                <a:lnTo>
                  <a:pt x="0" y="119392"/>
                </a:lnTo>
                <a:cubicBezTo>
                  <a:pt x="0" y="151462"/>
                  <a:pt x="13765" y="165227"/>
                  <a:pt x="45787" y="165227"/>
                </a:cubicBezTo>
                <a:lnTo>
                  <a:pt x="118245" y="165227"/>
                </a:lnTo>
                <a:lnTo>
                  <a:pt x="118245" y="382742"/>
                </a:lnTo>
                <a:cubicBezTo>
                  <a:pt x="118245" y="415242"/>
                  <a:pt x="132201" y="429246"/>
                  <a:pt x="164749" y="429246"/>
                </a:cubicBezTo>
                <a:lnTo>
                  <a:pt x="283328" y="429246"/>
                </a:lnTo>
                <a:lnTo>
                  <a:pt x="283328" y="165179"/>
                </a:lnTo>
                <a:lnTo>
                  <a:pt x="383411" y="165179"/>
                </a:lnTo>
                <a:lnTo>
                  <a:pt x="383411" y="382694"/>
                </a:lnTo>
                <a:cubicBezTo>
                  <a:pt x="383411" y="415195"/>
                  <a:pt x="397415" y="429199"/>
                  <a:pt x="429915" y="429199"/>
                </a:cubicBezTo>
                <a:lnTo>
                  <a:pt x="539557" y="429199"/>
                </a:lnTo>
                <a:lnTo>
                  <a:pt x="539557" y="264641"/>
                </a:lnTo>
                <a:lnTo>
                  <a:pt x="632948" y="391966"/>
                </a:lnTo>
                <a:cubicBezTo>
                  <a:pt x="653356" y="419018"/>
                  <a:pt x="673478" y="429199"/>
                  <a:pt x="707364" y="429199"/>
                </a:cubicBezTo>
                <a:lnTo>
                  <a:pt x="808403" y="429199"/>
                </a:lnTo>
                <a:lnTo>
                  <a:pt x="808403" y="257663"/>
                </a:lnTo>
                <a:cubicBezTo>
                  <a:pt x="825418" y="363337"/>
                  <a:pt x="910349" y="436416"/>
                  <a:pt x="1023336" y="436416"/>
                </a:cubicBezTo>
                <a:cubicBezTo>
                  <a:pt x="1146934" y="436416"/>
                  <a:pt x="1241616" y="341782"/>
                  <a:pt x="1241616" y="218232"/>
                </a:cubicBezTo>
                <a:cubicBezTo>
                  <a:pt x="1241616" y="91623"/>
                  <a:pt x="1149945" y="0"/>
                  <a:pt x="1023336" y="0"/>
                </a:cubicBezTo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8" name="Vrije vorm: vorm 97">
            <a:extLst>
              <a:ext uri="{FF2B5EF4-FFF2-40B4-BE49-F238E27FC236}">
                <a16:creationId xmlns:a16="http://schemas.microsoft.com/office/drawing/2014/main" id="{516CB248-0808-4933-9073-74E3E23C9CF4}"/>
              </a:ext>
            </a:extLst>
          </p:cNvPr>
          <p:cNvSpPr/>
          <p:nvPr userDrawn="1"/>
        </p:nvSpPr>
        <p:spPr>
          <a:xfrm>
            <a:off x="0" y="4094230"/>
            <a:ext cx="745531" cy="76255"/>
          </a:xfrm>
          <a:custGeom>
            <a:avLst/>
            <a:gdLst>
              <a:gd name="connsiteX0" fmla="*/ 0 w 745531"/>
              <a:gd name="connsiteY0" fmla="*/ 0 h 76255"/>
              <a:gd name="connsiteX1" fmla="*/ 745531 w 745531"/>
              <a:gd name="connsiteY1" fmla="*/ 0 h 76255"/>
              <a:gd name="connsiteX2" fmla="*/ 745531 w 745531"/>
              <a:gd name="connsiteY2" fmla="*/ 76255 h 76255"/>
              <a:gd name="connsiteX3" fmla="*/ 0 w 745531"/>
              <a:gd name="connsiteY3" fmla="*/ 76255 h 76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5531" h="76255">
                <a:moveTo>
                  <a:pt x="0" y="0"/>
                </a:moveTo>
                <a:lnTo>
                  <a:pt x="745531" y="0"/>
                </a:lnTo>
                <a:lnTo>
                  <a:pt x="745531" y="76255"/>
                </a:lnTo>
                <a:lnTo>
                  <a:pt x="0" y="76255"/>
                </a:lnTo>
                <a:close/>
              </a:path>
            </a:pathLst>
          </a:custGeom>
          <a:gradFill>
            <a:gsLst>
              <a:gs pos="0">
                <a:srgbClr val="F1EDFA"/>
              </a:gs>
              <a:gs pos="50000">
                <a:srgbClr val="F1EDFA">
                  <a:alpha val="61961"/>
                </a:srgbClr>
              </a:gs>
              <a:gs pos="100000">
                <a:srgbClr val="F1EDFA">
                  <a:alpha val="23922"/>
                </a:srgbClr>
              </a:gs>
            </a:gsLst>
            <a:lin ang="10800000" scaled="1"/>
          </a:gradFill>
          <a:ln w="1088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B"/>
          </a:p>
        </p:txBody>
      </p:sp>
      <p:sp>
        <p:nvSpPr>
          <p:cNvPr id="99" name="Vrije vorm: vorm 98">
            <a:extLst>
              <a:ext uri="{FF2B5EF4-FFF2-40B4-BE49-F238E27FC236}">
                <a16:creationId xmlns:a16="http://schemas.microsoft.com/office/drawing/2014/main" id="{79AEE833-1ABE-948F-6720-8A57507339E2}"/>
              </a:ext>
            </a:extLst>
          </p:cNvPr>
          <p:cNvSpPr/>
          <p:nvPr userDrawn="1"/>
        </p:nvSpPr>
        <p:spPr>
          <a:xfrm>
            <a:off x="-1" y="4105342"/>
            <a:ext cx="772439" cy="826399"/>
          </a:xfrm>
          <a:custGeom>
            <a:avLst/>
            <a:gdLst>
              <a:gd name="connsiteX0" fmla="*/ 718625 w 772439"/>
              <a:gd name="connsiteY0" fmla="*/ 0 h 826399"/>
              <a:gd name="connsiteX1" fmla="*/ 772439 w 772439"/>
              <a:gd name="connsiteY1" fmla="*/ 53923 h 826399"/>
              <a:gd name="connsiteX2" fmla="*/ 0 w 772439"/>
              <a:gd name="connsiteY2" fmla="*/ 826399 h 826399"/>
              <a:gd name="connsiteX3" fmla="*/ 0 w 772439"/>
              <a:gd name="connsiteY3" fmla="*/ 718591 h 826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2439" h="826399">
                <a:moveTo>
                  <a:pt x="718625" y="0"/>
                </a:moveTo>
                <a:lnTo>
                  <a:pt x="772439" y="53923"/>
                </a:lnTo>
                <a:lnTo>
                  <a:pt x="0" y="826399"/>
                </a:lnTo>
                <a:lnTo>
                  <a:pt x="0" y="718591"/>
                </a:lnTo>
                <a:close/>
              </a:path>
            </a:pathLst>
          </a:custGeom>
          <a:gradFill>
            <a:gsLst>
              <a:gs pos="0">
                <a:srgbClr val="F1EDFA"/>
              </a:gs>
              <a:gs pos="50000">
                <a:srgbClr val="F1EDFA">
                  <a:alpha val="61961"/>
                </a:srgbClr>
              </a:gs>
              <a:gs pos="100000">
                <a:srgbClr val="F1EDFA">
                  <a:alpha val="23922"/>
                </a:srgbClr>
              </a:gs>
            </a:gsLst>
            <a:lin ang="10800000" scaled="1"/>
          </a:gradFill>
          <a:ln w="1088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B"/>
          </a:p>
        </p:txBody>
      </p:sp>
      <p:sp>
        <p:nvSpPr>
          <p:cNvPr id="100" name="Vrije vorm: vorm 99">
            <a:extLst>
              <a:ext uri="{FF2B5EF4-FFF2-40B4-BE49-F238E27FC236}">
                <a16:creationId xmlns:a16="http://schemas.microsoft.com/office/drawing/2014/main" id="{0342E6BF-B782-E8E0-E019-40E9DF5E28F9}"/>
              </a:ext>
            </a:extLst>
          </p:cNvPr>
          <p:cNvSpPr/>
          <p:nvPr userDrawn="1"/>
        </p:nvSpPr>
        <p:spPr>
          <a:xfrm>
            <a:off x="0" y="3321973"/>
            <a:ext cx="783332" cy="837293"/>
          </a:xfrm>
          <a:custGeom>
            <a:avLst/>
            <a:gdLst>
              <a:gd name="connsiteX0" fmla="*/ 0 w 783332"/>
              <a:gd name="connsiteY0" fmla="*/ 0 h 837293"/>
              <a:gd name="connsiteX1" fmla="*/ 783332 w 783332"/>
              <a:gd name="connsiteY1" fmla="*/ 783369 h 837293"/>
              <a:gd name="connsiteX2" fmla="*/ 729518 w 783332"/>
              <a:gd name="connsiteY2" fmla="*/ 837293 h 837293"/>
              <a:gd name="connsiteX3" fmla="*/ 0 w 783332"/>
              <a:gd name="connsiteY3" fmla="*/ 107810 h 837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3332" h="837293">
                <a:moveTo>
                  <a:pt x="0" y="0"/>
                </a:moveTo>
                <a:lnTo>
                  <a:pt x="783332" y="783369"/>
                </a:lnTo>
                <a:lnTo>
                  <a:pt x="729518" y="837293"/>
                </a:lnTo>
                <a:lnTo>
                  <a:pt x="0" y="107810"/>
                </a:lnTo>
                <a:close/>
              </a:path>
            </a:pathLst>
          </a:custGeom>
          <a:gradFill>
            <a:gsLst>
              <a:gs pos="0">
                <a:srgbClr val="F1EEFA"/>
              </a:gs>
              <a:gs pos="50000">
                <a:srgbClr val="F1EEFA">
                  <a:alpha val="49804"/>
                </a:srgbClr>
              </a:gs>
              <a:gs pos="100000">
                <a:srgbClr val="F1EEFA">
                  <a:alpha val="0"/>
                </a:srgbClr>
              </a:gs>
            </a:gsLst>
            <a:lin ang="2700000" scaled="1"/>
          </a:gradFill>
          <a:ln w="1088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B"/>
          </a:p>
        </p:txBody>
      </p:sp>
      <p:grpSp>
        <p:nvGrpSpPr>
          <p:cNvPr id="167" name="Groep 166">
            <a:extLst>
              <a:ext uri="{FF2B5EF4-FFF2-40B4-BE49-F238E27FC236}">
                <a16:creationId xmlns:a16="http://schemas.microsoft.com/office/drawing/2014/main" id="{E06E8170-EAEE-0BF4-0C2B-18C473117278}"/>
              </a:ext>
            </a:extLst>
          </p:cNvPr>
          <p:cNvGrpSpPr/>
          <p:nvPr userDrawn="1"/>
        </p:nvGrpSpPr>
        <p:grpSpPr>
          <a:xfrm>
            <a:off x="676275" y="4067783"/>
            <a:ext cx="151965" cy="151965"/>
            <a:chOff x="676275" y="4067783"/>
            <a:chExt cx="151965" cy="151965"/>
          </a:xfrm>
        </p:grpSpPr>
        <p:sp>
          <p:nvSpPr>
            <p:cNvPr id="106" name="Vrije vorm: vorm 105">
              <a:extLst>
                <a:ext uri="{FF2B5EF4-FFF2-40B4-BE49-F238E27FC236}">
                  <a16:creationId xmlns:a16="http://schemas.microsoft.com/office/drawing/2014/main" id="{511D45D6-CD2D-0AA6-E1D5-D47F40E65CCC}"/>
                </a:ext>
              </a:extLst>
            </p:cNvPr>
            <p:cNvSpPr/>
            <p:nvPr/>
          </p:nvSpPr>
          <p:spPr>
            <a:xfrm>
              <a:off x="676275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7" name="Vrije vorm: vorm 106">
              <a:extLst>
                <a:ext uri="{FF2B5EF4-FFF2-40B4-BE49-F238E27FC236}">
                  <a16:creationId xmlns:a16="http://schemas.microsoft.com/office/drawing/2014/main" id="{8EAFF20B-5065-ACDD-E494-01B2BB3E9DAC}"/>
                </a:ext>
              </a:extLst>
            </p:cNvPr>
            <p:cNvSpPr/>
            <p:nvPr/>
          </p:nvSpPr>
          <p:spPr>
            <a:xfrm>
              <a:off x="676275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5" y="101071"/>
                    <a:pt x="107523" y="107284"/>
                  </a:cubicBezTo>
                  <a:cubicBezTo>
                    <a:pt x="101202" y="113628"/>
                    <a:pt x="92588" y="117165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397113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6" presetClass="emph" presetSubtype="0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10" dur="100" fill="hold"/>
                                        <p:tgtEl>
                                          <p:spTgt spid="15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6" presetClass="emph" presetSubtype="0" autoRev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16" dur="100" fill="hold"/>
                                        <p:tgtEl>
                                          <p:spTgt spid="15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6" presetClass="emph" presetSubtype="0" autoRev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22" dur="100" fill="hold"/>
                                        <p:tgtEl>
                                          <p:spTgt spid="16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6" presetClass="emph" presetSubtype="0" autoRev="1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28" dur="100" fill="hold"/>
                                        <p:tgtEl>
                                          <p:spTgt spid="15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6" presetClass="emph" presetSubtype="0" autoRev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34" dur="100" fill="hold"/>
                                        <p:tgtEl>
                                          <p:spTgt spid="17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2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6" presetClass="emph" presetSubtype="0" autoRev="1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Scale>
                                      <p:cBhvr>
                                        <p:cTn id="40" dur="100" fill="hold"/>
                                        <p:tgtEl>
                                          <p:spTgt spid="17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41" presetID="2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6" presetClass="emph" presetSubtype="0" autoRev="1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Scale>
                                      <p:cBhvr>
                                        <p:cTn id="46" dur="100" fill="hold"/>
                                        <p:tgtEl>
                                          <p:spTgt spid="16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47" presetID="2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6" presetClass="emph" presetSubtype="0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52" dur="100" fill="hold"/>
                                        <p:tgtEl>
                                          <p:spTgt spid="179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6" presetClass="emph" presetSubtype="0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58" dur="100" fill="hold"/>
                                        <p:tgtEl>
                                          <p:spTgt spid="160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6" presetClass="emph" presetSubtype="0" autoRev="1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64" dur="100" fill="hold"/>
                                        <p:tgtEl>
                                          <p:spTgt spid="16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65" presetID="23" presetClass="entr" presetSubtype="16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6" presetClass="emph" presetSubtype="0" autoRev="1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70" dur="100" fill="hold"/>
                                        <p:tgtEl>
                                          <p:spTgt spid="17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71" presetID="23" presetClass="entr" presetSubtype="16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6" presetClass="emph" presetSubtype="0" autoRev="1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76" dur="100" fill="hold"/>
                                        <p:tgtEl>
                                          <p:spTgt spid="162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77" presetID="2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6" presetClass="emph" presetSubtype="0" autoRev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82" dur="100" fill="hold"/>
                                        <p:tgtEl>
                                          <p:spTgt spid="161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83" presetID="2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6" presetClass="emph" presetSubtype="0" autoRev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88" dur="100" fill="hold"/>
                                        <p:tgtEl>
                                          <p:spTgt spid="169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89" presetID="23" presetClass="entr" presetSubtype="16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6" presetClass="emph" presetSubtype="0" autoRev="1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animScale>
                                      <p:cBhvr>
                                        <p:cTn id="94" dur="100" fill="hold"/>
                                        <p:tgtEl>
                                          <p:spTgt spid="158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5" presetID="23" presetClass="entr" presetSubtype="16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6" presetClass="emph" presetSubtype="0" autoRev="1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animScale>
                                      <p:cBhvr>
                                        <p:cTn id="100" dur="100" fill="hold"/>
                                        <p:tgtEl>
                                          <p:spTgt spid="168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01" presetID="23" presetClass="entr" presetSubtype="16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6" presetClass="emph" presetSubtype="0" autoRev="1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106" dur="100" fill="hold"/>
                                        <p:tgtEl>
                                          <p:spTgt spid="16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07" presetID="2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6" presetClass="emph" presetSubtype="0" autoRev="1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112" dur="100" fill="hold"/>
                                        <p:tgtEl>
                                          <p:spTgt spid="16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13" presetID="2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6" presetClass="emph" presetSubtype="0" autoRev="1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118" dur="100" fill="hold"/>
                                        <p:tgtEl>
                                          <p:spTgt spid="172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" presetClass="entr" presetSubtype="8" decel="10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2" presetClass="entr" presetSubtype="8" decel="100000" fill="hold" grpId="0" nodeType="withEffect">
                                  <p:stCondLst>
                                    <p:cond delay="265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8" decel="100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1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2" presetClass="entr" presetSubtype="1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1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2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4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1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4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7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8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7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2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3" presetClass="entr" presetSubtype="16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6" presetClass="emph" presetSubtype="0" autoRev="1" fill="hold" grpId="1" nodeType="withEffect">
                                  <p:stCondLst>
                                    <p:cond delay="2250"/>
                                  </p:stCondLst>
                                  <p:childTnLst>
                                    <p:animScale>
                                      <p:cBhvr>
                                        <p:cTn id="166" dur="100" fill="hold"/>
                                        <p:tgtEl>
                                          <p:spTgt spid="13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67" presetID="2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6" presetClass="emph" presetSubtype="0" autoRev="1" fill="hold" grpId="1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172" dur="100" fill="hold"/>
                                        <p:tgtEl>
                                          <p:spTgt spid="18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3" presetID="2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6" presetClass="emph" presetSubtype="0" autoRev="1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178" dur="100" fill="hold"/>
                                        <p:tgtEl>
                                          <p:spTgt spid="149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" grpId="0" animBg="1"/>
      <p:bldP spid="192" grpId="0" animBg="1"/>
      <p:bldP spid="203" grpId="0" animBg="1"/>
      <p:bldP spid="6" grpId="0" animBg="1"/>
      <p:bldP spid="8" grpId="0" animBg="1"/>
      <p:bldP spid="13" grpId="0" animBg="1"/>
      <p:bldP spid="14" grpId="0" animBg="1"/>
      <p:bldP spid="19" grpId="0" animBg="1"/>
      <p:bldP spid="20" grpId="0" animBg="1"/>
      <p:bldP spid="133" grpId="0" animBg="1"/>
      <p:bldP spid="133" grpId="1" animBg="1"/>
      <p:bldP spid="149" grpId="0" animBg="1"/>
      <p:bldP spid="149" grpId="1" animBg="1"/>
      <p:bldP spid="185" grpId="0" animBg="1"/>
      <p:bldP spid="185" grpId="1" animBg="1"/>
      <p:bldP spid="190" grpId="0" animBg="1"/>
      <p:bldP spid="98" grpId="0" animBg="1"/>
      <p:bldP spid="99" grpId="0" animBg="1"/>
      <p:bldP spid="100" grpId="0" animBg="1"/>
    </p:bldLst>
  </p:timing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TNO Sustainabilit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hthoek 152">
            <a:extLst>
              <a:ext uri="{FF2B5EF4-FFF2-40B4-BE49-F238E27FC236}">
                <a16:creationId xmlns:a16="http://schemas.microsoft.com/office/drawing/2014/main" id="{F50AF329-6F26-2310-D7F2-4EA5444F404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/>
          </a:p>
        </p:txBody>
      </p:sp>
      <p:sp>
        <p:nvSpPr>
          <p:cNvPr id="198" name="Vrije vorm: vorm 197">
            <a:extLst>
              <a:ext uri="{FF2B5EF4-FFF2-40B4-BE49-F238E27FC236}">
                <a16:creationId xmlns:a16="http://schemas.microsoft.com/office/drawing/2014/main" id="{857F210E-B01D-43E7-8688-7793F9C6BEF6}"/>
              </a:ext>
            </a:extLst>
          </p:cNvPr>
          <p:cNvSpPr/>
          <p:nvPr userDrawn="1"/>
        </p:nvSpPr>
        <p:spPr>
          <a:xfrm>
            <a:off x="8242567" y="3480414"/>
            <a:ext cx="612961" cy="331953"/>
          </a:xfrm>
          <a:custGeom>
            <a:avLst/>
            <a:gdLst>
              <a:gd name="connsiteX0" fmla="*/ 499893 w 612961"/>
              <a:gd name="connsiteY0" fmla="*/ 119555 h 331953"/>
              <a:gd name="connsiteX1" fmla="*/ 444083 w 612961"/>
              <a:gd name="connsiteY1" fmla="*/ 181422 h 331953"/>
              <a:gd name="connsiteX2" fmla="*/ 556725 w 612961"/>
              <a:gd name="connsiteY2" fmla="*/ 181422 h 331953"/>
              <a:gd name="connsiteX3" fmla="*/ 499893 w 612961"/>
              <a:gd name="connsiteY3" fmla="*/ 119555 h 331953"/>
              <a:gd name="connsiteX4" fmla="*/ 130391 w 612961"/>
              <a:gd name="connsiteY4" fmla="*/ 88237 h 331953"/>
              <a:gd name="connsiteX5" fmla="*/ 184323 w 612961"/>
              <a:gd name="connsiteY5" fmla="*/ 88237 h 331953"/>
              <a:gd name="connsiteX6" fmla="*/ 184323 w 612961"/>
              <a:gd name="connsiteY6" fmla="*/ 325383 h 331953"/>
              <a:gd name="connsiteX7" fmla="*/ 130391 w 612961"/>
              <a:gd name="connsiteY7" fmla="*/ 325383 h 331953"/>
              <a:gd name="connsiteX8" fmla="*/ 499893 w 612961"/>
              <a:gd name="connsiteY8" fmla="*/ 81836 h 331953"/>
              <a:gd name="connsiteX9" fmla="*/ 612961 w 612961"/>
              <a:gd name="connsiteY9" fmla="*/ 206340 h 331953"/>
              <a:gd name="connsiteX10" fmla="*/ 612961 w 612961"/>
              <a:gd name="connsiteY10" fmla="*/ 214617 h 331953"/>
              <a:gd name="connsiteX11" fmla="*/ 443142 w 612961"/>
              <a:gd name="connsiteY11" fmla="*/ 214617 h 331953"/>
              <a:gd name="connsiteX12" fmla="*/ 443142 w 612961"/>
              <a:gd name="connsiteY12" fmla="*/ 216069 h 331953"/>
              <a:gd name="connsiteX13" fmla="*/ 504074 w 612961"/>
              <a:gd name="connsiteY13" fmla="*/ 291847 h 331953"/>
              <a:gd name="connsiteX14" fmla="*/ 559455 w 612961"/>
              <a:gd name="connsiteY14" fmla="*/ 251653 h 331953"/>
              <a:gd name="connsiteX15" fmla="*/ 610656 w 612961"/>
              <a:gd name="connsiteY15" fmla="*/ 257200 h 331953"/>
              <a:gd name="connsiteX16" fmla="*/ 501342 w 612961"/>
              <a:gd name="connsiteY16" fmla="*/ 331953 h 331953"/>
              <a:gd name="connsiteX17" fmla="*/ 386396 w 612961"/>
              <a:gd name="connsiteY17" fmla="*/ 207365 h 331953"/>
              <a:gd name="connsiteX18" fmla="*/ 499893 w 612961"/>
              <a:gd name="connsiteY18" fmla="*/ 81836 h 331953"/>
              <a:gd name="connsiteX19" fmla="*/ 130391 w 612961"/>
              <a:gd name="connsiteY19" fmla="*/ 5205 h 331953"/>
              <a:gd name="connsiteX20" fmla="*/ 184323 w 612961"/>
              <a:gd name="connsiteY20" fmla="*/ 5205 h 331953"/>
              <a:gd name="connsiteX21" fmla="*/ 184323 w 612961"/>
              <a:gd name="connsiteY21" fmla="*/ 49409 h 331953"/>
              <a:gd name="connsiteX22" fmla="*/ 130391 w 612961"/>
              <a:gd name="connsiteY22" fmla="*/ 49409 h 331953"/>
              <a:gd name="connsiteX23" fmla="*/ 0 w 612961"/>
              <a:gd name="connsiteY23" fmla="*/ 5121 h 331953"/>
              <a:gd name="connsiteX24" fmla="*/ 53931 w 612961"/>
              <a:gd name="connsiteY24" fmla="*/ 5121 h 331953"/>
              <a:gd name="connsiteX25" fmla="*/ 53931 w 612961"/>
              <a:gd name="connsiteY25" fmla="*/ 325383 h 331953"/>
              <a:gd name="connsiteX26" fmla="*/ 0 w 612961"/>
              <a:gd name="connsiteY26" fmla="*/ 325383 h 331953"/>
              <a:gd name="connsiteX27" fmla="*/ 342535 w 612961"/>
              <a:gd name="connsiteY27" fmla="*/ 0 h 331953"/>
              <a:gd name="connsiteX28" fmla="*/ 388274 w 612961"/>
              <a:gd name="connsiteY28" fmla="*/ 4182 h 331953"/>
              <a:gd name="connsiteX29" fmla="*/ 388274 w 612961"/>
              <a:gd name="connsiteY29" fmla="*/ 42924 h 331953"/>
              <a:gd name="connsiteX30" fmla="*/ 356870 w 612961"/>
              <a:gd name="connsiteY30" fmla="*/ 39682 h 331953"/>
              <a:gd name="connsiteX31" fmla="*/ 317615 w 612961"/>
              <a:gd name="connsiteY31" fmla="*/ 81752 h 331953"/>
              <a:gd name="connsiteX32" fmla="*/ 317615 w 612961"/>
              <a:gd name="connsiteY32" fmla="*/ 88237 h 331953"/>
              <a:gd name="connsiteX33" fmla="*/ 375303 w 612961"/>
              <a:gd name="connsiteY33" fmla="*/ 88237 h 331953"/>
              <a:gd name="connsiteX34" fmla="*/ 375303 w 612961"/>
              <a:gd name="connsiteY34" fmla="*/ 124590 h 331953"/>
              <a:gd name="connsiteX35" fmla="*/ 318554 w 612961"/>
              <a:gd name="connsiteY35" fmla="*/ 124590 h 331953"/>
              <a:gd name="connsiteX36" fmla="*/ 318554 w 612961"/>
              <a:gd name="connsiteY36" fmla="*/ 325297 h 331953"/>
              <a:gd name="connsiteX37" fmla="*/ 266500 w 612961"/>
              <a:gd name="connsiteY37" fmla="*/ 325297 h 331953"/>
              <a:gd name="connsiteX38" fmla="*/ 266500 w 612961"/>
              <a:gd name="connsiteY38" fmla="*/ 124504 h 331953"/>
              <a:gd name="connsiteX39" fmla="*/ 227247 w 612961"/>
              <a:gd name="connsiteY39" fmla="*/ 124504 h 331953"/>
              <a:gd name="connsiteX40" fmla="*/ 227247 w 612961"/>
              <a:gd name="connsiteY40" fmla="*/ 88151 h 331953"/>
              <a:gd name="connsiteX41" fmla="*/ 266500 w 612961"/>
              <a:gd name="connsiteY41" fmla="*/ 88151 h 331953"/>
              <a:gd name="connsiteX42" fmla="*/ 266500 w 612961"/>
              <a:gd name="connsiteY42" fmla="*/ 83543 h 331953"/>
              <a:gd name="connsiteX43" fmla="*/ 342535 w 612961"/>
              <a:gd name="connsiteY43" fmla="*/ 0 h 331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612961" h="331953">
                <a:moveTo>
                  <a:pt x="499893" y="119555"/>
                </a:moveTo>
                <a:cubicBezTo>
                  <a:pt x="468999" y="119555"/>
                  <a:pt x="447326" y="141657"/>
                  <a:pt x="444083" y="181422"/>
                </a:cubicBezTo>
                <a:lnTo>
                  <a:pt x="556725" y="181422"/>
                </a:lnTo>
                <a:cubicBezTo>
                  <a:pt x="555359" y="140804"/>
                  <a:pt x="535048" y="119555"/>
                  <a:pt x="499893" y="119555"/>
                </a:cubicBezTo>
                <a:close/>
                <a:moveTo>
                  <a:pt x="130391" y="88237"/>
                </a:moveTo>
                <a:lnTo>
                  <a:pt x="184323" y="88237"/>
                </a:lnTo>
                <a:lnTo>
                  <a:pt x="184323" y="325383"/>
                </a:lnTo>
                <a:lnTo>
                  <a:pt x="130391" y="325383"/>
                </a:lnTo>
                <a:close/>
                <a:moveTo>
                  <a:pt x="499893" y="81836"/>
                </a:moveTo>
                <a:cubicBezTo>
                  <a:pt x="568757" y="81836"/>
                  <a:pt x="612961" y="129282"/>
                  <a:pt x="612961" y="206340"/>
                </a:cubicBezTo>
                <a:lnTo>
                  <a:pt x="612961" y="214617"/>
                </a:lnTo>
                <a:lnTo>
                  <a:pt x="443142" y="214617"/>
                </a:lnTo>
                <a:lnTo>
                  <a:pt x="443142" y="216069"/>
                </a:lnTo>
                <a:cubicBezTo>
                  <a:pt x="443142" y="264538"/>
                  <a:pt x="466696" y="291847"/>
                  <a:pt x="504074" y="291847"/>
                </a:cubicBezTo>
                <a:cubicBezTo>
                  <a:pt x="529929" y="291847"/>
                  <a:pt x="550751" y="277510"/>
                  <a:pt x="559455" y="251653"/>
                </a:cubicBezTo>
                <a:lnTo>
                  <a:pt x="610656" y="257200"/>
                </a:lnTo>
                <a:cubicBezTo>
                  <a:pt x="593589" y="305670"/>
                  <a:pt x="555359" y="331953"/>
                  <a:pt x="501342" y="331953"/>
                </a:cubicBezTo>
                <a:cubicBezTo>
                  <a:pt x="432051" y="331953"/>
                  <a:pt x="386396" y="282630"/>
                  <a:pt x="386396" y="207365"/>
                </a:cubicBezTo>
                <a:cubicBezTo>
                  <a:pt x="386396" y="132100"/>
                  <a:pt x="432476" y="81836"/>
                  <a:pt x="499893" y="81836"/>
                </a:cubicBezTo>
                <a:close/>
                <a:moveTo>
                  <a:pt x="130391" y="5205"/>
                </a:moveTo>
                <a:lnTo>
                  <a:pt x="184323" y="5205"/>
                </a:lnTo>
                <a:lnTo>
                  <a:pt x="184323" y="49409"/>
                </a:lnTo>
                <a:lnTo>
                  <a:pt x="130391" y="49409"/>
                </a:lnTo>
                <a:close/>
                <a:moveTo>
                  <a:pt x="0" y="5121"/>
                </a:moveTo>
                <a:lnTo>
                  <a:pt x="53931" y="5121"/>
                </a:lnTo>
                <a:lnTo>
                  <a:pt x="53931" y="325383"/>
                </a:lnTo>
                <a:lnTo>
                  <a:pt x="0" y="325383"/>
                </a:lnTo>
                <a:close/>
                <a:moveTo>
                  <a:pt x="342535" y="0"/>
                </a:moveTo>
                <a:cubicBezTo>
                  <a:pt x="358748" y="0"/>
                  <a:pt x="373937" y="939"/>
                  <a:pt x="388274" y="4182"/>
                </a:cubicBezTo>
                <a:lnTo>
                  <a:pt x="388274" y="42924"/>
                </a:lnTo>
                <a:cubicBezTo>
                  <a:pt x="374874" y="40619"/>
                  <a:pt x="364721" y="39682"/>
                  <a:pt x="356870" y="39682"/>
                </a:cubicBezTo>
                <a:cubicBezTo>
                  <a:pt x="329137" y="39682"/>
                  <a:pt x="317615" y="52651"/>
                  <a:pt x="317615" y="81752"/>
                </a:cubicBezTo>
                <a:lnTo>
                  <a:pt x="317615" y="88237"/>
                </a:lnTo>
                <a:lnTo>
                  <a:pt x="375303" y="88237"/>
                </a:lnTo>
                <a:lnTo>
                  <a:pt x="375303" y="124590"/>
                </a:lnTo>
                <a:lnTo>
                  <a:pt x="318554" y="124590"/>
                </a:lnTo>
                <a:lnTo>
                  <a:pt x="318554" y="325297"/>
                </a:lnTo>
                <a:lnTo>
                  <a:pt x="266500" y="325297"/>
                </a:lnTo>
                <a:lnTo>
                  <a:pt x="266500" y="124504"/>
                </a:lnTo>
                <a:lnTo>
                  <a:pt x="227247" y="124504"/>
                </a:lnTo>
                <a:lnTo>
                  <a:pt x="227247" y="88151"/>
                </a:lnTo>
                <a:lnTo>
                  <a:pt x="266500" y="88151"/>
                </a:lnTo>
                <a:lnTo>
                  <a:pt x="266500" y="83543"/>
                </a:lnTo>
                <a:cubicBezTo>
                  <a:pt x="266500" y="26710"/>
                  <a:pt x="290480" y="0"/>
                  <a:pt x="342535" y="0"/>
                </a:cubicBezTo>
                <a:close/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92" name="Vrije vorm: vorm 191">
            <a:extLst>
              <a:ext uri="{FF2B5EF4-FFF2-40B4-BE49-F238E27FC236}">
                <a16:creationId xmlns:a16="http://schemas.microsoft.com/office/drawing/2014/main" id="{9F123195-9A29-4656-E853-17AE6C8F6F1B}"/>
              </a:ext>
            </a:extLst>
          </p:cNvPr>
          <p:cNvSpPr/>
          <p:nvPr/>
        </p:nvSpPr>
        <p:spPr>
          <a:xfrm>
            <a:off x="7558010" y="3050751"/>
            <a:ext cx="2177659" cy="326577"/>
          </a:xfrm>
          <a:custGeom>
            <a:avLst/>
            <a:gdLst>
              <a:gd name="connsiteX0" fmla="*/ 1107982 w 1219677"/>
              <a:gd name="connsiteY0" fmla="*/ 46504 h 182911"/>
              <a:gd name="connsiteX1" fmla="*/ 1107982 w 1219677"/>
              <a:gd name="connsiteY1" fmla="*/ 179327 h 182911"/>
              <a:gd name="connsiteX2" fmla="*/ 1137184 w 1219677"/>
              <a:gd name="connsiteY2" fmla="*/ 179327 h 182911"/>
              <a:gd name="connsiteX3" fmla="*/ 1137184 w 1219677"/>
              <a:gd name="connsiteY3" fmla="*/ 103333 h 182911"/>
              <a:gd name="connsiteX4" fmla="*/ 1167964 w 1219677"/>
              <a:gd name="connsiteY4" fmla="*/ 65575 h 182911"/>
              <a:gd name="connsiteX5" fmla="*/ 1190476 w 1219677"/>
              <a:gd name="connsiteY5" fmla="*/ 94538 h 182911"/>
              <a:gd name="connsiteX6" fmla="*/ 1190476 w 1219677"/>
              <a:gd name="connsiteY6" fmla="*/ 179279 h 182911"/>
              <a:gd name="connsiteX7" fmla="*/ 1219678 w 1219677"/>
              <a:gd name="connsiteY7" fmla="*/ 179279 h 182911"/>
              <a:gd name="connsiteX8" fmla="*/ 1219678 w 1219677"/>
              <a:gd name="connsiteY8" fmla="*/ 94299 h 182911"/>
              <a:gd name="connsiteX9" fmla="*/ 1176519 w 1219677"/>
              <a:gd name="connsiteY9" fmla="*/ 42872 h 182911"/>
              <a:gd name="connsiteX10" fmla="*/ 1135416 w 1219677"/>
              <a:gd name="connsiteY10" fmla="*/ 69207 h 182911"/>
              <a:gd name="connsiteX11" fmla="*/ 1135368 w 1219677"/>
              <a:gd name="connsiteY11" fmla="*/ 46457 h 182911"/>
              <a:gd name="connsiteX12" fmla="*/ 1107982 w 1219677"/>
              <a:gd name="connsiteY12" fmla="*/ 46457 h 182911"/>
              <a:gd name="connsiteX13" fmla="*/ 1017171 w 1219677"/>
              <a:gd name="connsiteY13" fmla="*/ 64571 h 182911"/>
              <a:gd name="connsiteX14" fmla="*/ 1048954 w 1219677"/>
              <a:gd name="connsiteY14" fmla="*/ 112892 h 182911"/>
              <a:gd name="connsiteX15" fmla="*/ 1017171 w 1219677"/>
              <a:gd name="connsiteY15" fmla="*/ 160973 h 182911"/>
              <a:gd name="connsiteX16" fmla="*/ 985626 w 1219677"/>
              <a:gd name="connsiteY16" fmla="*/ 112892 h 182911"/>
              <a:gd name="connsiteX17" fmla="*/ 1017171 w 1219677"/>
              <a:gd name="connsiteY17" fmla="*/ 64571 h 182911"/>
              <a:gd name="connsiteX18" fmla="*/ 1017171 w 1219677"/>
              <a:gd name="connsiteY18" fmla="*/ 42872 h 182911"/>
              <a:gd name="connsiteX19" fmla="*/ 953843 w 1219677"/>
              <a:gd name="connsiteY19" fmla="*/ 112892 h 182911"/>
              <a:gd name="connsiteX20" fmla="*/ 1017171 w 1219677"/>
              <a:gd name="connsiteY20" fmla="*/ 182911 h 182911"/>
              <a:gd name="connsiteX21" fmla="*/ 1080739 w 1219677"/>
              <a:gd name="connsiteY21" fmla="*/ 112892 h 182911"/>
              <a:gd name="connsiteX22" fmla="*/ 1017171 w 1219677"/>
              <a:gd name="connsiteY22" fmla="*/ 42872 h 182911"/>
              <a:gd name="connsiteX23" fmla="*/ 896633 w 1219677"/>
              <a:gd name="connsiteY23" fmla="*/ 179327 h 182911"/>
              <a:gd name="connsiteX24" fmla="*/ 926838 w 1219677"/>
              <a:gd name="connsiteY24" fmla="*/ 179327 h 182911"/>
              <a:gd name="connsiteX25" fmla="*/ 926838 w 1219677"/>
              <a:gd name="connsiteY25" fmla="*/ 46504 h 182911"/>
              <a:gd name="connsiteX26" fmla="*/ 896633 w 1219677"/>
              <a:gd name="connsiteY26" fmla="*/ 46504 h 182911"/>
              <a:gd name="connsiteX27" fmla="*/ 896633 w 1219677"/>
              <a:gd name="connsiteY27" fmla="*/ 179327 h 182911"/>
              <a:gd name="connsiteX28" fmla="*/ 896633 w 1219677"/>
              <a:gd name="connsiteY28" fmla="*/ 24758 h 182911"/>
              <a:gd name="connsiteX29" fmla="*/ 926838 w 1219677"/>
              <a:gd name="connsiteY29" fmla="*/ 24758 h 182911"/>
              <a:gd name="connsiteX30" fmla="*/ 926838 w 1219677"/>
              <a:gd name="connsiteY30" fmla="*/ 0 h 182911"/>
              <a:gd name="connsiteX31" fmla="*/ 896633 w 1219677"/>
              <a:gd name="connsiteY31" fmla="*/ 0 h 182911"/>
              <a:gd name="connsiteX32" fmla="*/ 896633 w 1219677"/>
              <a:gd name="connsiteY32" fmla="*/ 24758 h 182911"/>
              <a:gd name="connsiteX33" fmla="*/ 831775 w 1219677"/>
              <a:gd name="connsiteY33" fmla="*/ 9798 h 182911"/>
              <a:gd name="connsiteX34" fmla="*/ 803862 w 1219677"/>
              <a:gd name="connsiteY34" fmla="*/ 12092 h 182911"/>
              <a:gd name="connsiteX35" fmla="*/ 802859 w 1219677"/>
              <a:gd name="connsiteY35" fmla="*/ 46457 h 182911"/>
              <a:gd name="connsiteX36" fmla="*/ 779821 w 1219677"/>
              <a:gd name="connsiteY36" fmla="*/ 46457 h 182911"/>
              <a:gd name="connsiteX37" fmla="*/ 779821 w 1219677"/>
              <a:gd name="connsiteY37" fmla="*/ 66865 h 182911"/>
              <a:gd name="connsiteX38" fmla="*/ 802046 w 1219677"/>
              <a:gd name="connsiteY38" fmla="*/ 66865 h 182911"/>
              <a:gd name="connsiteX39" fmla="*/ 802046 w 1219677"/>
              <a:gd name="connsiteY39" fmla="*/ 133300 h 182911"/>
              <a:gd name="connsiteX40" fmla="*/ 843867 w 1219677"/>
              <a:gd name="connsiteY40" fmla="*/ 182863 h 182911"/>
              <a:gd name="connsiteX41" fmla="*/ 865088 w 1219677"/>
              <a:gd name="connsiteY41" fmla="*/ 180283 h 182911"/>
              <a:gd name="connsiteX42" fmla="*/ 865088 w 1219677"/>
              <a:gd name="connsiteY42" fmla="*/ 157293 h 182911"/>
              <a:gd name="connsiteX43" fmla="*/ 850319 w 1219677"/>
              <a:gd name="connsiteY43" fmla="*/ 159109 h 182911"/>
              <a:gd name="connsiteX44" fmla="*/ 831727 w 1219677"/>
              <a:gd name="connsiteY44" fmla="*/ 131197 h 182911"/>
              <a:gd name="connsiteX45" fmla="*/ 831727 w 1219677"/>
              <a:gd name="connsiteY45" fmla="*/ 66913 h 182911"/>
              <a:gd name="connsiteX46" fmla="*/ 861407 w 1219677"/>
              <a:gd name="connsiteY46" fmla="*/ 66913 h 182911"/>
              <a:gd name="connsiteX47" fmla="*/ 861407 w 1219677"/>
              <a:gd name="connsiteY47" fmla="*/ 46504 h 182911"/>
              <a:gd name="connsiteX48" fmla="*/ 831727 w 1219677"/>
              <a:gd name="connsiteY48" fmla="*/ 46504 h 182911"/>
              <a:gd name="connsiteX49" fmla="*/ 831727 w 1219677"/>
              <a:gd name="connsiteY49" fmla="*/ 9798 h 182911"/>
              <a:gd name="connsiteX50" fmla="*/ 728681 w 1219677"/>
              <a:gd name="connsiteY50" fmla="*/ 113178 h 182911"/>
              <a:gd name="connsiteX51" fmla="*/ 728681 w 1219677"/>
              <a:gd name="connsiteY51" fmla="*/ 122737 h 182911"/>
              <a:gd name="connsiteX52" fmla="*/ 693790 w 1219677"/>
              <a:gd name="connsiteY52" fmla="*/ 161308 h 182911"/>
              <a:gd name="connsiteX53" fmla="*/ 669989 w 1219677"/>
              <a:gd name="connsiteY53" fmla="*/ 141377 h 182911"/>
              <a:gd name="connsiteX54" fmla="*/ 721990 w 1219677"/>
              <a:gd name="connsiteY54" fmla="*/ 113178 h 182911"/>
              <a:gd name="connsiteX55" fmla="*/ 728681 w 1219677"/>
              <a:gd name="connsiteY55" fmla="*/ 113178 h 182911"/>
              <a:gd name="connsiteX56" fmla="*/ 642125 w 1219677"/>
              <a:gd name="connsiteY56" fmla="*/ 80869 h 182911"/>
              <a:gd name="connsiteX57" fmla="*/ 670036 w 1219677"/>
              <a:gd name="connsiteY57" fmla="*/ 84262 h 182911"/>
              <a:gd name="connsiteX58" fmla="*/ 701055 w 1219677"/>
              <a:gd name="connsiteY58" fmla="*/ 63567 h 182911"/>
              <a:gd name="connsiteX59" fmla="*/ 728729 w 1219677"/>
              <a:gd name="connsiteY59" fmla="*/ 88373 h 182911"/>
              <a:gd name="connsiteX60" fmla="*/ 728729 w 1219677"/>
              <a:gd name="connsiteY60" fmla="*/ 95351 h 182911"/>
              <a:gd name="connsiteX61" fmla="*/ 725910 w 1219677"/>
              <a:gd name="connsiteY61" fmla="*/ 95351 h 182911"/>
              <a:gd name="connsiteX62" fmla="*/ 638540 w 1219677"/>
              <a:gd name="connsiteY62" fmla="*/ 142907 h 182911"/>
              <a:gd name="connsiteX63" fmla="*/ 684231 w 1219677"/>
              <a:gd name="connsiteY63" fmla="*/ 182672 h 182911"/>
              <a:gd name="connsiteX64" fmla="*/ 729255 w 1219677"/>
              <a:gd name="connsiteY64" fmla="*/ 156337 h 182911"/>
              <a:gd name="connsiteX65" fmla="*/ 732074 w 1219677"/>
              <a:gd name="connsiteY65" fmla="*/ 179327 h 182911"/>
              <a:gd name="connsiteX66" fmla="*/ 761804 w 1219677"/>
              <a:gd name="connsiteY66" fmla="*/ 179327 h 182911"/>
              <a:gd name="connsiteX67" fmla="*/ 757932 w 1219677"/>
              <a:gd name="connsiteY67" fmla="*/ 152992 h 182911"/>
              <a:gd name="connsiteX68" fmla="*/ 757932 w 1219677"/>
              <a:gd name="connsiteY68" fmla="*/ 95064 h 182911"/>
              <a:gd name="connsiteX69" fmla="*/ 704210 w 1219677"/>
              <a:gd name="connsiteY69" fmla="*/ 42872 h 182911"/>
              <a:gd name="connsiteX70" fmla="*/ 642125 w 1219677"/>
              <a:gd name="connsiteY70" fmla="*/ 80869 h 182911"/>
              <a:gd name="connsiteX71" fmla="*/ 549546 w 1219677"/>
              <a:gd name="connsiteY71" fmla="*/ 179327 h 182911"/>
              <a:gd name="connsiteX72" fmla="*/ 576693 w 1219677"/>
              <a:gd name="connsiteY72" fmla="*/ 179327 h 182911"/>
              <a:gd name="connsiteX73" fmla="*/ 623723 w 1219677"/>
              <a:gd name="connsiteY73" fmla="*/ 46504 h 182911"/>
              <a:gd name="connsiteX74" fmla="*/ 599157 w 1219677"/>
              <a:gd name="connsiteY74" fmla="*/ 46504 h 182911"/>
              <a:gd name="connsiteX75" fmla="*/ 566082 w 1219677"/>
              <a:gd name="connsiteY75" fmla="*/ 147591 h 182911"/>
              <a:gd name="connsiteX76" fmla="*/ 533248 w 1219677"/>
              <a:gd name="connsiteY76" fmla="*/ 46504 h 182911"/>
              <a:gd name="connsiteX77" fmla="*/ 502993 w 1219677"/>
              <a:gd name="connsiteY77" fmla="*/ 46504 h 182911"/>
              <a:gd name="connsiteX78" fmla="*/ 549546 w 1219677"/>
              <a:gd name="connsiteY78" fmla="*/ 179327 h 182911"/>
              <a:gd name="connsiteX79" fmla="*/ 426235 w 1219677"/>
              <a:gd name="connsiteY79" fmla="*/ 64571 h 182911"/>
              <a:gd name="connsiteX80" fmla="*/ 458067 w 1219677"/>
              <a:gd name="connsiteY80" fmla="*/ 112892 h 182911"/>
              <a:gd name="connsiteX81" fmla="*/ 426235 w 1219677"/>
              <a:gd name="connsiteY81" fmla="*/ 160973 h 182911"/>
              <a:gd name="connsiteX82" fmla="*/ 394691 w 1219677"/>
              <a:gd name="connsiteY82" fmla="*/ 112892 h 182911"/>
              <a:gd name="connsiteX83" fmla="*/ 426235 w 1219677"/>
              <a:gd name="connsiteY83" fmla="*/ 64571 h 182911"/>
              <a:gd name="connsiteX84" fmla="*/ 426235 w 1219677"/>
              <a:gd name="connsiteY84" fmla="*/ 42872 h 182911"/>
              <a:gd name="connsiteX85" fmla="*/ 362954 w 1219677"/>
              <a:gd name="connsiteY85" fmla="*/ 112892 h 182911"/>
              <a:gd name="connsiteX86" fmla="*/ 426235 w 1219677"/>
              <a:gd name="connsiteY86" fmla="*/ 182911 h 182911"/>
              <a:gd name="connsiteX87" fmla="*/ 489802 w 1219677"/>
              <a:gd name="connsiteY87" fmla="*/ 112892 h 182911"/>
              <a:gd name="connsiteX88" fmla="*/ 426235 w 1219677"/>
              <a:gd name="connsiteY88" fmla="*/ 42872 h 182911"/>
              <a:gd name="connsiteX89" fmla="*/ 224302 w 1219677"/>
              <a:gd name="connsiteY89" fmla="*/ 46504 h 182911"/>
              <a:gd name="connsiteX90" fmla="*/ 224302 w 1219677"/>
              <a:gd name="connsiteY90" fmla="*/ 179327 h 182911"/>
              <a:gd name="connsiteX91" fmla="*/ 253456 w 1219677"/>
              <a:gd name="connsiteY91" fmla="*/ 179327 h 182911"/>
              <a:gd name="connsiteX92" fmla="*/ 253456 w 1219677"/>
              <a:gd name="connsiteY92" fmla="*/ 103333 h 182911"/>
              <a:gd name="connsiteX93" fmla="*/ 284236 w 1219677"/>
              <a:gd name="connsiteY93" fmla="*/ 65575 h 182911"/>
              <a:gd name="connsiteX94" fmla="*/ 306699 w 1219677"/>
              <a:gd name="connsiteY94" fmla="*/ 94538 h 182911"/>
              <a:gd name="connsiteX95" fmla="*/ 306699 w 1219677"/>
              <a:gd name="connsiteY95" fmla="*/ 179279 h 182911"/>
              <a:gd name="connsiteX96" fmla="*/ 335903 w 1219677"/>
              <a:gd name="connsiteY96" fmla="*/ 179279 h 182911"/>
              <a:gd name="connsiteX97" fmla="*/ 335903 w 1219677"/>
              <a:gd name="connsiteY97" fmla="*/ 94299 h 182911"/>
              <a:gd name="connsiteX98" fmla="*/ 292792 w 1219677"/>
              <a:gd name="connsiteY98" fmla="*/ 42872 h 182911"/>
              <a:gd name="connsiteX99" fmla="*/ 251688 w 1219677"/>
              <a:gd name="connsiteY99" fmla="*/ 69207 h 182911"/>
              <a:gd name="connsiteX100" fmla="*/ 251640 w 1219677"/>
              <a:gd name="connsiteY100" fmla="*/ 46457 h 182911"/>
              <a:gd name="connsiteX101" fmla="*/ 224302 w 1219677"/>
              <a:gd name="connsiteY101" fmla="*/ 46457 h 182911"/>
              <a:gd name="connsiteX102" fmla="*/ 77189 w 1219677"/>
              <a:gd name="connsiteY102" fmla="*/ 46504 h 182911"/>
              <a:gd name="connsiteX103" fmla="*/ 77189 w 1219677"/>
              <a:gd name="connsiteY103" fmla="*/ 179327 h 182911"/>
              <a:gd name="connsiteX104" fmla="*/ 106391 w 1219677"/>
              <a:gd name="connsiteY104" fmla="*/ 179327 h 182911"/>
              <a:gd name="connsiteX105" fmla="*/ 106391 w 1219677"/>
              <a:gd name="connsiteY105" fmla="*/ 103333 h 182911"/>
              <a:gd name="connsiteX106" fmla="*/ 137172 w 1219677"/>
              <a:gd name="connsiteY106" fmla="*/ 65575 h 182911"/>
              <a:gd name="connsiteX107" fmla="*/ 159635 w 1219677"/>
              <a:gd name="connsiteY107" fmla="*/ 94538 h 182911"/>
              <a:gd name="connsiteX108" fmla="*/ 159635 w 1219677"/>
              <a:gd name="connsiteY108" fmla="*/ 179279 h 182911"/>
              <a:gd name="connsiteX109" fmla="*/ 188838 w 1219677"/>
              <a:gd name="connsiteY109" fmla="*/ 179279 h 182911"/>
              <a:gd name="connsiteX110" fmla="*/ 188838 w 1219677"/>
              <a:gd name="connsiteY110" fmla="*/ 94299 h 182911"/>
              <a:gd name="connsiteX111" fmla="*/ 145679 w 1219677"/>
              <a:gd name="connsiteY111" fmla="*/ 42872 h 182911"/>
              <a:gd name="connsiteX112" fmla="*/ 104623 w 1219677"/>
              <a:gd name="connsiteY112" fmla="*/ 69207 h 182911"/>
              <a:gd name="connsiteX113" fmla="*/ 104575 w 1219677"/>
              <a:gd name="connsiteY113" fmla="*/ 46457 h 182911"/>
              <a:gd name="connsiteX114" fmla="*/ 77189 w 1219677"/>
              <a:gd name="connsiteY114" fmla="*/ 46457 h 182911"/>
              <a:gd name="connsiteX115" fmla="*/ 0 w 1219677"/>
              <a:gd name="connsiteY115" fmla="*/ 179327 h 182911"/>
              <a:gd name="connsiteX116" fmla="*/ 30207 w 1219677"/>
              <a:gd name="connsiteY116" fmla="*/ 179327 h 182911"/>
              <a:gd name="connsiteX117" fmla="*/ 30207 w 1219677"/>
              <a:gd name="connsiteY117" fmla="*/ 46504 h 182911"/>
              <a:gd name="connsiteX118" fmla="*/ 0 w 1219677"/>
              <a:gd name="connsiteY118" fmla="*/ 46504 h 182911"/>
              <a:gd name="connsiteX119" fmla="*/ 0 w 1219677"/>
              <a:gd name="connsiteY119" fmla="*/ 179327 h 182911"/>
              <a:gd name="connsiteX120" fmla="*/ 0 w 1219677"/>
              <a:gd name="connsiteY120" fmla="*/ 24758 h 182911"/>
              <a:gd name="connsiteX121" fmla="*/ 30207 w 1219677"/>
              <a:gd name="connsiteY121" fmla="*/ 24758 h 182911"/>
              <a:gd name="connsiteX122" fmla="*/ 30207 w 1219677"/>
              <a:gd name="connsiteY122" fmla="*/ 0 h 182911"/>
              <a:gd name="connsiteX123" fmla="*/ 0 w 1219677"/>
              <a:gd name="connsiteY123" fmla="*/ 0 h 182911"/>
              <a:gd name="connsiteX124" fmla="*/ 0 w 1219677"/>
              <a:gd name="connsiteY124" fmla="*/ 24758 h 182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</a:cxnLst>
            <a:rect l="l" t="t" r="r" b="b"/>
            <a:pathLst>
              <a:path w="1219677" h="182911">
                <a:moveTo>
                  <a:pt x="1107982" y="46504"/>
                </a:moveTo>
                <a:lnTo>
                  <a:pt x="1107982" y="179327"/>
                </a:lnTo>
                <a:lnTo>
                  <a:pt x="1137184" y="179327"/>
                </a:lnTo>
                <a:lnTo>
                  <a:pt x="1137184" y="103333"/>
                </a:lnTo>
                <a:cubicBezTo>
                  <a:pt x="1137232" y="80343"/>
                  <a:pt x="1150662" y="65575"/>
                  <a:pt x="1167964" y="65575"/>
                </a:cubicBezTo>
                <a:cubicBezTo>
                  <a:pt x="1182445" y="65575"/>
                  <a:pt x="1190476" y="75373"/>
                  <a:pt x="1190476" y="94538"/>
                </a:cubicBezTo>
                <a:lnTo>
                  <a:pt x="1190476" y="179279"/>
                </a:lnTo>
                <a:lnTo>
                  <a:pt x="1219678" y="179279"/>
                </a:lnTo>
                <a:lnTo>
                  <a:pt x="1219678" y="94299"/>
                </a:lnTo>
                <a:cubicBezTo>
                  <a:pt x="1219678" y="59935"/>
                  <a:pt x="1205483" y="42872"/>
                  <a:pt x="1176519" y="42872"/>
                </a:cubicBezTo>
                <a:cubicBezTo>
                  <a:pt x="1158691" y="42872"/>
                  <a:pt x="1144975" y="51666"/>
                  <a:pt x="1135416" y="69207"/>
                </a:cubicBezTo>
                <a:lnTo>
                  <a:pt x="1135368" y="46457"/>
                </a:lnTo>
                <a:lnTo>
                  <a:pt x="1107982" y="46457"/>
                </a:lnTo>
                <a:close/>
                <a:moveTo>
                  <a:pt x="1017171" y="64571"/>
                </a:moveTo>
                <a:cubicBezTo>
                  <a:pt x="1036576" y="64571"/>
                  <a:pt x="1048954" y="81873"/>
                  <a:pt x="1048954" y="112892"/>
                </a:cubicBezTo>
                <a:cubicBezTo>
                  <a:pt x="1048954" y="143911"/>
                  <a:pt x="1036576" y="160973"/>
                  <a:pt x="1017171" y="160973"/>
                </a:cubicBezTo>
                <a:cubicBezTo>
                  <a:pt x="997527" y="160973"/>
                  <a:pt x="985626" y="144150"/>
                  <a:pt x="985626" y="112892"/>
                </a:cubicBezTo>
                <a:cubicBezTo>
                  <a:pt x="985626" y="81634"/>
                  <a:pt x="997479" y="64571"/>
                  <a:pt x="1017171" y="64571"/>
                </a:cubicBezTo>
                <a:moveTo>
                  <a:pt x="1017171" y="42872"/>
                </a:moveTo>
                <a:cubicBezTo>
                  <a:pt x="979652" y="42872"/>
                  <a:pt x="953843" y="70259"/>
                  <a:pt x="953843" y="112892"/>
                </a:cubicBezTo>
                <a:cubicBezTo>
                  <a:pt x="953843" y="155573"/>
                  <a:pt x="979413" y="182911"/>
                  <a:pt x="1017171" y="182911"/>
                </a:cubicBezTo>
                <a:cubicBezTo>
                  <a:pt x="1054929" y="182911"/>
                  <a:pt x="1080739" y="155573"/>
                  <a:pt x="1080739" y="112892"/>
                </a:cubicBezTo>
                <a:cubicBezTo>
                  <a:pt x="1080739" y="70259"/>
                  <a:pt x="1054881" y="42872"/>
                  <a:pt x="1017171" y="42872"/>
                </a:cubicBezTo>
                <a:moveTo>
                  <a:pt x="896633" y="179327"/>
                </a:moveTo>
                <a:lnTo>
                  <a:pt x="926838" y="179327"/>
                </a:lnTo>
                <a:lnTo>
                  <a:pt x="926838" y="46504"/>
                </a:lnTo>
                <a:lnTo>
                  <a:pt x="896633" y="46504"/>
                </a:lnTo>
                <a:lnTo>
                  <a:pt x="896633" y="179327"/>
                </a:lnTo>
                <a:close/>
                <a:moveTo>
                  <a:pt x="896633" y="24758"/>
                </a:moveTo>
                <a:lnTo>
                  <a:pt x="926838" y="24758"/>
                </a:lnTo>
                <a:lnTo>
                  <a:pt x="926838" y="0"/>
                </a:lnTo>
                <a:lnTo>
                  <a:pt x="896633" y="0"/>
                </a:lnTo>
                <a:lnTo>
                  <a:pt x="896633" y="24758"/>
                </a:lnTo>
                <a:close/>
                <a:moveTo>
                  <a:pt x="831775" y="9798"/>
                </a:moveTo>
                <a:lnTo>
                  <a:pt x="803862" y="12092"/>
                </a:lnTo>
                <a:lnTo>
                  <a:pt x="802859" y="46457"/>
                </a:lnTo>
                <a:lnTo>
                  <a:pt x="779821" y="46457"/>
                </a:lnTo>
                <a:lnTo>
                  <a:pt x="779821" y="66865"/>
                </a:lnTo>
                <a:lnTo>
                  <a:pt x="802046" y="66865"/>
                </a:lnTo>
                <a:lnTo>
                  <a:pt x="802046" y="133300"/>
                </a:lnTo>
                <a:cubicBezTo>
                  <a:pt x="802046" y="167904"/>
                  <a:pt x="812131" y="182863"/>
                  <a:pt x="843867" y="182863"/>
                </a:cubicBezTo>
                <a:cubicBezTo>
                  <a:pt x="850845" y="182863"/>
                  <a:pt x="857823" y="181812"/>
                  <a:pt x="865088" y="180283"/>
                </a:cubicBezTo>
                <a:lnTo>
                  <a:pt x="865088" y="157293"/>
                </a:lnTo>
                <a:cubicBezTo>
                  <a:pt x="859925" y="158584"/>
                  <a:pt x="855004" y="159109"/>
                  <a:pt x="850319" y="159109"/>
                </a:cubicBezTo>
                <a:cubicBezTo>
                  <a:pt x="834547" y="159109"/>
                  <a:pt x="831727" y="150602"/>
                  <a:pt x="831727" y="131197"/>
                </a:cubicBezTo>
                <a:lnTo>
                  <a:pt x="831727" y="66913"/>
                </a:lnTo>
                <a:lnTo>
                  <a:pt x="861407" y="66913"/>
                </a:lnTo>
                <a:lnTo>
                  <a:pt x="861407" y="46504"/>
                </a:lnTo>
                <a:lnTo>
                  <a:pt x="831727" y="46504"/>
                </a:lnTo>
                <a:lnTo>
                  <a:pt x="831727" y="9798"/>
                </a:lnTo>
                <a:close/>
                <a:moveTo>
                  <a:pt x="728681" y="113178"/>
                </a:moveTo>
                <a:lnTo>
                  <a:pt x="728681" y="122737"/>
                </a:lnTo>
                <a:cubicBezTo>
                  <a:pt x="728681" y="144484"/>
                  <a:pt x="713195" y="161308"/>
                  <a:pt x="693790" y="161308"/>
                </a:cubicBezTo>
                <a:cubicBezTo>
                  <a:pt x="679022" y="161308"/>
                  <a:pt x="669989" y="153278"/>
                  <a:pt x="669989" y="141377"/>
                </a:cubicBezTo>
                <a:cubicBezTo>
                  <a:pt x="669989" y="122737"/>
                  <a:pt x="687291" y="113178"/>
                  <a:pt x="721990" y="113178"/>
                </a:cubicBezTo>
                <a:lnTo>
                  <a:pt x="728681" y="113178"/>
                </a:lnTo>
                <a:close/>
                <a:moveTo>
                  <a:pt x="642125" y="80869"/>
                </a:moveTo>
                <a:lnTo>
                  <a:pt x="670036" y="84262"/>
                </a:lnTo>
                <a:cubicBezTo>
                  <a:pt x="672857" y="70545"/>
                  <a:pt x="683228" y="63567"/>
                  <a:pt x="701055" y="63567"/>
                </a:cubicBezTo>
                <a:cubicBezTo>
                  <a:pt x="719696" y="63567"/>
                  <a:pt x="728729" y="71549"/>
                  <a:pt x="728729" y="88373"/>
                </a:cubicBezTo>
                <a:lnTo>
                  <a:pt x="728729" y="95351"/>
                </a:lnTo>
                <a:lnTo>
                  <a:pt x="725910" y="95351"/>
                </a:lnTo>
                <a:cubicBezTo>
                  <a:pt x="667169" y="95351"/>
                  <a:pt x="638540" y="110836"/>
                  <a:pt x="638540" y="142907"/>
                </a:cubicBezTo>
                <a:cubicBezTo>
                  <a:pt x="638540" y="166135"/>
                  <a:pt x="656368" y="182672"/>
                  <a:pt x="684231" y="182672"/>
                </a:cubicBezTo>
                <a:cubicBezTo>
                  <a:pt x="704163" y="182672"/>
                  <a:pt x="720221" y="173400"/>
                  <a:pt x="729255" y="156337"/>
                </a:cubicBezTo>
                <a:cubicBezTo>
                  <a:pt x="729494" y="164845"/>
                  <a:pt x="730306" y="172396"/>
                  <a:pt x="732074" y="179327"/>
                </a:cubicBezTo>
                <a:lnTo>
                  <a:pt x="761804" y="179327"/>
                </a:lnTo>
                <a:cubicBezTo>
                  <a:pt x="758935" y="172396"/>
                  <a:pt x="757932" y="163602"/>
                  <a:pt x="757932" y="152992"/>
                </a:cubicBezTo>
                <a:lnTo>
                  <a:pt x="757932" y="95064"/>
                </a:lnTo>
                <a:cubicBezTo>
                  <a:pt x="757932" y="58883"/>
                  <a:pt x="742686" y="42872"/>
                  <a:pt x="704210" y="42872"/>
                </a:cubicBezTo>
                <a:cubicBezTo>
                  <a:pt x="668985" y="42872"/>
                  <a:pt x="648051" y="55777"/>
                  <a:pt x="642125" y="80869"/>
                </a:cubicBezTo>
                <a:moveTo>
                  <a:pt x="549546" y="179327"/>
                </a:moveTo>
                <a:lnTo>
                  <a:pt x="576693" y="179327"/>
                </a:lnTo>
                <a:lnTo>
                  <a:pt x="623723" y="46504"/>
                </a:lnTo>
                <a:lnTo>
                  <a:pt x="599157" y="46504"/>
                </a:lnTo>
                <a:lnTo>
                  <a:pt x="566082" y="147591"/>
                </a:lnTo>
                <a:lnTo>
                  <a:pt x="533248" y="46504"/>
                </a:lnTo>
                <a:lnTo>
                  <a:pt x="502993" y="46504"/>
                </a:lnTo>
                <a:lnTo>
                  <a:pt x="549546" y="179327"/>
                </a:lnTo>
                <a:close/>
                <a:moveTo>
                  <a:pt x="426235" y="64571"/>
                </a:moveTo>
                <a:cubicBezTo>
                  <a:pt x="445640" y="64571"/>
                  <a:pt x="458067" y="81873"/>
                  <a:pt x="458067" y="112892"/>
                </a:cubicBezTo>
                <a:cubicBezTo>
                  <a:pt x="458067" y="143911"/>
                  <a:pt x="445640" y="160973"/>
                  <a:pt x="426235" y="160973"/>
                </a:cubicBezTo>
                <a:cubicBezTo>
                  <a:pt x="406592" y="160973"/>
                  <a:pt x="394691" y="144150"/>
                  <a:pt x="394691" y="112892"/>
                </a:cubicBezTo>
                <a:cubicBezTo>
                  <a:pt x="394738" y="81634"/>
                  <a:pt x="406592" y="64571"/>
                  <a:pt x="426235" y="64571"/>
                </a:cubicBezTo>
                <a:moveTo>
                  <a:pt x="426235" y="42872"/>
                </a:moveTo>
                <a:cubicBezTo>
                  <a:pt x="388764" y="42872"/>
                  <a:pt x="362954" y="70259"/>
                  <a:pt x="362954" y="112892"/>
                </a:cubicBezTo>
                <a:cubicBezTo>
                  <a:pt x="362954" y="155573"/>
                  <a:pt x="388477" y="182911"/>
                  <a:pt x="426235" y="182911"/>
                </a:cubicBezTo>
                <a:cubicBezTo>
                  <a:pt x="463993" y="182911"/>
                  <a:pt x="489802" y="155573"/>
                  <a:pt x="489802" y="112892"/>
                </a:cubicBezTo>
                <a:cubicBezTo>
                  <a:pt x="489802" y="70259"/>
                  <a:pt x="463993" y="42872"/>
                  <a:pt x="426235" y="42872"/>
                </a:cubicBezTo>
                <a:moveTo>
                  <a:pt x="224302" y="46504"/>
                </a:moveTo>
                <a:lnTo>
                  <a:pt x="224302" y="179327"/>
                </a:lnTo>
                <a:lnTo>
                  <a:pt x="253456" y="179327"/>
                </a:lnTo>
                <a:lnTo>
                  <a:pt x="253456" y="103333"/>
                </a:lnTo>
                <a:cubicBezTo>
                  <a:pt x="253504" y="80343"/>
                  <a:pt x="266982" y="65575"/>
                  <a:pt x="284236" y="65575"/>
                </a:cubicBezTo>
                <a:cubicBezTo>
                  <a:pt x="298718" y="65575"/>
                  <a:pt x="306699" y="75373"/>
                  <a:pt x="306699" y="94538"/>
                </a:cubicBezTo>
                <a:lnTo>
                  <a:pt x="306699" y="179279"/>
                </a:lnTo>
                <a:lnTo>
                  <a:pt x="335903" y="179279"/>
                </a:lnTo>
                <a:lnTo>
                  <a:pt x="335903" y="94299"/>
                </a:lnTo>
                <a:cubicBezTo>
                  <a:pt x="335903" y="59935"/>
                  <a:pt x="321708" y="42872"/>
                  <a:pt x="292792" y="42872"/>
                </a:cubicBezTo>
                <a:cubicBezTo>
                  <a:pt x="274964" y="42872"/>
                  <a:pt x="261247" y="51666"/>
                  <a:pt x="251688" y="69207"/>
                </a:cubicBezTo>
                <a:lnTo>
                  <a:pt x="251640" y="46457"/>
                </a:lnTo>
                <a:lnTo>
                  <a:pt x="224302" y="46457"/>
                </a:lnTo>
                <a:close/>
                <a:moveTo>
                  <a:pt x="77189" y="46504"/>
                </a:moveTo>
                <a:lnTo>
                  <a:pt x="77189" y="179327"/>
                </a:lnTo>
                <a:lnTo>
                  <a:pt x="106391" y="179327"/>
                </a:lnTo>
                <a:lnTo>
                  <a:pt x="106391" y="103333"/>
                </a:lnTo>
                <a:cubicBezTo>
                  <a:pt x="106439" y="80343"/>
                  <a:pt x="119870" y="65575"/>
                  <a:pt x="137172" y="65575"/>
                </a:cubicBezTo>
                <a:cubicBezTo>
                  <a:pt x="151653" y="65575"/>
                  <a:pt x="159635" y="75373"/>
                  <a:pt x="159635" y="94538"/>
                </a:cubicBezTo>
                <a:lnTo>
                  <a:pt x="159635" y="179279"/>
                </a:lnTo>
                <a:lnTo>
                  <a:pt x="188838" y="179279"/>
                </a:lnTo>
                <a:lnTo>
                  <a:pt x="188838" y="94299"/>
                </a:lnTo>
                <a:cubicBezTo>
                  <a:pt x="188838" y="59935"/>
                  <a:pt x="174643" y="42872"/>
                  <a:pt x="145679" y="42872"/>
                </a:cubicBezTo>
                <a:cubicBezTo>
                  <a:pt x="127851" y="42872"/>
                  <a:pt x="114182" y="51666"/>
                  <a:pt x="104623" y="69207"/>
                </a:cubicBezTo>
                <a:lnTo>
                  <a:pt x="104575" y="46457"/>
                </a:lnTo>
                <a:lnTo>
                  <a:pt x="77189" y="46457"/>
                </a:lnTo>
                <a:close/>
                <a:moveTo>
                  <a:pt x="0" y="179327"/>
                </a:moveTo>
                <a:lnTo>
                  <a:pt x="30207" y="179327"/>
                </a:lnTo>
                <a:lnTo>
                  <a:pt x="30207" y="46504"/>
                </a:lnTo>
                <a:lnTo>
                  <a:pt x="0" y="46504"/>
                </a:lnTo>
                <a:lnTo>
                  <a:pt x="0" y="179327"/>
                </a:lnTo>
                <a:close/>
                <a:moveTo>
                  <a:pt x="0" y="24758"/>
                </a:moveTo>
                <a:lnTo>
                  <a:pt x="30207" y="24758"/>
                </a:lnTo>
                <a:lnTo>
                  <a:pt x="30207" y="0"/>
                </a:lnTo>
                <a:lnTo>
                  <a:pt x="0" y="0"/>
                </a:lnTo>
                <a:lnTo>
                  <a:pt x="0" y="24758"/>
                </a:lnTo>
                <a:close/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03" name="Vrije vorm: vorm 202">
            <a:extLst>
              <a:ext uri="{FF2B5EF4-FFF2-40B4-BE49-F238E27FC236}">
                <a16:creationId xmlns:a16="http://schemas.microsoft.com/office/drawing/2014/main" id="{61507882-5C09-AFEB-B812-B6EAEF4772AD}"/>
              </a:ext>
            </a:extLst>
          </p:cNvPr>
          <p:cNvSpPr/>
          <p:nvPr userDrawn="1"/>
        </p:nvSpPr>
        <p:spPr>
          <a:xfrm>
            <a:off x="7536165" y="3480414"/>
            <a:ext cx="568159" cy="331869"/>
          </a:xfrm>
          <a:custGeom>
            <a:avLst/>
            <a:gdLst>
              <a:gd name="connsiteX0" fmla="*/ 283398 w 568159"/>
              <a:gd name="connsiteY0" fmla="*/ 120492 h 331869"/>
              <a:gd name="connsiteX1" fmla="*/ 227076 w 568159"/>
              <a:gd name="connsiteY1" fmla="*/ 206853 h 331869"/>
              <a:gd name="connsiteX2" fmla="*/ 283398 w 568159"/>
              <a:gd name="connsiteY2" fmla="*/ 292700 h 331869"/>
              <a:gd name="connsiteX3" fmla="*/ 340230 w 568159"/>
              <a:gd name="connsiteY3" fmla="*/ 206853 h 331869"/>
              <a:gd name="connsiteX4" fmla="*/ 283398 w 568159"/>
              <a:gd name="connsiteY4" fmla="*/ 120492 h 331869"/>
              <a:gd name="connsiteX5" fmla="*/ 555700 w 568159"/>
              <a:gd name="connsiteY5" fmla="*/ 81752 h 331869"/>
              <a:gd name="connsiteX6" fmla="*/ 568159 w 568159"/>
              <a:gd name="connsiteY6" fmla="*/ 82263 h 331869"/>
              <a:gd name="connsiteX7" fmla="*/ 568159 w 568159"/>
              <a:gd name="connsiteY7" fmla="*/ 133378 h 331869"/>
              <a:gd name="connsiteX8" fmla="*/ 556638 w 568159"/>
              <a:gd name="connsiteY8" fmla="*/ 132867 h 331869"/>
              <a:gd name="connsiteX9" fmla="*/ 493406 w 568159"/>
              <a:gd name="connsiteY9" fmla="*/ 207706 h 331869"/>
              <a:gd name="connsiteX10" fmla="*/ 493406 w 568159"/>
              <a:gd name="connsiteY10" fmla="*/ 325297 h 331869"/>
              <a:gd name="connsiteX11" fmla="*/ 440413 w 568159"/>
              <a:gd name="connsiteY11" fmla="*/ 325297 h 331869"/>
              <a:gd name="connsiteX12" fmla="*/ 440413 w 568159"/>
              <a:gd name="connsiteY12" fmla="*/ 88151 h 331869"/>
              <a:gd name="connsiteX13" fmla="*/ 488798 w 568159"/>
              <a:gd name="connsiteY13" fmla="*/ 88151 h 331869"/>
              <a:gd name="connsiteX14" fmla="*/ 488798 w 568159"/>
              <a:gd name="connsiteY14" fmla="*/ 139352 h 331869"/>
              <a:gd name="connsiteX15" fmla="*/ 555700 w 568159"/>
              <a:gd name="connsiteY15" fmla="*/ 81752 h 331869"/>
              <a:gd name="connsiteX16" fmla="*/ 283398 w 568159"/>
              <a:gd name="connsiteY16" fmla="*/ 81752 h 331869"/>
              <a:gd name="connsiteX17" fmla="*/ 396893 w 568159"/>
              <a:gd name="connsiteY17" fmla="*/ 206853 h 331869"/>
              <a:gd name="connsiteX18" fmla="*/ 283398 w 568159"/>
              <a:gd name="connsiteY18" fmla="*/ 331869 h 331869"/>
              <a:gd name="connsiteX19" fmla="*/ 170413 w 568159"/>
              <a:gd name="connsiteY19" fmla="*/ 206853 h 331869"/>
              <a:gd name="connsiteX20" fmla="*/ 283398 w 568159"/>
              <a:gd name="connsiteY20" fmla="*/ 81752 h 331869"/>
              <a:gd name="connsiteX21" fmla="*/ 115372 w 568159"/>
              <a:gd name="connsiteY21" fmla="*/ 0 h 331869"/>
              <a:gd name="connsiteX22" fmla="*/ 161027 w 568159"/>
              <a:gd name="connsiteY22" fmla="*/ 4182 h 331869"/>
              <a:gd name="connsiteX23" fmla="*/ 161113 w 568159"/>
              <a:gd name="connsiteY23" fmla="*/ 4182 h 331869"/>
              <a:gd name="connsiteX24" fmla="*/ 161113 w 568159"/>
              <a:gd name="connsiteY24" fmla="*/ 42924 h 331869"/>
              <a:gd name="connsiteX25" fmla="*/ 129709 w 568159"/>
              <a:gd name="connsiteY25" fmla="*/ 39682 h 331869"/>
              <a:gd name="connsiteX26" fmla="*/ 90454 w 568159"/>
              <a:gd name="connsiteY26" fmla="*/ 81752 h 331869"/>
              <a:gd name="connsiteX27" fmla="*/ 90454 w 568159"/>
              <a:gd name="connsiteY27" fmla="*/ 88237 h 331869"/>
              <a:gd name="connsiteX28" fmla="*/ 148142 w 568159"/>
              <a:gd name="connsiteY28" fmla="*/ 88237 h 331869"/>
              <a:gd name="connsiteX29" fmla="*/ 148142 w 568159"/>
              <a:gd name="connsiteY29" fmla="*/ 124590 h 331869"/>
              <a:gd name="connsiteX30" fmla="*/ 91393 w 568159"/>
              <a:gd name="connsiteY30" fmla="*/ 124590 h 331869"/>
              <a:gd name="connsiteX31" fmla="*/ 91393 w 568159"/>
              <a:gd name="connsiteY31" fmla="*/ 325297 h 331869"/>
              <a:gd name="connsiteX32" fmla="*/ 39255 w 568159"/>
              <a:gd name="connsiteY32" fmla="*/ 325297 h 331869"/>
              <a:gd name="connsiteX33" fmla="*/ 39255 w 568159"/>
              <a:gd name="connsiteY33" fmla="*/ 124504 h 331869"/>
              <a:gd name="connsiteX34" fmla="*/ 0 w 568159"/>
              <a:gd name="connsiteY34" fmla="*/ 124504 h 331869"/>
              <a:gd name="connsiteX35" fmla="*/ 0 w 568159"/>
              <a:gd name="connsiteY35" fmla="*/ 88151 h 331869"/>
              <a:gd name="connsiteX36" fmla="*/ 39255 w 568159"/>
              <a:gd name="connsiteY36" fmla="*/ 88151 h 331869"/>
              <a:gd name="connsiteX37" fmla="*/ 39255 w 568159"/>
              <a:gd name="connsiteY37" fmla="*/ 83543 h 331869"/>
              <a:gd name="connsiteX38" fmla="*/ 115372 w 568159"/>
              <a:gd name="connsiteY38" fmla="*/ 0 h 331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568159" h="331869">
                <a:moveTo>
                  <a:pt x="283398" y="120492"/>
                </a:moveTo>
                <a:cubicBezTo>
                  <a:pt x="248324" y="120492"/>
                  <a:pt x="227076" y="150872"/>
                  <a:pt x="227076" y="206853"/>
                </a:cubicBezTo>
                <a:cubicBezTo>
                  <a:pt x="227076" y="262662"/>
                  <a:pt x="248324" y="292700"/>
                  <a:pt x="283398" y="292700"/>
                </a:cubicBezTo>
                <a:cubicBezTo>
                  <a:pt x="318042" y="292700"/>
                  <a:pt x="340230" y="262235"/>
                  <a:pt x="340230" y="206853"/>
                </a:cubicBezTo>
                <a:cubicBezTo>
                  <a:pt x="340230" y="151384"/>
                  <a:pt x="318042" y="120492"/>
                  <a:pt x="283398" y="120492"/>
                </a:cubicBezTo>
                <a:close/>
                <a:moveTo>
                  <a:pt x="555700" y="81752"/>
                </a:moveTo>
                <a:cubicBezTo>
                  <a:pt x="559369" y="81752"/>
                  <a:pt x="563551" y="81752"/>
                  <a:pt x="568159" y="82263"/>
                </a:cubicBezTo>
                <a:lnTo>
                  <a:pt x="568159" y="133378"/>
                </a:lnTo>
                <a:cubicBezTo>
                  <a:pt x="563124" y="132867"/>
                  <a:pt x="558943" y="132867"/>
                  <a:pt x="556638" y="132867"/>
                </a:cubicBezTo>
                <a:cubicBezTo>
                  <a:pt x="518408" y="132867"/>
                  <a:pt x="493492" y="161027"/>
                  <a:pt x="493406" y="207706"/>
                </a:cubicBezTo>
                <a:lnTo>
                  <a:pt x="493406" y="325297"/>
                </a:lnTo>
                <a:lnTo>
                  <a:pt x="440413" y="325297"/>
                </a:lnTo>
                <a:lnTo>
                  <a:pt x="440413" y="88151"/>
                </a:lnTo>
                <a:lnTo>
                  <a:pt x="488798" y="88151"/>
                </a:lnTo>
                <a:lnTo>
                  <a:pt x="488798" y="139352"/>
                </a:lnTo>
                <a:cubicBezTo>
                  <a:pt x="500746" y="100610"/>
                  <a:pt x="522420" y="81752"/>
                  <a:pt x="555700" y="81752"/>
                </a:cubicBezTo>
                <a:close/>
                <a:moveTo>
                  <a:pt x="283398" y="81752"/>
                </a:moveTo>
                <a:cubicBezTo>
                  <a:pt x="350812" y="81752"/>
                  <a:pt x="396893" y="130648"/>
                  <a:pt x="396893" y="206853"/>
                </a:cubicBezTo>
                <a:cubicBezTo>
                  <a:pt x="396893" y="282971"/>
                  <a:pt x="350812" y="331869"/>
                  <a:pt x="283398" y="331869"/>
                </a:cubicBezTo>
                <a:cubicBezTo>
                  <a:pt x="216067" y="331869"/>
                  <a:pt x="170413" y="282971"/>
                  <a:pt x="170413" y="206853"/>
                </a:cubicBezTo>
                <a:cubicBezTo>
                  <a:pt x="170413" y="130648"/>
                  <a:pt x="216495" y="81752"/>
                  <a:pt x="283398" y="81752"/>
                </a:cubicBezTo>
                <a:close/>
                <a:moveTo>
                  <a:pt x="115372" y="0"/>
                </a:moveTo>
                <a:cubicBezTo>
                  <a:pt x="131501" y="0"/>
                  <a:pt x="146690" y="939"/>
                  <a:pt x="161027" y="4182"/>
                </a:cubicBezTo>
                <a:lnTo>
                  <a:pt x="161113" y="4182"/>
                </a:lnTo>
                <a:lnTo>
                  <a:pt x="161113" y="42924"/>
                </a:lnTo>
                <a:cubicBezTo>
                  <a:pt x="147715" y="40619"/>
                  <a:pt x="137559" y="39682"/>
                  <a:pt x="129709" y="39682"/>
                </a:cubicBezTo>
                <a:cubicBezTo>
                  <a:pt x="101976" y="39682"/>
                  <a:pt x="90454" y="52651"/>
                  <a:pt x="90454" y="81752"/>
                </a:cubicBezTo>
                <a:lnTo>
                  <a:pt x="90454" y="88237"/>
                </a:lnTo>
                <a:lnTo>
                  <a:pt x="148142" y="88237"/>
                </a:lnTo>
                <a:lnTo>
                  <a:pt x="148142" y="124590"/>
                </a:lnTo>
                <a:lnTo>
                  <a:pt x="91393" y="124590"/>
                </a:lnTo>
                <a:lnTo>
                  <a:pt x="91393" y="325297"/>
                </a:lnTo>
                <a:lnTo>
                  <a:pt x="39255" y="325297"/>
                </a:lnTo>
                <a:lnTo>
                  <a:pt x="39255" y="124504"/>
                </a:lnTo>
                <a:lnTo>
                  <a:pt x="0" y="124504"/>
                </a:lnTo>
                <a:lnTo>
                  <a:pt x="0" y="88151"/>
                </a:lnTo>
                <a:lnTo>
                  <a:pt x="39255" y="88151"/>
                </a:lnTo>
                <a:lnTo>
                  <a:pt x="39255" y="83543"/>
                </a:lnTo>
                <a:cubicBezTo>
                  <a:pt x="39255" y="26710"/>
                  <a:pt x="63233" y="0"/>
                  <a:pt x="115372" y="0"/>
                </a:cubicBezTo>
                <a:close/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04" name="Rechthoek 203">
            <a:extLst>
              <a:ext uri="{FF2B5EF4-FFF2-40B4-BE49-F238E27FC236}">
                <a16:creationId xmlns:a16="http://schemas.microsoft.com/office/drawing/2014/main" id="{D2823E83-337B-EBE8-2DC9-AC1B405239E1}"/>
              </a:ext>
            </a:extLst>
          </p:cNvPr>
          <p:cNvSpPr/>
          <p:nvPr userDrawn="1"/>
        </p:nvSpPr>
        <p:spPr>
          <a:xfrm>
            <a:off x="0" y="0"/>
            <a:ext cx="739792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/>
          </a:p>
        </p:txBody>
      </p:sp>
      <p:sp>
        <p:nvSpPr>
          <p:cNvPr id="101" name="Vrije vorm: vorm 100">
            <a:extLst>
              <a:ext uri="{FF2B5EF4-FFF2-40B4-BE49-F238E27FC236}">
                <a16:creationId xmlns:a16="http://schemas.microsoft.com/office/drawing/2014/main" id="{537EE3E7-E6A1-2A71-DD63-989DA6DC30E2}"/>
              </a:ext>
            </a:extLst>
          </p:cNvPr>
          <p:cNvSpPr/>
          <p:nvPr/>
        </p:nvSpPr>
        <p:spPr>
          <a:xfrm>
            <a:off x="0" y="3352619"/>
            <a:ext cx="3018394" cy="1601948"/>
          </a:xfrm>
          <a:custGeom>
            <a:avLst/>
            <a:gdLst>
              <a:gd name="connsiteX0" fmla="*/ 3018394 w 3018394"/>
              <a:gd name="connsiteY0" fmla="*/ 0 h 1601948"/>
              <a:gd name="connsiteX1" fmla="*/ 3018394 w 3018394"/>
              <a:gd name="connsiteY1" fmla="*/ 75719 h 1601948"/>
              <a:gd name="connsiteX2" fmla="*/ 769532 w 3018394"/>
              <a:gd name="connsiteY2" fmla="*/ 823934 h 1601948"/>
              <a:gd name="connsiteX3" fmla="*/ 19912 w 3018394"/>
              <a:gd name="connsiteY3" fmla="*/ 1573121 h 1601948"/>
              <a:gd name="connsiteX4" fmla="*/ 0 w 3018394"/>
              <a:gd name="connsiteY4" fmla="*/ 1601948 h 1601948"/>
              <a:gd name="connsiteX5" fmla="*/ 0 w 3018394"/>
              <a:gd name="connsiteY5" fmla="*/ 1477374 h 1601948"/>
              <a:gd name="connsiteX6" fmla="*/ 129896 w 3018394"/>
              <a:gd name="connsiteY6" fmla="*/ 1316645 h 1601948"/>
              <a:gd name="connsiteX7" fmla="*/ 724101 w 3018394"/>
              <a:gd name="connsiteY7" fmla="*/ 763358 h 1601948"/>
              <a:gd name="connsiteX8" fmla="*/ 3018394 w 3018394"/>
              <a:gd name="connsiteY8" fmla="*/ 0 h 1601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18394" h="1601948">
                <a:moveTo>
                  <a:pt x="3018394" y="0"/>
                </a:moveTo>
                <a:lnTo>
                  <a:pt x="3018394" y="75719"/>
                </a:lnTo>
                <a:cubicBezTo>
                  <a:pt x="2199436" y="75719"/>
                  <a:pt x="1421800" y="334463"/>
                  <a:pt x="769532" y="823934"/>
                </a:cubicBezTo>
                <a:cubicBezTo>
                  <a:pt x="485477" y="1037137"/>
                  <a:pt x="233224" y="1289174"/>
                  <a:pt x="19912" y="1573121"/>
                </a:cubicBezTo>
                <a:lnTo>
                  <a:pt x="0" y="1601948"/>
                </a:lnTo>
                <a:lnTo>
                  <a:pt x="0" y="1477374"/>
                </a:lnTo>
                <a:lnTo>
                  <a:pt x="129896" y="1316645"/>
                </a:lnTo>
                <a:cubicBezTo>
                  <a:pt x="307672" y="1111924"/>
                  <a:pt x="506760" y="926507"/>
                  <a:pt x="724101" y="763358"/>
                </a:cubicBezTo>
                <a:cubicBezTo>
                  <a:pt x="1389565" y="263936"/>
                  <a:pt x="2182886" y="0"/>
                  <a:pt x="3018394" y="0"/>
                </a:cubicBezTo>
                <a:close/>
              </a:path>
            </a:pathLst>
          </a:custGeom>
          <a:gradFill>
            <a:gsLst>
              <a:gs pos="0">
                <a:srgbClr val="F3FAF0"/>
              </a:gs>
              <a:gs pos="99990">
                <a:srgbClr val="55A32E">
                  <a:alpha val="1176"/>
                </a:srgbClr>
              </a:gs>
              <a:gs pos="100000">
                <a:srgbClr val="F3FAF0">
                  <a:alpha val="0"/>
                </a:srgbClr>
              </a:gs>
            </a:gsLst>
            <a:lin ang="5400000" scaled="1"/>
          </a:gradFill>
          <a:ln w="10809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3" name="Vrije vorm: vorm 92">
            <a:extLst>
              <a:ext uri="{FF2B5EF4-FFF2-40B4-BE49-F238E27FC236}">
                <a16:creationId xmlns:a16="http://schemas.microsoft.com/office/drawing/2014/main" id="{88DE1C13-9FF9-BA9E-37BD-12D6F3BF9301}"/>
              </a:ext>
            </a:extLst>
          </p:cNvPr>
          <p:cNvSpPr/>
          <p:nvPr/>
        </p:nvSpPr>
        <p:spPr>
          <a:xfrm>
            <a:off x="1" y="3668477"/>
            <a:ext cx="2285873" cy="3189523"/>
          </a:xfrm>
          <a:custGeom>
            <a:avLst/>
            <a:gdLst>
              <a:gd name="connsiteX0" fmla="*/ 0 w 2285873"/>
              <a:gd name="connsiteY0" fmla="*/ 0 h 3189523"/>
              <a:gd name="connsiteX1" fmla="*/ 249321 w 2285873"/>
              <a:gd name="connsiteY1" fmla="*/ 118354 h 3189523"/>
              <a:gd name="connsiteX2" fmla="*/ 771371 w 2285873"/>
              <a:gd name="connsiteY2" fmla="*/ 448907 h 3189523"/>
              <a:gd name="connsiteX3" fmla="*/ 1535703 w 2285873"/>
              <a:gd name="connsiteY3" fmla="*/ 1213671 h 3189523"/>
              <a:gd name="connsiteX4" fmla="*/ 2250018 w 2285873"/>
              <a:gd name="connsiteY4" fmla="*/ 2890582 h 3189523"/>
              <a:gd name="connsiteX5" fmla="*/ 2285873 w 2285873"/>
              <a:gd name="connsiteY5" fmla="*/ 3189523 h 3189523"/>
              <a:gd name="connsiteX6" fmla="*/ 2209657 w 2285873"/>
              <a:gd name="connsiteY6" fmla="*/ 3189523 h 3189523"/>
              <a:gd name="connsiteX7" fmla="*/ 2175265 w 2285873"/>
              <a:gd name="connsiteY7" fmla="*/ 2902807 h 3189523"/>
              <a:gd name="connsiteX8" fmla="*/ 1475127 w 2285873"/>
              <a:gd name="connsiteY8" fmla="*/ 1259102 h 3189523"/>
              <a:gd name="connsiteX9" fmla="*/ 725940 w 2285873"/>
              <a:gd name="connsiteY9" fmla="*/ 509482 h 3189523"/>
              <a:gd name="connsiteX10" fmla="*/ 214198 w 2285873"/>
              <a:gd name="connsiteY10" fmla="*/ 185447 h 3189523"/>
              <a:gd name="connsiteX11" fmla="*/ 0 w 2285873"/>
              <a:gd name="connsiteY11" fmla="*/ 83764 h 3189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85873" h="3189523">
                <a:moveTo>
                  <a:pt x="0" y="0"/>
                </a:moveTo>
                <a:lnTo>
                  <a:pt x="249321" y="118354"/>
                </a:lnTo>
                <a:cubicBezTo>
                  <a:pt x="430459" y="213501"/>
                  <a:pt x="604924" y="323835"/>
                  <a:pt x="771371" y="448907"/>
                </a:cubicBezTo>
                <a:cubicBezTo>
                  <a:pt x="1061051" y="666545"/>
                  <a:pt x="1318172" y="923882"/>
                  <a:pt x="1535703" y="1213671"/>
                </a:cubicBezTo>
                <a:cubicBezTo>
                  <a:pt x="1910270" y="1712769"/>
                  <a:pt x="2152376" y="2283787"/>
                  <a:pt x="2250018" y="2890582"/>
                </a:cubicBezTo>
                <a:lnTo>
                  <a:pt x="2285873" y="3189523"/>
                </a:lnTo>
                <a:lnTo>
                  <a:pt x="2209657" y="3189523"/>
                </a:lnTo>
                <a:lnTo>
                  <a:pt x="2175265" y="2902807"/>
                </a:lnTo>
                <a:cubicBezTo>
                  <a:pt x="2079550" y="2308024"/>
                  <a:pt x="1842230" y="1748303"/>
                  <a:pt x="1475127" y="1259102"/>
                </a:cubicBezTo>
                <a:cubicBezTo>
                  <a:pt x="1261924" y="975047"/>
                  <a:pt x="1009887" y="722794"/>
                  <a:pt x="725940" y="509482"/>
                </a:cubicBezTo>
                <a:cubicBezTo>
                  <a:pt x="562765" y="386871"/>
                  <a:pt x="391748" y="278714"/>
                  <a:pt x="214198" y="185447"/>
                </a:cubicBezTo>
                <a:lnTo>
                  <a:pt x="0" y="83764"/>
                </a:lnTo>
                <a:close/>
              </a:path>
            </a:pathLst>
          </a:custGeom>
          <a:gradFill>
            <a:gsLst>
              <a:gs pos="0">
                <a:srgbClr val="F3FAF0"/>
              </a:gs>
              <a:gs pos="99990">
                <a:srgbClr val="55A32E">
                  <a:alpha val="1176"/>
                </a:srgbClr>
              </a:gs>
              <a:gs pos="100000">
                <a:srgbClr val="F3FAF0">
                  <a:alpha val="0"/>
                </a:srgbClr>
              </a:gs>
            </a:gsLst>
            <a:lin ang="5400000" scaled="1"/>
          </a:gradFill>
          <a:ln w="10809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" name="Vrije vorm: vorm 9">
            <a:extLst>
              <a:ext uri="{FF2B5EF4-FFF2-40B4-BE49-F238E27FC236}">
                <a16:creationId xmlns:a16="http://schemas.microsoft.com/office/drawing/2014/main" id="{136AF172-1313-5BD3-0B5B-CCF80891B460}"/>
              </a:ext>
            </a:extLst>
          </p:cNvPr>
          <p:cNvSpPr/>
          <p:nvPr/>
        </p:nvSpPr>
        <p:spPr>
          <a:xfrm>
            <a:off x="-10376" y="323850"/>
            <a:ext cx="3823822" cy="3823821"/>
          </a:xfrm>
          <a:custGeom>
            <a:avLst/>
            <a:gdLst>
              <a:gd name="connsiteX0" fmla="*/ 3823822 w 3823822"/>
              <a:gd name="connsiteY0" fmla="*/ 3823822 h 3823821"/>
              <a:gd name="connsiteX1" fmla="*/ 3748103 w 3823822"/>
              <a:gd name="connsiteY1" fmla="*/ 3823822 h 3823821"/>
              <a:gd name="connsiteX2" fmla="*/ 2999888 w 3823822"/>
              <a:gd name="connsiteY2" fmla="*/ 1574960 h 3823821"/>
              <a:gd name="connsiteX3" fmla="*/ 2248862 w 3823822"/>
              <a:gd name="connsiteY3" fmla="*/ 823934 h 3823821"/>
              <a:gd name="connsiteX4" fmla="*/ 0 w 3823822"/>
              <a:gd name="connsiteY4" fmla="*/ 75719 h 3823821"/>
              <a:gd name="connsiteX5" fmla="*/ 0 w 3823822"/>
              <a:gd name="connsiteY5" fmla="*/ 0 h 3823821"/>
              <a:gd name="connsiteX6" fmla="*/ 2294293 w 3823822"/>
              <a:gd name="connsiteY6" fmla="*/ 763358 h 3823821"/>
              <a:gd name="connsiteX7" fmla="*/ 3060464 w 3823822"/>
              <a:gd name="connsiteY7" fmla="*/ 1529421 h 3823821"/>
              <a:gd name="connsiteX8" fmla="*/ 3823822 w 3823822"/>
              <a:gd name="connsiteY8" fmla="*/ 3823822 h 3823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23822" h="3823821">
                <a:moveTo>
                  <a:pt x="3823822" y="3823822"/>
                </a:moveTo>
                <a:lnTo>
                  <a:pt x="3748103" y="3823822"/>
                </a:lnTo>
                <a:cubicBezTo>
                  <a:pt x="3748103" y="3004864"/>
                  <a:pt x="3489360" y="2227228"/>
                  <a:pt x="2999888" y="1574960"/>
                </a:cubicBezTo>
                <a:cubicBezTo>
                  <a:pt x="2786252" y="1290256"/>
                  <a:pt x="2533566" y="1037678"/>
                  <a:pt x="2248862" y="823934"/>
                </a:cubicBezTo>
                <a:cubicBezTo>
                  <a:pt x="1596595" y="334463"/>
                  <a:pt x="818958" y="75719"/>
                  <a:pt x="0" y="75719"/>
                </a:cubicBezTo>
                <a:lnTo>
                  <a:pt x="0" y="0"/>
                </a:lnTo>
                <a:cubicBezTo>
                  <a:pt x="835508" y="0"/>
                  <a:pt x="1628829" y="263936"/>
                  <a:pt x="2294293" y="763358"/>
                </a:cubicBezTo>
                <a:cubicBezTo>
                  <a:pt x="2584731" y="981321"/>
                  <a:pt x="2842501" y="1239091"/>
                  <a:pt x="3060464" y="1529421"/>
                </a:cubicBezTo>
                <a:cubicBezTo>
                  <a:pt x="3559886" y="2194993"/>
                  <a:pt x="3823822" y="2988314"/>
                  <a:pt x="3823822" y="3823822"/>
                </a:cubicBezTo>
                <a:close/>
              </a:path>
            </a:pathLst>
          </a:custGeom>
          <a:gradFill>
            <a:gsLst>
              <a:gs pos="0">
                <a:srgbClr val="F3FAF0"/>
              </a:gs>
              <a:gs pos="50000">
                <a:srgbClr val="F3FAF0">
                  <a:alpha val="49804"/>
                </a:srgbClr>
              </a:gs>
              <a:gs pos="100000">
                <a:srgbClr val="F3FAF0">
                  <a:alpha val="0"/>
                </a:srgbClr>
              </a:gs>
            </a:gsLst>
            <a:lin ang="5400000" scaled="1"/>
          </a:gradFill>
          <a:ln w="10809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1" name="Vrije vorm: vorm 10">
            <a:extLst>
              <a:ext uri="{FF2B5EF4-FFF2-40B4-BE49-F238E27FC236}">
                <a16:creationId xmlns:a16="http://schemas.microsoft.com/office/drawing/2014/main" id="{5BF1FD37-CCA2-7C05-BD6B-4E074374BA9D}"/>
              </a:ext>
            </a:extLst>
          </p:cNvPr>
          <p:cNvSpPr/>
          <p:nvPr/>
        </p:nvSpPr>
        <p:spPr>
          <a:xfrm>
            <a:off x="0" y="1819762"/>
            <a:ext cx="3823822" cy="3823821"/>
          </a:xfrm>
          <a:custGeom>
            <a:avLst/>
            <a:gdLst>
              <a:gd name="connsiteX0" fmla="*/ 3823822 w 3823822"/>
              <a:gd name="connsiteY0" fmla="*/ 3823822 h 3823821"/>
              <a:gd name="connsiteX1" fmla="*/ 3748103 w 3823822"/>
              <a:gd name="connsiteY1" fmla="*/ 3823822 h 3823821"/>
              <a:gd name="connsiteX2" fmla="*/ 2998482 w 3823822"/>
              <a:gd name="connsiteY2" fmla="*/ 1573121 h 3823821"/>
              <a:gd name="connsiteX3" fmla="*/ 2250592 w 3823822"/>
              <a:gd name="connsiteY3" fmla="*/ 825232 h 3823821"/>
              <a:gd name="connsiteX4" fmla="*/ 0 w 3823822"/>
              <a:gd name="connsiteY4" fmla="*/ 75719 h 3823821"/>
              <a:gd name="connsiteX5" fmla="*/ 0 w 3823822"/>
              <a:gd name="connsiteY5" fmla="*/ 0 h 3823821"/>
              <a:gd name="connsiteX6" fmla="*/ 2296132 w 3823822"/>
              <a:gd name="connsiteY6" fmla="*/ 764764 h 3823821"/>
              <a:gd name="connsiteX7" fmla="*/ 3059058 w 3823822"/>
              <a:gd name="connsiteY7" fmla="*/ 1527690 h 3823821"/>
              <a:gd name="connsiteX8" fmla="*/ 3823822 w 3823822"/>
              <a:gd name="connsiteY8" fmla="*/ 3823822 h 3823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23822" h="3823821">
                <a:moveTo>
                  <a:pt x="3823822" y="3823822"/>
                </a:moveTo>
                <a:lnTo>
                  <a:pt x="3748103" y="3823822"/>
                </a:lnTo>
                <a:cubicBezTo>
                  <a:pt x="3748103" y="3003999"/>
                  <a:pt x="3488927" y="2225821"/>
                  <a:pt x="2998482" y="1573121"/>
                </a:cubicBezTo>
                <a:cubicBezTo>
                  <a:pt x="2785495" y="1289715"/>
                  <a:pt x="2533891" y="1038111"/>
                  <a:pt x="2250592" y="825232"/>
                </a:cubicBezTo>
                <a:cubicBezTo>
                  <a:pt x="1598001" y="334895"/>
                  <a:pt x="819823" y="75719"/>
                  <a:pt x="0" y="75719"/>
                </a:cubicBezTo>
                <a:lnTo>
                  <a:pt x="0" y="0"/>
                </a:lnTo>
                <a:cubicBezTo>
                  <a:pt x="836373" y="0"/>
                  <a:pt x="1630344" y="264476"/>
                  <a:pt x="2296132" y="764764"/>
                </a:cubicBezTo>
                <a:cubicBezTo>
                  <a:pt x="2585163" y="981970"/>
                  <a:pt x="2841852" y="1238551"/>
                  <a:pt x="3059058" y="1527690"/>
                </a:cubicBezTo>
                <a:cubicBezTo>
                  <a:pt x="3559346" y="2193478"/>
                  <a:pt x="3823822" y="2987557"/>
                  <a:pt x="3823822" y="3823822"/>
                </a:cubicBezTo>
                <a:close/>
              </a:path>
            </a:pathLst>
          </a:custGeom>
          <a:gradFill>
            <a:gsLst>
              <a:gs pos="0">
                <a:srgbClr val="F3FAF0"/>
              </a:gs>
              <a:gs pos="50000">
                <a:srgbClr val="F3FAF0">
                  <a:alpha val="49804"/>
                </a:srgbClr>
              </a:gs>
              <a:gs pos="100000">
                <a:srgbClr val="F3FAF0">
                  <a:alpha val="0"/>
                </a:srgbClr>
              </a:gs>
            </a:gsLst>
            <a:lin ang="5400000" scaled="1"/>
          </a:gradFill>
          <a:ln w="10809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1" name="Vrije vorm: vorm 90">
            <a:extLst>
              <a:ext uri="{FF2B5EF4-FFF2-40B4-BE49-F238E27FC236}">
                <a16:creationId xmlns:a16="http://schemas.microsoft.com/office/drawing/2014/main" id="{C38E1B9C-2671-4A03-5AC3-87CC8B2681A3}"/>
              </a:ext>
            </a:extLst>
          </p:cNvPr>
          <p:cNvSpPr/>
          <p:nvPr userDrawn="1"/>
        </p:nvSpPr>
        <p:spPr>
          <a:xfrm>
            <a:off x="0" y="1835886"/>
            <a:ext cx="1541869" cy="3068978"/>
          </a:xfrm>
          <a:custGeom>
            <a:avLst/>
            <a:gdLst>
              <a:gd name="connsiteX0" fmla="*/ 0 w 1541869"/>
              <a:gd name="connsiteY0" fmla="*/ 0 h 3068978"/>
              <a:gd name="connsiteX1" fmla="*/ 12340 w 1541869"/>
              <a:gd name="connsiteY1" fmla="*/ 8514 h 3068978"/>
              <a:gd name="connsiteX2" fmla="*/ 778511 w 1541869"/>
              <a:gd name="connsiteY2" fmla="*/ 774577 h 3068978"/>
              <a:gd name="connsiteX3" fmla="*/ 1541869 w 1541869"/>
              <a:gd name="connsiteY3" fmla="*/ 3068978 h 3068978"/>
              <a:gd name="connsiteX4" fmla="*/ 1466150 w 1541869"/>
              <a:gd name="connsiteY4" fmla="*/ 3068978 h 3068978"/>
              <a:gd name="connsiteX5" fmla="*/ 717935 w 1541869"/>
              <a:gd name="connsiteY5" fmla="*/ 820116 h 3068978"/>
              <a:gd name="connsiteX6" fmla="*/ 174324 w 1541869"/>
              <a:gd name="connsiteY6" fmla="*/ 236529 h 3068978"/>
              <a:gd name="connsiteX7" fmla="*/ 0 w 1541869"/>
              <a:gd name="connsiteY7" fmla="*/ 95803 h 3068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1869" h="3068978">
                <a:moveTo>
                  <a:pt x="0" y="0"/>
                </a:moveTo>
                <a:lnTo>
                  <a:pt x="12340" y="8514"/>
                </a:lnTo>
                <a:cubicBezTo>
                  <a:pt x="302778" y="226477"/>
                  <a:pt x="560548" y="484247"/>
                  <a:pt x="778511" y="774577"/>
                </a:cubicBezTo>
                <a:cubicBezTo>
                  <a:pt x="1277934" y="1440149"/>
                  <a:pt x="1541869" y="2233470"/>
                  <a:pt x="1541869" y="3068978"/>
                </a:cubicBezTo>
                <a:lnTo>
                  <a:pt x="1466150" y="3068978"/>
                </a:lnTo>
                <a:cubicBezTo>
                  <a:pt x="1466150" y="2250020"/>
                  <a:pt x="1207406" y="1472384"/>
                  <a:pt x="717935" y="820116"/>
                </a:cubicBezTo>
                <a:cubicBezTo>
                  <a:pt x="557708" y="606588"/>
                  <a:pt x="375515" y="411070"/>
                  <a:pt x="174324" y="236529"/>
                </a:cubicBezTo>
                <a:lnTo>
                  <a:pt x="0" y="95803"/>
                </a:lnTo>
                <a:close/>
              </a:path>
            </a:pathLst>
          </a:custGeom>
          <a:gradFill>
            <a:gsLst>
              <a:gs pos="0">
                <a:srgbClr val="F3FAF0"/>
              </a:gs>
              <a:gs pos="50000">
                <a:srgbClr val="F3FAF0">
                  <a:alpha val="49804"/>
                </a:srgbClr>
              </a:gs>
              <a:gs pos="100000">
                <a:srgbClr val="F3FAF0">
                  <a:alpha val="0"/>
                </a:srgbClr>
              </a:gs>
            </a:gsLst>
            <a:lin ang="5400000" scaled="1"/>
          </a:gradFill>
          <a:ln w="10809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156" name="Groep 155">
            <a:extLst>
              <a:ext uri="{FF2B5EF4-FFF2-40B4-BE49-F238E27FC236}">
                <a16:creationId xmlns:a16="http://schemas.microsoft.com/office/drawing/2014/main" id="{DE4FA4CD-86B8-5D2F-9BE5-D06D5830A4E3}"/>
              </a:ext>
            </a:extLst>
          </p:cNvPr>
          <p:cNvGrpSpPr/>
          <p:nvPr userDrawn="1"/>
        </p:nvGrpSpPr>
        <p:grpSpPr>
          <a:xfrm>
            <a:off x="1436100" y="268654"/>
            <a:ext cx="151965" cy="151965"/>
            <a:chOff x="1436100" y="268654"/>
            <a:chExt cx="151965" cy="151965"/>
          </a:xfrm>
        </p:grpSpPr>
        <p:sp>
          <p:nvSpPr>
            <p:cNvPr id="42" name="Vrije vorm: vorm 41">
              <a:extLst>
                <a:ext uri="{FF2B5EF4-FFF2-40B4-BE49-F238E27FC236}">
                  <a16:creationId xmlns:a16="http://schemas.microsoft.com/office/drawing/2014/main" id="{2D68D67D-3A99-0080-B1F5-23ABF58C749F}"/>
                </a:ext>
              </a:extLst>
            </p:cNvPr>
            <p:cNvSpPr/>
            <p:nvPr/>
          </p:nvSpPr>
          <p:spPr>
            <a:xfrm>
              <a:off x="1436100" y="268654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3" name="Vrije vorm: vorm 42">
              <a:extLst>
                <a:ext uri="{FF2B5EF4-FFF2-40B4-BE49-F238E27FC236}">
                  <a16:creationId xmlns:a16="http://schemas.microsoft.com/office/drawing/2014/main" id="{4E5C3AE7-6AAB-6EA4-9D49-942D82E1682F}"/>
                </a:ext>
              </a:extLst>
            </p:cNvPr>
            <p:cNvSpPr/>
            <p:nvPr/>
          </p:nvSpPr>
          <p:spPr>
            <a:xfrm>
              <a:off x="1436100" y="268654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49695 w 167268"/>
                <a:gd name="connsiteY6" fmla="*/ 84117 h 167268"/>
                <a:gd name="connsiteX7" fmla="*/ 59732 w 167268"/>
                <a:gd name="connsiteY7" fmla="*/ 59732 h 167268"/>
                <a:gd name="connsiteX8" fmla="*/ 107523 w 167268"/>
                <a:gd name="connsiteY8" fmla="*/ 59732 h 167268"/>
                <a:gd name="connsiteX9" fmla="*/ 107523 w 167268"/>
                <a:gd name="connsiteY9" fmla="*/ 107523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7350"/>
                    <a:pt x="49959" y="102591"/>
                    <a:pt x="49695" y="84117"/>
                  </a:cubicBezTo>
                  <a:cubicBezTo>
                    <a:pt x="49552" y="74957"/>
                    <a:pt x="53185" y="66143"/>
                    <a:pt x="59732" y="59732"/>
                  </a:cubicBezTo>
                  <a:cubicBezTo>
                    <a:pt x="72934" y="46534"/>
                    <a:pt x="94321" y="46534"/>
                    <a:pt x="107523" y="59732"/>
                  </a:cubicBezTo>
                  <a:cubicBezTo>
                    <a:pt x="120725" y="72929"/>
                    <a:pt x="120725" y="94325"/>
                    <a:pt x="107523" y="107523"/>
                  </a:cubicBezTo>
                  <a:cubicBezTo>
                    <a:pt x="101131" y="113745"/>
                    <a:pt x="92540" y="117182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5" name="Vrije vorm: vorm 44">
            <a:extLst>
              <a:ext uri="{FF2B5EF4-FFF2-40B4-BE49-F238E27FC236}">
                <a16:creationId xmlns:a16="http://schemas.microsoft.com/office/drawing/2014/main" id="{C4C69539-A594-FD56-6A35-58FF5FCE785E}"/>
              </a:ext>
            </a:extLst>
          </p:cNvPr>
          <p:cNvSpPr/>
          <p:nvPr/>
        </p:nvSpPr>
        <p:spPr>
          <a:xfrm>
            <a:off x="2955752" y="268654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49695 w 167268"/>
              <a:gd name="connsiteY6" fmla="*/ 84117 h 167268"/>
              <a:gd name="connsiteX7" fmla="*/ 59732 w 167268"/>
              <a:gd name="connsiteY7" fmla="*/ 59732 h 167268"/>
              <a:gd name="connsiteX8" fmla="*/ 107523 w 167268"/>
              <a:gd name="connsiteY8" fmla="*/ 59732 h 167268"/>
              <a:gd name="connsiteX9" fmla="*/ 107523 w 167268"/>
              <a:gd name="connsiteY9" fmla="*/ 107523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7350"/>
                  <a:pt x="49959" y="102591"/>
                  <a:pt x="49695" y="84117"/>
                </a:cubicBezTo>
                <a:cubicBezTo>
                  <a:pt x="49552" y="74957"/>
                  <a:pt x="53185" y="66143"/>
                  <a:pt x="59732" y="59732"/>
                </a:cubicBezTo>
                <a:cubicBezTo>
                  <a:pt x="72934" y="46534"/>
                  <a:pt x="94321" y="46534"/>
                  <a:pt x="107523" y="59732"/>
                </a:cubicBezTo>
                <a:cubicBezTo>
                  <a:pt x="120725" y="72929"/>
                  <a:pt x="120725" y="94325"/>
                  <a:pt x="107523" y="107523"/>
                </a:cubicBezTo>
                <a:cubicBezTo>
                  <a:pt x="101131" y="113745"/>
                  <a:pt x="92540" y="117182"/>
                  <a:pt x="83627" y="117081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GB"/>
          </a:p>
        </p:txBody>
      </p:sp>
      <p:grpSp>
        <p:nvGrpSpPr>
          <p:cNvPr id="163" name="Groep 162">
            <a:extLst>
              <a:ext uri="{FF2B5EF4-FFF2-40B4-BE49-F238E27FC236}">
                <a16:creationId xmlns:a16="http://schemas.microsoft.com/office/drawing/2014/main" id="{8731AB22-EB0B-7705-3405-9855734AEAE6}"/>
              </a:ext>
            </a:extLst>
          </p:cNvPr>
          <p:cNvGrpSpPr/>
          <p:nvPr userDrawn="1"/>
        </p:nvGrpSpPr>
        <p:grpSpPr>
          <a:xfrm>
            <a:off x="676275" y="1028479"/>
            <a:ext cx="151965" cy="151965"/>
            <a:chOff x="676275" y="1028479"/>
            <a:chExt cx="151965" cy="151965"/>
          </a:xfrm>
        </p:grpSpPr>
        <p:sp>
          <p:nvSpPr>
            <p:cNvPr id="54" name="Vrije vorm: vorm 53">
              <a:extLst>
                <a:ext uri="{FF2B5EF4-FFF2-40B4-BE49-F238E27FC236}">
                  <a16:creationId xmlns:a16="http://schemas.microsoft.com/office/drawing/2014/main" id="{B721ED27-068D-A9AD-5F1D-E603301402F7}"/>
                </a:ext>
              </a:extLst>
            </p:cNvPr>
            <p:cNvSpPr/>
            <p:nvPr/>
          </p:nvSpPr>
          <p:spPr>
            <a:xfrm>
              <a:off x="676275" y="1028479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/>
            </a:p>
          </p:txBody>
        </p:sp>
        <p:sp>
          <p:nvSpPr>
            <p:cNvPr id="55" name="Vrije vorm: vorm 54">
              <a:extLst>
                <a:ext uri="{FF2B5EF4-FFF2-40B4-BE49-F238E27FC236}">
                  <a16:creationId xmlns:a16="http://schemas.microsoft.com/office/drawing/2014/main" id="{3EC05E37-E9A5-5895-70A3-26FBCAC9FDF8}"/>
                </a:ext>
              </a:extLst>
            </p:cNvPr>
            <p:cNvSpPr/>
            <p:nvPr/>
          </p:nvSpPr>
          <p:spPr>
            <a:xfrm>
              <a:off x="676275" y="1028479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9732 w 167268"/>
                <a:gd name="connsiteY6" fmla="*/ 107284 h 167268"/>
                <a:gd name="connsiteX7" fmla="*/ 59254 w 167268"/>
                <a:gd name="connsiteY7" fmla="*/ 59975 h 167268"/>
                <a:gd name="connsiteX8" fmla="*/ 59732 w 167268"/>
                <a:gd name="connsiteY8" fmla="*/ 59493 h 167268"/>
                <a:gd name="connsiteX9" fmla="*/ 107045 w 167268"/>
                <a:gd name="connsiteY9" fmla="*/ 59010 h 167268"/>
                <a:gd name="connsiteX10" fmla="*/ 107523 w 167268"/>
                <a:gd name="connsiteY10" fmla="*/ 59493 h 167268"/>
                <a:gd name="connsiteX11" fmla="*/ 108001 w 167268"/>
                <a:gd name="connsiteY11" fmla="*/ 106801 h 167268"/>
                <a:gd name="connsiteX12" fmla="*/ 107523 w 167268"/>
                <a:gd name="connsiteY12" fmla="*/ 107284 h 167268"/>
                <a:gd name="connsiteX13" fmla="*/ 83627 w 167268"/>
                <a:gd name="connsiteY13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74678" y="117093"/>
                    <a:pt x="66100" y="113572"/>
                    <a:pt x="59732" y="107284"/>
                  </a:cubicBezTo>
                  <a:cubicBezTo>
                    <a:pt x="46529" y="94354"/>
                    <a:pt x="46315" y="73173"/>
                    <a:pt x="59254" y="59975"/>
                  </a:cubicBezTo>
                  <a:cubicBezTo>
                    <a:pt x="59409" y="59813"/>
                    <a:pt x="59564" y="59652"/>
                    <a:pt x="59732" y="59493"/>
                  </a:cubicBezTo>
                  <a:cubicBezTo>
                    <a:pt x="72659" y="46295"/>
                    <a:pt x="93843" y="46079"/>
                    <a:pt x="107045" y="59010"/>
                  </a:cubicBezTo>
                  <a:cubicBezTo>
                    <a:pt x="107200" y="59169"/>
                    <a:pt x="107367" y="59330"/>
                    <a:pt x="107523" y="59493"/>
                  </a:cubicBezTo>
                  <a:cubicBezTo>
                    <a:pt x="120725" y="72424"/>
                    <a:pt x="120940" y="93603"/>
                    <a:pt x="108001" y="106801"/>
                  </a:cubicBezTo>
                  <a:cubicBezTo>
                    <a:pt x="107845" y="106963"/>
                    <a:pt x="107690" y="107125"/>
                    <a:pt x="107523" y="107284"/>
                  </a:cubicBezTo>
                  <a:cubicBezTo>
                    <a:pt x="101155" y="113572"/>
                    <a:pt x="92576" y="117093"/>
                    <a:pt x="83627" y="117081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/>
            </a:p>
          </p:txBody>
        </p:sp>
      </p:grpSp>
      <p:grpSp>
        <p:nvGrpSpPr>
          <p:cNvPr id="157" name="Groep 156">
            <a:extLst>
              <a:ext uri="{FF2B5EF4-FFF2-40B4-BE49-F238E27FC236}">
                <a16:creationId xmlns:a16="http://schemas.microsoft.com/office/drawing/2014/main" id="{0B80B5B9-7165-F285-68BA-300394543AC2}"/>
              </a:ext>
            </a:extLst>
          </p:cNvPr>
          <p:cNvGrpSpPr/>
          <p:nvPr userDrawn="1"/>
        </p:nvGrpSpPr>
        <p:grpSpPr>
          <a:xfrm>
            <a:off x="2195927" y="1028479"/>
            <a:ext cx="151965" cy="151965"/>
            <a:chOff x="2195927" y="1028479"/>
            <a:chExt cx="151965" cy="151965"/>
          </a:xfrm>
        </p:grpSpPr>
        <p:sp>
          <p:nvSpPr>
            <p:cNvPr id="56" name="Vrije vorm: vorm 55">
              <a:extLst>
                <a:ext uri="{FF2B5EF4-FFF2-40B4-BE49-F238E27FC236}">
                  <a16:creationId xmlns:a16="http://schemas.microsoft.com/office/drawing/2014/main" id="{ECCEBEA7-6B2E-AA98-177C-74E7A9DD60EB}"/>
                </a:ext>
              </a:extLst>
            </p:cNvPr>
            <p:cNvSpPr/>
            <p:nvPr/>
          </p:nvSpPr>
          <p:spPr>
            <a:xfrm>
              <a:off x="2195927" y="1028479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7" name="Vrije vorm: vorm 56">
              <a:extLst>
                <a:ext uri="{FF2B5EF4-FFF2-40B4-BE49-F238E27FC236}">
                  <a16:creationId xmlns:a16="http://schemas.microsoft.com/office/drawing/2014/main" id="{2AF6DBA9-A6EF-A638-E228-9F1A50B158A5}"/>
                </a:ext>
              </a:extLst>
            </p:cNvPr>
            <p:cNvSpPr/>
            <p:nvPr/>
          </p:nvSpPr>
          <p:spPr>
            <a:xfrm>
              <a:off x="2195927" y="1028479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7 h 167268"/>
                <a:gd name="connsiteX7" fmla="*/ 84105 w 167268"/>
                <a:gd name="connsiteY7" fmla="*/ 50175 h 167268"/>
                <a:gd name="connsiteX8" fmla="*/ 117320 w 167268"/>
                <a:gd name="connsiteY8" fmla="*/ 83869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8"/>
                    <a:pt x="50281" y="101863"/>
                    <a:pt x="50412" y="83387"/>
                  </a:cubicBezTo>
                  <a:cubicBezTo>
                    <a:pt x="50544" y="64912"/>
                    <a:pt x="65634" y="50042"/>
                    <a:pt x="84105" y="50175"/>
                  </a:cubicBezTo>
                  <a:cubicBezTo>
                    <a:pt x="102588" y="50309"/>
                    <a:pt x="117451" y="65393"/>
                    <a:pt x="117320" y="83869"/>
                  </a:cubicBezTo>
                  <a:cubicBezTo>
                    <a:pt x="117260" y="92657"/>
                    <a:pt x="113736" y="101068"/>
                    <a:pt x="107523" y="107284"/>
                  </a:cubicBezTo>
                  <a:cubicBezTo>
                    <a:pt x="101178" y="113593"/>
                    <a:pt x="92576" y="117119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58" name="Vrije vorm: vorm 57">
            <a:extLst>
              <a:ext uri="{FF2B5EF4-FFF2-40B4-BE49-F238E27FC236}">
                <a16:creationId xmlns:a16="http://schemas.microsoft.com/office/drawing/2014/main" id="{D090E259-762B-0CF2-4F6D-1D780A48E7CC}"/>
              </a:ext>
            </a:extLst>
          </p:cNvPr>
          <p:cNvSpPr/>
          <p:nvPr/>
        </p:nvSpPr>
        <p:spPr>
          <a:xfrm>
            <a:off x="3715579" y="1028479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</a:path>
            </a:pathLst>
          </a:custGeom>
          <a:solidFill>
            <a:schemeClr val="accent1"/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9" name="Vrije vorm: vorm 58">
            <a:extLst>
              <a:ext uri="{FF2B5EF4-FFF2-40B4-BE49-F238E27FC236}">
                <a16:creationId xmlns:a16="http://schemas.microsoft.com/office/drawing/2014/main" id="{0D38E2A2-3088-7EED-DB4A-EAA535911290}"/>
              </a:ext>
            </a:extLst>
          </p:cNvPr>
          <p:cNvSpPr/>
          <p:nvPr/>
        </p:nvSpPr>
        <p:spPr>
          <a:xfrm>
            <a:off x="3715579" y="1028479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50412 w 167268"/>
              <a:gd name="connsiteY6" fmla="*/ 83387 h 167268"/>
              <a:gd name="connsiteX7" fmla="*/ 84105 w 167268"/>
              <a:gd name="connsiteY7" fmla="*/ 50175 h 167268"/>
              <a:gd name="connsiteX8" fmla="*/ 117320 w 167268"/>
              <a:gd name="connsiteY8" fmla="*/ 83869 h 167268"/>
              <a:gd name="connsiteX9" fmla="*/ 107523 w 167268"/>
              <a:gd name="connsiteY9" fmla="*/ 107284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6948"/>
                  <a:pt x="50281" y="101863"/>
                  <a:pt x="50412" y="83387"/>
                </a:cubicBezTo>
                <a:cubicBezTo>
                  <a:pt x="50544" y="64912"/>
                  <a:pt x="65634" y="50042"/>
                  <a:pt x="84105" y="50175"/>
                </a:cubicBezTo>
                <a:cubicBezTo>
                  <a:pt x="102588" y="50309"/>
                  <a:pt x="117451" y="65393"/>
                  <a:pt x="117320" y="83869"/>
                </a:cubicBezTo>
                <a:cubicBezTo>
                  <a:pt x="117260" y="92657"/>
                  <a:pt x="113736" y="101068"/>
                  <a:pt x="107523" y="107284"/>
                </a:cubicBezTo>
                <a:cubicBezTo>
                  <a:pt x="101178" y="113593"/>
                  <a:pt x="92576" y="117119"/>
                  <a:pt x="83627" y="117081"/>
                </a:cubicBezTo>
                <a:close/>
              </a:path>
            </a:pathLst>
          </a:custGeom>
          <a:solidFill>
            <a:schemeClr val="accent1"/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162" name="Groep 161">
            <a:extLst>
              <a:ext uri="{FF2B5EF4-FFF2-40B4-BE49-F238E27FC236}">
                <a16:creationId xmlns:a16="http://schemas.microsoft.com/office/drawing/2014/main" id="{7B7D2BA0-D05A-A0A2-0B6B-6A26CC015F37}"/>
              </a:ext>
            </a:extLst>
          </p:cNvPr>
          <p:cNvGrpSpPr/>
          <p:nvPr userDrawn="1"/>
        </p:nvGrpSpPr>
        <p:grpSpPr>
          <a:xfrm>
            <a:off x="1436100" y="1788305"/>
            <a:ext cx="151965" cy="151965"/>
            <a:chOff x="1436100" y="1788305"/>
            <a:chExt cx="151965" cy="151965"/>
          </a:xfrm>
        </p:grpSpPr>
        <p:sp>
          <p:nvSpPr>
            <p:cNvPr id="68" name="Vrije vorm: vorm 67">
              <a:extLst>
                <a:ext uri="{FF2B5EF4-FFF2-40B4-BE49-F238E27FC236}">
                  <a16:creationId xmlns:a16="http://schemas.microsoft.com/office/drawing/2014/main" id="{8A125716-26D8-31F5-8C30-D9F2919D2C94}"/>
                </a:ext>
              </a:extLst>
            </p:cNvPr>
            <p:cNvSpPr/>
            <p:nvPr/>
          </p:nvSpPr>
          <p:spPr>
            <a:xfrm>
              <a:off x="1436100" y="178830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/>
            </a:p>
          </p:txBody>
        </p:sp>
        <p:sp>
          <p:nvSpPr>
            <p:cNvPr id="69" name="Vrije vorm: vorm 68">
              <a:extLst>
                <a:ext uri="{FF2B5EF4-FFF2-40B4-BE49-F238E27FC236}">
                  <a16:creationId xmlns:a16="http://schemas.microsoft.com/office/drawing/2014/main" id="{BB004EFC-EFCE-790B-285E-3BE07FAE7556}"/>
                </a:ext>
              </a:extLst>
            </p:cNvPr>
            <p:cNvSpPr/>
            <p:nvPr/>
          </p:nvSpPr>
          <p:spPr>
            <a:xfrm>
              <a:off x="1436100" y="178830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/>
            </a:p>
          </p:txBody>
        </p:sp>
      </p:grpSp>
      <p:grpSp>
        <p:nvGrpSpPr>
          <p:cNvPr id="158" name="Groep 157">
            <a:extLst>
              <a:ext uri="{FF2B5EF4-FFF2-40B4-BE49-F238E27FC236}">
                <a16:creationId xmlns:a16="http://schemas.microsoft.com/office/drawing/2014/main" id="{984FA816-DE39-A0E1-8328-81C54E0D0358}"/>
              </a:ext>
            </a:extLst>
          </p:cNvPr>
          <p:cNvGrpSpPr/>
          <p:nvPr userDrawn="1"/>
        </p:nvGrpSpPr>
        <p:grpSpPr>
          <a:xfrm>
            <a:off x="2955752" y="1788305"/>
            <a:ext cx="151965" cy="151965"/>
            <a:chOff x="2955752" y="1788305"/>
            <a:chExt cx="151965" cy="151965"/>
          </a:xfrm>
        </p:grpSpPr>
        <p:sp>
          <p:nvSpPr>
            <p:cNvPr id="70" name="Vrije vorm: vorm 69">
              <a:extLst>
                <a:ext uri="{FF2B5EF4-FFF2-40B4-BE49-F238E27FC236}">
                  <a16:creationId xmlns:a16="http://schemas.microsoft.com/office/drawing/2014/main" id="{AD86F847-8E61-1D6F-78D0-FB5A19372180}"/>
                </a:ext>
              </a:extLst>
            </p:cNvPr>
            <p:cNvSpPr/>
            <p:nvPr/>
          </p:nvSpPr>
          <p:spPr>
            <a:xfrm>
              <a:off x="2955752" y="178830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1" name="Vrije vorm: vorm 70">
              <a:extLst>
                <a:ext uri="{FF2B5EF4-FFF2-40B4-BE49-F238E27FC236}">
                  <a16:creationId xmlns:a16="http://schemas.microsoft.com/office/drawing/2014/main" id="{FDEAE792-505A-B947-5B3D-F2D7F7551D23}"/>
                </a:ext>
              </a:extLst>
            </p:cNvPr>
            <p:cNvSpPr/>
            <p:nvPr/>
          </p:nvSpPr>
          <p:spPr>
            <a:xfrm>
              <a:off x="2955752" y="178830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4" name="Groep 163">
            <a:extLst>
              <a:ext uri="{FF2B5EF4-FFF2-40B4-BE49-F238E27FC236}">
                <a16:creationId xmlns:a16="http://schemas.microsoft.com/office/drawing/2014/main" id="{B0A7183E-C35F-6C61-AEE0-F1C935378057}"/>
              </a:ext>
            </a:extLst>
          </p:cNvPr>
          <p:cNvGrpSpPr/>
          <p:nvPr userDrawn="1"/>
        </p:nvGrpSpPr>
        <p:grpSpPr>
          <a:xfrm>
            <a:off x="676275" y="2548131"/>
            <a:ext cx="151965" cy="151965"/>
            <a:chOff x="676275" y="2548131"/>
            <a:chExt cx="151965" cy="151965"/>
          </a:xfrm>
        </p:grpSpPr>
        <p:sp>
          <p:nvSpPr>
            <p:cNvPr id="80" name="Vrije vorm: vorm 79">
              <a:extLst>
                <a:ext uri="{FF2B5EF4-FFF2-40B4-BE49-F238E27FC236}">
                  <a16:creationId xmlns:a16="http://schemas.microsoft.com/office/drawing/2014/main" id="{D2E2D6AA-4CA8-D20E-CBDB-5434A2E39CED}"/>
                </a:ext>
              </a:extLst>
            </p:cNvPr>
            <p:cNvSpPr/>
            <p:nvPr/>
          </p:nvSpPr>
          <p:spPr>
            <a:xfrm>
              <a:off x="676275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1" name="Vrije vorm: vorm 80">
              <a:extLst>
                <a:ext uri="{FF2B5EF4-FFF2-40B4-BE49-F238E27FC236}">
                  <a16:creationId xmlns:a16="http://schemas.microsoft.com/office/drawing/2014/main" id="{4301B2DD-311B-2255-EA5B-04951991C33C}"/>
                </a:ext>
              </a:extLst>
            </p:cNvPr>
            <p:cNvSpPr/>
            <p:nvPr/>
          </p:nvSpPr>
          <p:spPr>
            <a:xfrm>
              <a:off x="676275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5" y="101071"/>
                    <a:pt x="107523" y="107284"/>
                  </a:cubicBezTo>
                  <a:cubicBezTo>
                    <a:pt x="101202" y="113628"/>
                    <a:pt x="92588" y="117165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1" name="Groep 160">
            <a:extLst>
              <a:ext uri="{FF2B5EF4-FFF2-40B4-BE49-F238E27FC236}">
                <a16:creationId xmlns:a16="http://schemas.microsoft.com/office/drawing/2014/main" id="{CE4F4FA7-E506-2F57-F370-F6834CB0762A}"/>
              </a:ext>
            </a:extLst>
          </p:cNvPr>
          <p:cNvGrpSpPr/>
          <p:nvPr userDrawn="1"/>
        </p:nvGrpSpPr>
        <p:grpSpPr>
          <a:xfrm>
            <a:off x="2195927" y="2548131"/>
            <a:ext cx="151965" cy="151965"/>
            <a:chOff x="2195927" y="2548131"/>
            <a:chExt cx="151965" cy="151965"/>
          </a:xfrm>
        </p:grpSpPr>
        <p:sp>
          <p:nvSpPr>
            <p:cNvPr id="82" name="Vrije vorm: vorm 81">
              <a:extLst>
                <a:ext uri="{FF2B5EF4-FFF2-40B4-BE49-F238E27FC236}">
                  <a16:creationId xmlns:a16="http://schemas.microsoft.com/office/drawing/2014/main" id="{567D651F-B8AF-EB1B-946A-90EC4F80C48D}"/>
                </a:ext>
              </a:extLst>
            </p:cNvPr>
            <p:cNvSpPr/>
            <p:nvPr/>
          </p:nvSpPr>
          <p:spPr>
            <a:xfrm>
              <a:off x="2195927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3" name="Vrije vorm: vorm 82">
              <a:extLst>
                <a:ext uri="{FF2B5EF4-FFF2-40B4-BE49-F238E27FC236}">
                  <a16:creationId xmlns:a16="http://schemas.microsoft.com/office/drawing/2014/main" id="{C58E6801-4084-0EAD-A0FE-E6C5FE4198EF}"/>
                </a:ext>
              </a:extLst>
            </p:cNvPr>
            <p:cNvSpPr/>
            <p:nvPr/>
          </p:nvSpPr>
          <p:spPr>
            <a:xfrm>
              <a:off x="2195927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0" name="Groep 159">
            <a:extLst>
              <a:ext uri="{FF2B5EF4-FFF2-40B4-BE49-F238E27FC236}">
                <a16:creationId xmlns:a16="http://schemas.microsoft.com/office/drawing/2014/main" id="{C9687D3C-EE2D-58ED-5ED2-6F58BFF75D3D}"/>
              </a:ext>
            </a:extLst>
          </p:cNvPr>
          <p:cNvGrpSpPr/>
          <p:nvPr userDrawn="1"/>
        </p:nvGrpSpPr>
        <p:grpSpPr>
          <a:xfrm>
            <a:off x="3715579" y="2548131"/>
            <a:ext cx="151965" cy="151965"/>
            <a:chOff x="3715579" y="2548131"/>
            <a:chExt cx="151965" cy="151965"/>
          </a:xfrm>
        </p:grpSpPr>
        <p:sp>
          <p:nvSpPr>
            <p:cNvPr id="84" name="Vrije vorm: vorm 83">
              <a:extLst>
                <a:ext uri="{FF2B5EF4-FFF2-40B4-BE49-F238E27FC236}">
                  <a16:creationId xmlns:a16="http://schemas.microsoft.com/office/drawing/2014/main" id="{9CFB7428-1640-7106-71E3-CEEC9C2199A2}"/>
                </a:ext>
              </a:extLst>
            </p:cNvPr>
            <p:cNvSpPr/>
            <p:nvPr/>
          </p:nvSpPr>
          <p:spPr>
            <a:xfrm>
              <a:off x="3715579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5" name="Vrije vorm: vorm 84">
              <a:extLst>
                <a:ext uri="{FF2B5EF4-FFF2-40B4-BE49-F238E27FC236}">
                  <a16:creationId xmlns:a16="http://schemas.microsoft.com/office/drawing/2014/main" id="{E639F2F6-22F6-E6C0-30E7-C9A4563FD620}"/>
                </a:ext>
              </a:extLst>
            </p:cNvPr>
            <p:cNvSpPr/>
            <p:nvPr/>
          </p:nvSpPr>
          <p:spPr>
            <a:xfrm>
              <a:off x="3715579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5" name="Groep 164">
            <a:extLst>
              <a:ext uri="{FF2B5EF4-FFF2-40B4-BE49-F238E27FC236}">
                <a16:creationId xmlns:a16="http://schemas.microsoft.com/office/drawing/2014/main" id="{03DF1EB7-0FEA-269F-398C-FE1B27505950}"/>
              </a:ext>
            </a:extLst>
          </p:cNvPr>
          <p:cNvGrpSpPr/>
          <p:nvPr userDrawn="1"/>
        </p:nvGrpSpPr>
        <p:grpSpPr>
          <a:xfrm>
            <a:off x="1436100" y="3307957"/>
            <a:ext cx="151965" cy="151965"/>
            <a:chOff x="1436100" y="3307957"/>
            <a:chExt cx="151965" cy="151965"/>
          </a:xfrm>
        </p:grpSpPr>
        <p:sp>
          <p:nvSpPr>
            <p:cNvPr id="94" name="Vrije vorm: vorm 93">
              <a:extLst>
                <a:ext uri="{FF2B5EF4-FFF2-40B4-BE49-F238E27FC236}">
                  <a16:creationId xmlns:a16="http://schemas.microsoft.com/office/drawing/2014/main" id="{5E364CBB-B959-5E3F-73C1-837472B06288}"/>
                </a:ext>
              </a:extLst>
            </p:cNvPr>
            <p:cNvSpPr/>
            <p:nvPr/>
          </p:nvSpPr>
          <p:spPr>
            <a:xfrm>
              <a:off x="1436100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/>
            </a:p>
          </p:txBody>
        </p:sp>
        <p:sp>
          <p:nvSpPr>
            <p:cNvPr id="95" name="Vrije vorm: vorm 94">
              <a:extLst>
                <a:ext uri="{FF2B5EF4-FFF2-40B4-BE49-F238E27FC236}">
                  <a16:creationId xmlns:a16="http://schemas.microsoft.com/office/drawing/2014/main" id="{CD16A07E-9EFA-E89B-BC1C-46C9F7A82B72}"/>
                </a:ext>
              </a:extLst>
            </p:cNvPr>
            <p:cNvSpPr/>
            <p:nvPr/>
          </p:nvSpPr>
          <p:spPr>
            <a:xfrm>
              <a:off x="1436100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/>
            </a:p>
          </p:txBody>
        </p:sp>
      </p:grpSp>
      <p:grpSp>
        <p:nvGrpSpPr>
          <p:cNvPr id="166" name="Groep 165">
            <a:extLst>
              <a:ext uri="{FF2B5EF4-FFF2-40B4-BE49-F238E27FC236}">
                <a16:creationId xmlns:a16="http://schemas.microsoft.com/office/drawing/2014/main" id="{C1B70BE9-407A-0E6A-3837-8939A0171A04}"/>
              </a:ext>
            </a:extLst>
          </p:cNvPr>
          <p:cNvGrpSpPr/>
          <p:nvPr userDrawn="1"/>
        </p:nvGrpSpPr>
        <p:grpSpPr>
          <a:xfrm>
            <a:off x="2955752" y="3307957"/>
            <a:ext cx="151965" cy="151965"/>
            <a:chOff x="2955752" y="3307957"/>
            <a:chExt cx="151965" cy="151965"/>
          </a:xfrm>
        </p:grpSpPr>
        <p:sp>
          <p:nvSpPr>
            <p:cNvPr id="96" name="Vrije vorm: vorm 95">
              <a:extLst>
                <a:ext uri="{FF2B5EF4-FFF2-40B4-BE49-F238E27FC236}">
                  <a16:creationId xmlns:a16="http://schemas.microsoft.com/office/drawing/2014/main" id="{88F45089-4D4B-BB1C-967C-CCCB812909CD}"/>
                </a:ext>
              </a:extLst>
            </p:cNvPr>
            <p:cNvSpPr/>
            <p:nvPr/>
          </p:nvSpPr>
          <p:spPr>
            <a:xfrm>
              <a:off x="2955752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7" name="Vrije vorm: vorm 96">
              <a:extLst>
                <a:ext uri="{FF2B5EF4-FFF2-40B4-BE49-F238E27FC236}">
                  <a16:creationId xmlns:a16="http://schemas.microsoft.com/office/drawing/2014/main" id="{FEB8741D-9861-0DD8-5ED8-7FA803D11C83}"/>
                </a:ext>
              </a:extLst>
            </p:cNvPr>
            <p:cNvSpPr/>
            <p:nvPr/>
          </p:nvSpPr>
          <p:spPr>
            <a:xfrm>
              <a:off x="2955752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8" name="Groep 167">
            <a:extLst>
              <a:ext uri="{FF2B5EF4-FFF2-40B4-BE49-F238E27FC236}">
                <a16:creationId xmlns:a16="http://schemas.microsoft.com/office/drawing/2014/main" id="{1B6FD9A4-DACA-37B9-98F4-C71FEFD0B974}"/>
              </a:ext>
            </a:extLst>
          </p:cNvPr>
          <p:cNvGrpSpPr/>
          <p:nvPr userDrawn="1"/>
        </p:nvGrpSpPr>
        <p:grpSpPr>
          <a:xfrm>
            <a:off x="2195927" y="4067783"/>
            <a:ext cx="151965" cy="151965"/>
            <a:chOff x="2195927" y="4067783"/>
            <a:chExt cx="151965" cy="151965"/>
          </a:xfrm>
        </p:grpSpPr>
        <p:sp>
          <p:nvSpPr>
            <p:cNvPr id="108" name="Vrije vorm: vorm 107">
              <a:extLst>
                <a:ext uri="{FF2B5EF4-FFF2-40B4-BE49-F238E27FC236}">
                  <a16:creationId xmlns:a16="http://schemas.microsoft.com/office/drawing/2014/main" id="{CCED135B-B3C7-89A4-FFCF-16DF9B96CF81}"/>
                </a:ext>
              </a:extLst>
            </p:cNvPr>
            <p:cNvSpPr/>
            <p:nvPr/>
          </p:nvSpPr>
          <p:spPr>
            <a:xfrm>
              <a:off x="2195927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/>
            </a:p>
          </p:txBody>
        </p:sp>
        <p:sp>
          <p:nvSpPr>
            <p:cNvPr id="109" name="Vrije vorm: vorm 108">
              <a:extLst>
                <a:ext uri="{FF2B5EF4-FFF2-40B4-BE49-F238E27FC236}">
                  <a16:creationId xmlns:a16="http://schemas.microsoft.com/office/drawing/2014/main" id="{86E06E43-40C0-FE50-372F-270A08CD1B3D}"/>
                </a:ext>
              </a:extLst>
            </p:cNvPr>
            <p:cNvSpPr/>
            <p:nvPr/>
          </p:nvSpPr>
          <p:spPr>
            <a:xfrm>
              <a:off x="2195927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/>
            </a:p>
          </p:txBody>
        </p:sp>
      </p:grpSp>
      <p:grpSp>
        <p:nvGrpSpPr>
          <p:cNvPr id="169" name="Groep 168">
            <a:extLst>
              <a:ext uri="{FF2B5EF4-FFF2-40B4-BE49-F238E27FC236}">
                <a16:creationId xmlns:a16="http://schemas.microsoft.com/office/drawing/2014/main" id="{5A57400C-83D1-42EE-0DA7-984A6AF4083F}"/>
              </a:ext>
            </a:extLst>
          </p:cNvPr>
          <p:cNvGrpSpPr/>
          <p:nvPr userDrawn="1"/>
        </p:nvGrpSpPr>
        <p:grpSpPr>
          <a:xfrm>
            <a:off x="3715579" y="4067783"/>
            <a:ext cx="151965" cy="151965"/>
            <a:chOff x="3715579" y="4067783"/>
            <a:chExt cx="151965" cy="151965"/>
          </a:xfrm>
        </p:grpSpPr>
        <p:sp>
          <p:nvSpPr>
            <p:cNvPr id="110" name="Vrije vorm: vorm 109">
              <a:extLst>
                <a:ext uri="{FF2B5EF4-FFF2-40B4-BE49-F238E27FC236}">
                  <a16:creationId xmlns:a16="http://schemas.microsoft.com/office/drawing/2014/main" id="{EABEDE96-38F2-5BAA-68C2-E6590E25BE89}"/>
                </a:ext>
              </a:extLst>
            </p:cNvPr>
            <p:cNvSpPr/>
            <p:nvPr/>
          </p:nvSpPr>
          <p:spPr>
            <a:xfrm>
              <a:off x="3715579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1" name="Vrije vorm: vorm 110">
              <a:extLst>
                <a:ext uri="{FF2B5EF4-FFF2-40B4-BE49-F238E27FC236}">
                  <a16:creationId xmlns:a16="http://schemas.microsoft.com/office/drawing/2014/main" id="{176FE4EA-22C5-CD7D-7E9E-873C98741317}"/>
                </a:ext>
              </a:extLst>
            </p:cNvPr>
            <p:cNvSpPr/>
            <p:nvPr/>
          </p:nvSpPr>
          <p:spPr>
            <a:xfrm>
              <a:off x="3715579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73" name="Groep 172">
            <a:extLst>
              <a:ext uri="{FF2B5EF4-FFF2-40B4-BE49-F238E27FC236}">
                <a16:creationId xmlns:a16="http://schemas.microsoft.com/office/drawing/2014/main" id="{FC4D7A25-396F-3AFA-1066-5827587DA31B}"/>
              </a:ext>
            </a:extLst>
          </p:cNvPr>
          <p:cNvGrpSpPr/>
          <p:nvPr userDrawn="1"/>
        </p:nvGrpSpPr>
        <p:grpSpPr>
          <a:xfrm>
            <a:off x="1436100" y="4827608"/>
            <a:ext cx="151965" cy="151965"/>
            <a:chOff x="1436100" y="4827608"/>
            <a:chExt cx="151965" cy="151965"/>
          </a:xfrm>
        </p:grpSpPr>
        <p:sp>
          <p:nvSpPr>
            <p:cNvPr id="120" name="Vrije vorm: vorm 119">
              <a:extLst>
                <a:ext uri="{FF2B5EF4-FFF2-40B4-BE49-F238E27FC236}">
                  <a16:creationId xmlns:a16="http://schemas.microsoft.com/office/drawing/2014/main" id="{B99BE0C3-DDCF-3D29-E6AA-729C69DF8DCA}"/>
                </a:ext>
              </a:extLst>
            </p:cNvPr>
            <p:cNvSpPr/>
            <p:nvPr/>
          </p:nvSpPr>
          <p:spPr>
            <a:xfrm>
              <a:off x="1436100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1" name="Vrije vorm: vorm 120">
              <a:extLst>
                <a:ext uri="{FF2B5EF4-FFF2-40B4-BE49-F238E27FC236}">
                  <a16:creationId xmlns:a16="http://schemas.microsoft.com/office/drawing/2014/main" id="{95341127-ED96-6205-BED2-8464D0EF171F}"/>
                </a:ext>
              </a:extLst>
            </p:cNvPr>
            <p:cNvSpPr/>
            <p:nvPr/>
          </p:nvSpPr>
          <p:spPr>
            <a:xfrm>
              <a:off x="1436100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72" name="Groep 171">
            <a:extLst>
              <a:ext uri="{FF2B5EF4-FFF2-40B4-BE49-F238E27FC236}">
                <a16:creationId xmlns:a16="http://schemas.microsoft.com/office/drawing/2014/main" id="{28B60DA0-1E7D-BC41-6366-B45B6A63782F}"/>
              </a:ext>
            </a:extLst>
          </p:cNvPr>
          <p:cNvGrpSpPr/>
          <p:nvPr userDrawn="1"/>
        </p:nvGrpSpPr>
        <p:grpSpPr>
          <a:xfrm>
            <a:off x="2955752" y="4827608"/>
            <a:ext cx="151965" cy="151965"/>
            <a:chOff x="2955752" y="4827608"/>
            <a:chExt cx="151965" cy="151965"/>
          </a:xfrm>
        </p:grpSpPr>
        <p:sp>
          <p:nvSpPr>
            <p:cNvPr id="122" name="Vrije vorm: vorm 121">
              <a:extLst>
                <a:ext uri="{FF2B5EF4-FFF2-40B4-BE49-F238E27FC236}">
                  <a16:creationId xmlns:a16="http://schemas.microsoft.com/office/drawing/2014/main" id="{4BB71F70-ACAD-5A30-7281-776037A25D62}"/>
                </a:ext>
              </a:extLst>
            </p:cNvPr>
            <p:cNvSpPr/>
            <p:nvPr/>
          </p:nvSpPr>
          <p:spPr>
            <a:xfrm>
              <a:off x="2955752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/>
            </a:p>
          </p:txBody>
        </p:sp>
        <p:sp>
          <p:nvSpPr>
            <p:cNvPr id="123" name="Vrije vorm: vorm 122">
              <a:extLst>
                <a:ext uri="{FF2B5EF4-FFF2-40B4-BE49-F238E27FC236}">
                  <a16:creationId xmlns:a16="http://schemas.microsoft.com/office/drawing/2014/main" id="{5D68C5F5-57DF-AB10-6C5B-3431B86D4D32}"/>
                </a:ext>
              </a:extLst>
            </p:cNvPr>
            <p:cNvSpPr/>
            <p:nvPr/>
          </p:nvSpPr>
          <p:spPr>
            <a:xfrm>
              <a:off x="2955752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/>
            </a:p>
          </p:txBody>
        </p:sp>
      </p:grpSp>
      <p:sp>
        <p:nvSpPr>
          <p:cNvPr id="133" name="Vrije vorm: vorm 132">
            <a:extLst>
              <a:ext uri="{FF2B5EF4-FFF2-40B4-BE49-F238E27FC236}">
                <a16:creationId xmlns:a16="http://schemas.microsoft.com/office/drawing/2014/main" id="{C60C56A3-815B-AE9B-03C5-7AF6E64A4793}"/>
              </a:ext>
            </a:extLst>
          </p:cNvPr>
          <p:cNvSpPr/>
          <p:nvPr/>
        </p:nvSpPr>
        <p:spPr>
          <a:xfrm>
            <a:off x="676275" y="5587435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50412 w 167268"/>
              <a:gd name="connsiteY6" fmla="*/ 83388 h 167268"/>
              <a:gd name="connsiteX7" fmla="*/ 84105 w 167268"/>
              <a:gd name="connsiteY7" fmla="*/ 50174 h 167268"/>
              <a:gd name="connsiteX8" fmla="*/ 117320 w 167268"/>
              <a:gd name="connsiteY8" fmla="*/ 83866 h 167268"/>
              <a:gd name="connsiteX9" fmla="*/ 107523 w 167268"/>
              <a:gd name="connsiteY9" fmla="*/ 107284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6949"/>
                  <a:pt x="50281" y="101859"/>
                  <a:pt x="50412" y="83388"/>
                </a:cubicBezTo>
                <a:cubicBezTo>
                  <a:pt x="50544" y="64917"/>
                  <a:pt x="65634" y="50042"/>
                  <a:pt x="84105" y="50174"/>
                </a:cubicBezTo>
                <a:cubicBezTo>
                  <a:pt x="102588" y="50305"/>
                  <a:pt x="117451" y="65395"/>
                  <a:pt x="117320" y="83866"/>
                </a:cubicBezTo>
                <a:cubicBezTo>
                  <a:pt x="117260" y="92660"/>
                  <a:pt x="113735" y="101071"/>
                  <a:pt x="107523" y="107284"/>
                </a:cubicBezTo>
                <a:cubicBezTo>
                  <a:pt x="101202" y="113628"/>
                  <a:pt x="92588" y="117165"/>
                  <a:pt x="83627" y="117081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175" name="Groep 174">
            <a:extLst>
              <a:ext uri="{FF2B5EF4-FFF2-40B4-BE49-F238E27FC236}">
                <a16:creationId xmlns:a16="http://schemas.microsoft.com/office/drawing/2014/main" id="{F144AE15-1859-C558-5995-5A64A15E93E7}"/>
              </a:ext>
            </a:extLst>
          </p:cNvPr>
          <p:cNvGrpSpPr/>
          <p:nvPr userDrawn="1"/>
        </p:nvGrpSpPr>
        <p:grpSpPr>
          <a:xfrm>
            <a:off x="2195927" y="5587435"/>
            <a:ext cx="151965" cy="151965"/>
            <a:chOff x="2195927" y="5587435"/>
            <a:chExt cx="151965" cy="151965"/>
          </a:xfrm>
        </p:grpSpPr>
        <p:sp>
          <p:nvSpPr>
            <p:cNvPr id="134" name="Vrije vorm: vorm 133">
              <a:extLst>
                <a:ext uri="{FF2B5EF4-FFF2-40B4-BE49-F238E27FC236}">
                  <a16:creationId xmlns:a16="http://schemas.microsoft.com/office/drawing/2014/main" id="{EA4DC19E-7F78-D7B2-1F34-4DF8F33D195D}"/>
                </a:ext>
              </a:extLst>
            </p:cNvPr>
            <p:cNvSpPr/>
            <p:nvPr/>
          </p:nvSpPr>
          <p:spPr>
            <a:xfrm>
              <a:off x="2195927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/>
            </a:p>
          </p:txBody>
        </p:sp>
        <p:sp>
          <p:nvSpPr>
            <p:cNvPr id="135" name="Vrije vorm: vorm 134">
              <a:extLst>
                <a:ext uri="{FF2B5EF4-FFF2-40B4-BE49-F238E27FC236}">
                  <a16:creationId xmlns:a16="http://schemas.microsoft.com/office/drawing/2014/main" id="{E5D83847-8FB2-630F-4432-B7C10E2FC3C2}"/>
                </a:ext>
              </a:extLst>
            </p:cNvPr>
            <p:cNvSpPr/>
            <p:nvPr/>
          </p:nvSpPr>
          <p:spPr>
            <a:xfrm>
              <a:off x="2195927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/>
            </a:p>
          </p:txBody>
        </p:sp>
      </p:grpSp>
      <p:grpSp>
        <p:nvGrpSpPr>
          <p:cNvPr id="176" name="Groep 175">
            <a:extLst>
              <a:ext uri="{FF2B5EF4-FFF2-40B4-BE49-F238E27FC236}">
                <a16:creationId xmlns:a16="http://schemas.microsoft.com/office/drawing/2014/main" id="{A9468737-5BF2-67A4-F738-FC0A3656D10C}"/>
              </a:ext>
            </a:extLst>
          </p:cNvPr>
          <p:cNvGrpSpPr/>
          <p:nvPr userDrawn="1"/>
        </p:nvGrpSpPr>
        <p:grpSpPr>
          <a:xfrm>
            <a:off x="3715579" y="5587435"/>
            <a:ext cx="151965" cy="151965"/>
            <a:chOff x="3715579" y="5587435"/>
            <a:chExt cx="151965" cy="151965"/>
          </a:xfrm>
        </p:grpSpPr>
        <p:sp>
          <p:nvSpPr>
            <p:cNvPr id="136" name="Vrije vorm: vorm 135">
              <a:extLst>
                <a:ext uri="{FF2B5EF4-FFF2-40B4-BE49-F238E27FC236}">
                  <a16:creationId xmlns:a16="http://schemas.microsoft.com/office/drawing/2014/main" id="{F97241AD-ECDD-F220-12EA-3C2C973141B2}"/>
                </a:ext>
              </a:extLst>
            </p:cNvPr>
            <p:cNvSpPr/>
            <p:nvPr/>
          </p:nvSpPr>
          <p:spPr>
            <a:xfrm>
              <a:off x="3715579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7" name="Vrije vorm: vorm 136">
              <a:extLst>
                <a:ext uri="{FF2B5EF4-FFF2-40B4-BE49-F238E27FC236}">
                  <a16:creationId xmlns:a16="http://schemas.microsoft.com/office/drawing/2014/main" id="{54FAEAC3-B54A-3D25-2565-095439C1DC7D}"/>
                </a:ext>
              </a:extLst>
            </p:cNvPr>
            <p:cNvSpPr/>
            <p:nvPr/>
          </p:nvSpPr>
          <p:spPr>
            <a:xfrm>
              <a:off x="3715579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79" name="Groep 178">
            <a:extLst>
              <a:ext uri="{FF2B5EF4-FFF2-40B4-BE49-F238E27FC236}">
                <a16:creationId xmlns:a16="http://schemas.microsoft.com/office/drawing/2014/main" id="{C575942B-F4ED-A097-3F6C-66CFF5E59E26}"/>
              </a:ext>
            </a:extLst>
          </p:cNvPr>
          <p:cNvGrpSpPr/>
          <p:nvPr userDrawn="1"/>
        </p:nvGrpSpPr>
        <p:grpSpPr>
          <a:xfrm>
            <a:off x="1436100" y="6347260"/>
            <a:ext cx="151965" cy="151965"/>
            <a:chOff x="1436100" y="6347260"/>
            <a:chExt cx="151965" cy="151965"/>
          </a:xfrm>
        </p:grpSpPr>
        <p:sp>
          <p:nvSpPr>
            <p:cNvPr id="146" name="Vrije vorm: vorm 145">
              <a:extLst>
                <a:ext uri="{FF2B5EF4-FFF2-40B4-BE49-F238E27FC236}">
                  <a16:creationId xmlns:a16="http://schemas.microsoft.com/office/drawing/2014/main" id="{37AD87F1-07C6-9CC6-D5AA-74F12BF3245E}"/>
                </a:ext>
              </a:extLst>
            </p:cNvPr>
            <p:cNvSpPr/>
            <p:nvPr/>
          </p:nvSpPr>
          <p:spPr>
            <a:xfrm>
              <a:off x="1436100" y="6347260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/>
            </a:p>
          </p:txBody>
        </p:sp>
        <p:sp>
          <p:nvSpPr>
            <p:cNvPr id="147" name="Vrije vorm: vorm 146">
              <a:extLst>
                <a:ext uri="{FF2B5EF4-FFF2-40B4-BE49-F238E27FC236}">
                  <a16:creationId xmlns:a16="http://schemas.microsoft.com/office/drawing/2014/main" id="{DE56784E-09B2-7D5E-6A60-1DFCF78DEF8F}"/>
                </a:ext>
              </a:extLst>
            </p:cNvPr>
            <p:cNvSpPr/>
            <p:nvPr/>
          </p:nvSpPr>
          <p:spPr>
            <a:xfrm>
              <a:off x="1436100" y="6347260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3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59"/>
                    <a:pt x="113736" y="101071"/>
                    <a:pt x="107523" y="107283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/>
            </a:p>
          </p:txBody>
        </p:sp>
      </p:grpSp>
      <p:sp>
        <p:nvSpPr>
          <p:cNvPr id="149" name="Vrije vorm: vorm 148">
            <a:extLst>
              <a:ext uri="{FF2B5EF4-FFF2-40B4-BE49-F238E27FC236}">
                <a16:creationId xmlns:a16="http://schemas.microsoft.com/office/drawing/2014/main" id="{65BD0B66-BE91-1D3C-EE40-4FBD0E849A73}"/>
              </a:ext>
            </a:extLst>
          </p:cNvPr>
          <p:cNvSpPr/>
          <p:nvPr/>
        </p:nvSpPr>
        <p:spPr>
          <a:xfrm>
            <a:off x="2955752" y="6347260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50412 w 167268"/>
              <a:gd name="connsiteY6" fmla="*/ 83388 h 167268"/>
              <a:gd name="connsiteX7" fmla="*/ 84105 w 167268"/>
              <a:gd name="connsiteY7" fmla="*/ 50174 h 167268"/>
              <a:gd name="connsiteX8" fmla="*/ 117320 w 167268"/>
              <a:gd name="connsiteY8" fmla="*/ 83866 h 167268"/>
              <a:gd name="connsiteX9" fmla="*/ 107523 w 167268"/>
              <a:gd name="connsiteY9" fmla="*/ 107283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6949"/>
                  <a:pt x="50281" y="101859"/>
                  <a:pt x="50412" y="83388"/>
                </a:cubicBezTo>
                <a:cubicBezTo>
                  <a:pt x="50544" y="64917"/>
                  <a:pt x="65634" y="50042"/>
                  <a:pt x="84105" y="50174"/>
                </a:cubicBezTo>
                <a:cubicBezTo>
                  <a:pt x="102588" y="50305"/>
                  <a:pt x="117451" y="65395"/>
                  <a:pt x="117320" y="83866"/>
                </a:cubicBezTo>
                <a:cubicBezTo>
                  <a:pt x="117260" y="92659"/>
                  <a:pt x="113736" y="101071"/>
                  <a:pt x="107523" y="107283"/>
                </a:cubicBezTo>
                <a:cubicBezTo>
                  <a:pt x="101202" y="113640"/>
                  <a:pt x="92588" y="117176"/>
                  <a:pt x="83627" y="117081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85" name="Vrije vorm: vorm 184">
            <a:extLst>
              <a:ext uri="{FF2B5EF4-FFF2-40B4-BE49-F238E27FC236}">
                <a16:creationId xmlns:a16="http://schemas.microsoft.com/office/drawing/2014/main" id="{1B13F80D-F64F-411F-E09B-DEACB0B05A73}"/>
              </a:ext>
            </a:extLst>
          </p:cNvPr>
          <p:cNvSpPr/>
          <p:nvPr/>
        </p:nvSpPr>
        <p:spPr>
          <a:xfrm>
            <a:off x="3726432" y="1025088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50412 w 167268"/>
              <a:gd name="connsiteY6" fmla="*/ 83388 h 167268"/>
              <a:gd name="connsiteX7" fmla="*/ 84105 w 167268"/>
              <a:gd name="connsiteY7" fmla="*/ 50173 h 167268"/>
              <a:gd name="connsiteX8" fmla="*/ 117320 w 167268"/>
              <a:gd name="connsiteY8" fmla="*/ 83866 h 167268"/>
              <a:gd name="connsiteX9" fmla="*/ 107523 w 167268"/>
              <a:gd name="connsiteY9" fmla="*/ 107284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6949"/>
                  <a:pt x="50281" y="101859"/>
                  <a:pt x="50412" y="83388"/>
                </a:cubicBezTo>
                <a:cubicBezTo>
                  <a:pt x="50544" y="64917"/>
                  <a:pt x="65634" y="50042"/>
                  <a:pt x="84105" y="50173"/>
                </a:cubicBezTo>
                <a:cubicBezTo>
                  <a:pt x="102588" y="50305"/>
                  <a:pt x="117451" y="65395"/>
                  <a:pt x="117320" y="83866"/>
                </a:cubicBezTo>
                <a:cubicBezTo>
                  <a:pt x="117260" y="92660"/>
                  <a:pt x="113736" y="101071"/>
                  <a:pt x="107523" y="107284"/>
                </a:cubicBezTo>
                <a:cubicBezTo>
                  <a:pt x="101202" y="113640"/>
                  <a:pt x="92588" y="117176"/>
                  <a:pt x="83627" y="117081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90" name="Vrije vorm: vorm 189">
            <a:extLst>
              <a:ext uri="{FF2B5EF4-FFF2-40B4-BE49-F238E27FC236}">
                <a16:creationId xmlns:a16="http://schemas.microsoft.com/office/drawing/2014/main" id="{CB2408CD-4200-C813-A0A5-7865C44B31FF}"/>
              </a:ext>
            </a:extLst>
          </p:cNvPr>
          <p:cNvSpPr/>
          <p:nvPr/>
        </p:nvSpPr>
        <p:spPr>
          <a:xfrm>
            <a:off x="5159247" y="3039403"/>
            <a:ext cx="2216828" cy="779193"/>
          </a:xfrm>
          <a:custGeom>
            <a:avLst/>
            <a:gdLst>
              <a:gd name="connsiteX0" fmla="*/ 1023336 w 1241615"/>
              <a:gd name="connsiteY0" fmla="*/ 283281 h 436415"/>
              <a:gd name="connsiteX1" fmla="*/ 958240 w 1241615"/>
              <a:gd name="connsiteY1" fmla="*/ 218184 h 436415"/>
              <a:gd name="connsiteX2" fmla="*/ 1023336 w 1241615"/>
              <a:gd name="connsiteY2" fmla="*/ 153087 h 436415"/>
              <a:gd name="connsiteX3" fmla="*/ 1088433 w 1241615"/>
              <a:gd name="connsiteY3" fmla="*/ 218184 h 436415"/>
              <a:gd name="connsiteX4" fmla="*/ 1023336 w 1241615"/>
              <a:gd name="connsiteY4" fmla="*/ 283281 h 436415"/>
              <a:gd name="connsiteX5" fmla="*/ 1023336 w 1241615"/>
              <a:gd name="connsiteY5" fmla="*/ 0 h 436415"/>
              <a:gd name="connsiteX6" fmla="*/ 808403 w 1241615"/>
              <a:gd name="connsiteY6" fmla="*/ 180235 h 436415"/>
              <a:gd name="connsiteX7" fmla="*/ 808403 w 1241615"/>
              <a:gd name="connsiteY7" fmla="*/ 53769 h 436415"/>
              <a:gd name="connsiteX8" fmla="*/ 761899 w 1241615"/>
              <a:gd name="connsiteY8" fmla="*/ 7265 h 436415"/>
              <a:gd name="connsiteX9" fmla="*/ 652305 w 1241615"/>
              <a:gd name="connsiteY9" fmla="*/ 7265 h 436415"/>
              <a:gd name="connsiteX10" fmla="*/ 652305 w 1241615"/>
              <a:gd name="connsiteY10" fmla="*/ 171823 h 436415"/>
              <a:gd name="connsiteX11" fmla="*/ 558579 w 1241615"/>
              <a:gd name="connsiteY11" fmla="*/ 44497 h 436415"/>
              <a:gd name="connsiteX12" fmla="*/ 484210 w 1241615"/>
              <a:gd name="connsiteY12" fmla="*/ 7265 h 436415"/>
              <a:gd name="connsiteX13" fmla="*/ 0 w 1241615"/>
              <a:gd name="connsiteY13" fmla="*/ 7265 h 436415"/>
              <a:gd name="connsiteX14" fmla="*/ 0 w 1241615"/>
              <a:gd name="connsiteY14" fmla="*/ 119392 h 436415"/>
              <a:gd name="connsiteX15" fmla="*/ 45787 w 1241615"/>
              <a:gd name="connsiteY15" fmla="*/ 165227 h 436415"/>
              <a:gd name="connsiteX16" fmla="*/ 118245 w 1241615"/>
              <a:gd name="connsiteY16" fmla="*/ 165227 h 436415"/>
              <a:gd name="connsiteX17" fmla="*/ 118245 w 1241615"/>
              <a:gd name="connsiteY17" fmla="*/ 382742 h 436415"/>
              <a:gd name="connsiteX18" fmla="*/ 164749 w 1241615"/>
              <a:gd name="connsiteY18" fmla="*/ 429246 h 436415"/>
              <a:gd name="connsiteX19" fmla="*/ 283328 w 1241615"/>
              <a:gd name="connsiteY19" fmla="*/ 429246 h 436415"/>
              <a:gd name="connsiteX20" fmla="*/ 283328 w 1241615"/>
              <a:gd name="connsiteY20" fmla="*/ 165179 h 436415"/>
              <a:gd name="connsiteX21" fmla="*/ 383411 w 1241615"/>
              <a:gd name="connsiteY21" fmla="*/ 165179 h 436415"/>
              <a:gd name="connsiteX22" fmla="*/ 383411 w 1241615"/>
              <a:gd name="connsiteY22" fmla="*/ 382694 h 436415"/>
              <a:gd name="connsiteX23" fmla="*/ 429915 w 1241615"/>
              <a:gd name="connsiteY23" fmla="*/ 429199 h 436415"/>
              <a:gd name="connsiteX24" fmla="*/ 539557 w 1241615"/>
              <a:gd name="connsiteY24" fmla="*/ 429199 h 436415"/>
              <a:gd name="connsiteX25" fmla="*/ 539557 w 1241615"/>
              <a:gd name="connsiteY25" fmla="*/ 264641 h 436415"/>
              <a:gd name="connsiteX26" fmla="*/ 632948 w 1241615"/>
              <a:gd name="connsiteY26" fmla="*/ 391966 h 436415"/>
              <a:gd name="connsiteX27" fmla="*/ 707364 w 1241615"/>
              <a:gd name="connsiteY27" fmla="*/ 429199 h 436415"/>
              <a:gd name="connsiteX28" fmla="*/ 808403 w 1241615"/>
              <a:gd name="connsiteY28" fmla="*/ 429199 h 436415"/>
              <a:gd name="connsiteX29" fmla="*/ 808403 w 1241615"/>
              <a:gd name="connsiteY29" fmla="*/ 257663 h 436415"/>
              <a:gd name="connsiteX30" fmla="*/ 1023336 w 1241615"/>
              <a:gd name="connsiteY30" fmla="*/ 436416 h 436415"/>
              <a:gd name="connsiteX31" fmla="*/ 1241616 w 1241615"/>
              <a:gd name="connsiteY31" fmla="*/ 218232 h 436415"/>
              <a:gd name="connsiteX32" fmla="*/ 1023336 w 1241615"/>
              <a:gd name="connsiteY32" fmla="*/ 0 h 436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41615" h="436415">
                <a:moveTo>
                  <a:pt x="1023336" y="283281"/>
                </a:moveTo>
                <a:cubicBezTo>
                  <a:pt x="987395" y="283281"/>
                  <a:pt x="958240" y="254174"/>
                  <a:pt x="958240" y="218184"/>
                </a:cubicBezTo>
                <a:cubicBezTo>
                  <a:pt x="958240" y="182242"/>
                  <a:pt x="987395" y="153087"/>
                  <a:pt x="1023336" y="153087"/>
                </a:cubicBezTo>
                <a:cubicBezTo>
                  <a:pt x="1059278" y="153087"/>
                  <a:pt x="1088433" y="182242"/>
                  <a:pt x="1088433" y="218184"/>
                </a:cubicBezTo>
                <a:cubicBezTo>
                  <a:pt x="1088433" y="254174"/>
                  <a:pt x="1059278" y="283281"/>
                  <a:pt x="1023336" y="283281"/>
                </a:cubicBezTo>
                <a:moveTo>
                  <a:pt x="1023336" y="0"/>
                </a:moveTo>
                <a:cubicBezTo>
                  <a:pt x="912787" y="0"/>
                  <a:pt x="825609" y="75803"/>
                  <a:pt x="808403" y="180235"/>
                </a:cubicBezTo>
                <a:lnTo>
                  <a:pt x="808403" y="53769"/>
                </a:lnTo>
                <a:cubicBezTo>
                  <a:pt x="808403" y="21221"/>
                  <a:pt x="794447" y="7265"/>
                  <a:pt x="761899" y="7265"/>
                </a:cubicBezTo>
                <a:lnTo>
                  <a:pt x="652305" y="7265"/>
                </a:lnTo>
                <a:lnTo>
                  <a:pt x="652305" y="171823"/>
                </a:lnTo>
                <a:lnTo>
                  <a:pt x="558579" y="44497"/>
                </a:lnTo>
                <a:cubicBezTo>
                  <a:pt x="538218" y="17493"/>
                  <a:pt x="518097" y="7265"/>
                  <a:pt x="484210" y="7265"/>
                </a:cubicBezTo>
                <a:lnTo>
                  <a:pt x="0" y="7265"/>
                </a:lnTo>
                <a:lnTo>
                  <a:pt x="0" y="119392"/>
                </a:lnTo>
                <a:cubicBezTo>
                  <a:pt x="0" y="151462"/>
                  <a:pt x="13765" y="165227"/>
                  <a:pt x="45787" y="165227"/>
                </a:cubicBezTo>
                <a:lnTo>
                  <a:pt x="118245" y="165227"/>
                </a:lnTo>
                <a:lnTo>
                  <a:pt x="118245" y="382742"/>
                </a:lnTo>
                <a:cubicBezTo>
                  <a:pt x="118245" y="415242"/>
                  <a:pt x="132201" y="429246"/>
                  <a:pt x="164749" y="429246"/>
                </a:cubicBezTo>
                <a:lnTo>
                  <a:pt x="283328" y="429246"/>
                </a:lnTo>
                <a:lnTo>
                  <a:pt x="283328" y="165179"/>
                </a:lnTo>
                <a:lnTo>
                  <a:pt x="383411" y="165179"/>
                </a:lnTo>
                <a:lnTo>
                  <a:pt x="383411" y="382694"/>
                </a:lnTo>
                <a:cubicBezTo>
                  <a:pt x="383411" y="415195"/>
                  <a:pt x="397415" y="429199"/>
                  <a:pt x="429915" y="429199"/>
                </a:cubicBezTo>
                <a:lnTo>
                  <a:pt x="539557" y="429199"/>
                </a:lnTo>
                <a:lnTo>
                  <a:pt x="539557" y="264641"/>
                </a:lnTo>
                <a:lnTo>
                  <a:pt x="632948" y="391966"/>
                </a:lnTo>
                <a:cubicBezTo>
                  <a:pt x="653356" y="419018"/>
                  <a:pt x="673478" y="429199"/>
                  <a:pt x="707364" y="429199"/>
                </a:cubicBezTo>
                <a:lnTo>
                  <a:pt x="808403" y="429199"/>
                </a:lnTo>
                <a:lnTo>
                  <a:pt x="808403" y="257663"/>
                </a:lnTo>
                <a:cubicBezTo>
                  <a:pt x="825418" y="363337"/>
                  <a:pt x="910349" y="436416"/>
                  <a:pt x="1023336" y="436416"/>
                </a:cubicBezTo>
                <a:cubicBezTo>
                  <a:pt x="1146934" y="436416"/>
                  <a:pt x="1241616" y="341782"/>
                  <a:pt x="1241616" y="218232"/>
                </a:cubicBezTo>
                <a:cubicBezTo>
                  <a:pt x="1241616" y="91623"/>
                  <a:pt x="1149945" y="0"/>
                  <a:pt x="1023336" y="0"/>
                </a:cubicBezTo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167" name="Groep 166">
            <a:extLst>
              <a:ext uri="{FF2B5EF4-FFF2-40B4-BE49-F238E27FC236}">
                <a16:creationId xmlns:a16="http://schemas.microsoft.com/office/drawing/2014/main" id="{E06E8170-EAEE-0BF4-0C2B-18C473117278}"/>
              </a:ext>
            </a:extLst>
          </p:cNvPr>
          <p:cNvGrpSpPr/>
          <p:nvPr userDrawn="1"/>
        </p:nvGrpSpPr>
        <p:grpSpPr>
          <a:xfrm>
            <a:off x="676275" y="4067783"/>
            <a:ext cx="151965" cy="151965"/>
            <a:chOff x="676275" y="4067783"/>
            <a:chExt cx="151965" cy="151965"/>
          </a:xfrm>
        </p:grpSpPr>
        <p:sp>
          <p:nvSpPr>
            <p:cNvPr id="106" name="Vrije vorm: vorm 105">
              <a:extLst>
                <a:ext uri="{FF2B5EF4-FFF2-40B4-BE49-F238E27FC236}">
                  <a16:creationId xmlns:a16="http://schemas.microsoft.com/office/drawing/2014/main" id="{511D45D6-CD2D-0AA6-E1D5-D47F40E65CCC}"/>
                </a:ext>
              </a:extLst>
            </p:cNvPr>
            <p:cNvSpPr/>
            <p:nvPr/>
          </p:nvSpPr>
          <p:spPr>
            <a:xfrm>
              <a:off x="676275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2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7" name="Vrije vorm: vorm 106">
              <a:extLst>
                <a:ext uri="{FF2B5EF4-FFF2-40B4-BE49-F238E27FC236}">
                  <a16:creationId xmlns:a16="http://schemas.microsoft.com/office/drawing/2014/main" id="{8EAFF20B-5065-ACDD-E494-01B2BB3E9DAC}"/>
                </a:ext>
              </a:extLst>
            </p:cNvPr>
            <p:cNvSpPr/>
            <p:nvPr/>
          </p:nvSpPr>
          <p:spPr>
            <a:xfrm>
              <a:off x="676275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5" y="101071"/>
                    <a:pt x="107523" y="107284"/>
                  </a:cubicBezTo>
                  <a:cubicBezTo>
                    <a:pt x="101202" y="113628"/>
                    <a:pt x="92588" y="117165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30519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6" presetClass="emph" presetSubtype="0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10" dur="100" fill="hold"/>
                                        <p:tgtEl>
                                          <p:spTgt spid="15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6" presetClass="emph" presetSubtype="0" autoRev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16" dur="100" fill="hold"/>
                                        <p:tgtEl>
                                          <p:spTgt spid="16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6" presetClass="emph" presetSubtype="0" autoRev="1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22" dur="100" fill="hold"/>
                                        <p:tgtEl>
                                          <p:spTgt spid="15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6" presetClass="emph" presetSubtype="0" autoRev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28" dur="100" fill="hold"/>
                                        <p:tgtEl>
                                          <p:spTgt spid="17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6" presetClass="emph" presetSubtype="0" autoRev="1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Scale>
                                      <p:cBhvr>
                                        <p:cTn id="34" dur="100" fill="hold"/>
                                        <p:tgtEl>
                                          <p:spTgt spid="17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2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6" presetClass="emph" presetSubtype="0" autoRev="1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Scale>
                                      <p:cBhvr>
                                        <p:cTn id="40" dur="100" fill="hold"/>
                                        <p:tgtEl>
                                          <p:spTgt spid="16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41" presetID="2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6" presetClass="emph" presetSubtype="0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46" dur="100" fill="hold"/>
                                        <p:tgtEl>
                                          <p:spTgt spid="179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47" presetID="2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6" presetClass="emph" presetSubtype="0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52" dur="100" fill="hold"/>
                                        <p:tgtEl>
                                          <p:spTgt spid="160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6" presetClass="emph" presetSubtype="0" autoRev="1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58" dur="100" fill="hold"/>
                                        <p:tgtEl>
                                          <p:spTgt spid="16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23" presetClass="entr" presetSubtype="16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6" presetClass="emph" presetSubtype="0" autoRev="1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64" dur="100" fill="hold"/>
                                        <p:tgtEl>
                                          <p:spTgt spid="17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65" presetID="23" presetClass="entr" presetSubtype="16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6" presetClass="emph" presetSubtype="0" autoRev="1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70" dur="100" fill="hold"/>
                                        <p:tgtEl>
                                          <p:spTgt spid="162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71" presetID="2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6" presetClass="emph" presetSubtype="0" autoRev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76" dur="100" fill="hold"/>
                                        <p:tgtEl>
                                          <p:spTgt spid="161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77" presetID="2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6" presetClass="emph" presetSubtype="0" autoRev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82" dur="100" fill="hold"/>
                                        <p:tgtEl>
                                          <p:spTgt spid="169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83" presetID="23" presetClass="entr" presetSubtype="16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6" presetClass="emph" presetSubtype="0" autoRev="1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animScale>
                                      <p:cBhvr>
                                        <p:cTn id="88" dur="100" fill="hold"/>
                                        <p:tgtEl>
                                          <p:spTgt spid="158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89" presetID="23" presetClass="entr" presetSubtype="16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6" presetClass="emph" presetSubtype="0" autoRev="1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animScale>
                                      <p:cBhvr>
                                        <p:cTn id="94" dur="100" fill="hold"/>
                                        <p:tgtEl>
                                          <p:spTgt spid="168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5" presetID="23" presetClass="entr" presetSubtype="16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6" presetClass="emph" presetSubtype="0" autoRev="1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100" dur="100" fill="hold"/>
                                        <p:tgtEl>
                                          <p:spTgt spid="16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01" presetID="2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6" presetClass="emph" presetSubtype="0" autoRev="1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106" dur="100" fill="hold"/>
                                        <p:tgtEl>
                                          <p:spTgt spid="16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07" presetID="2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6" presetClass="emph" presetSubtype="0" autoRev="1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112" dur="100" fill="hold"/>
                                        <p:tgtEl>
                                          <p:spTgt spid="172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" presetClass="entr" presetSubtype="8" decel="10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8" decel="100000" fill="hold" grpId="0" nodeType="withEffect">
                                  <p:stCondLst>
                                    <p:cond delay="26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2" presetClass="entr" presetSubtype="8" decel="100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1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1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3" presetClass="entr" presetSubtype="16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6" presetClass="emph" presetSubtype="0" autoRev="1" fill="hold" grpId="1" nodeType="withEffect">
                                  <p:stCondLst>
                                    <p:cond delay="2250"/>
                                  </p:stCondLst>
                                  <p:childTnLst>
                                    <p:animScale>
                                      <p:cBhvr>
                                        <p:cTn id="133" dur="100" fill="hold"/>
                                        <p:tgtEl>
                                          <p:spTgt spid="13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4" presetID="2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6" presetClass="emph" presetSubtype="0" autoRev="1" fill="hold" grpId="1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139" dur="100" fill="hold"/>
                                        <p:tgtEl>
                                          <p:spTgt spid="18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40" presetID="2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6" presetClass="emph" presetSubtype="0" autoRev="1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145" dur="100" fill="hold"/>
                                        <p:tgtEl>
                                          <p:spTgt spid="149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46" presetID="2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6" presetClass="emph" presetSubtype="0" autoRev="1" fill="hold" grpId="1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151" dur="100" fill="hold"/>
                                        <p:tgtEl>
                                          <p:spTgt spid="4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52" presetID="2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1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7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8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1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3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" grpId="0" animBg="1"/>
      <p:bldP spid="192" grpId="0" animBg="1"/>
      <p:bldP spid="203" grpId="0" animBg="1"/>
      <p:bldP spid="101" grpId="0" animBg="1"/>
      <p:bldP spid="93" grpId="0" animBg="1"/>
      <p:bldP spid="10" grpId="0" animBg="1"/>
      <p:bldP spid="11" grpId="0" animBg="1"/>
      <p:bldP spid="91" grpId="0" animBg="1"/>
      <p:bldP spid="45" grpId="0" animBg="1"/>
      <p:bldP spid="45" grpId="1" animBg="1"/>
      <p:bldP spid="133" grpId="0" animBg="1"/>
      <p:bldP spid="133" grpId="1" animBg="1"/>
      <p:bldP spid="149" grpId="0" animBg="1"/>
      <p:bldP spid="149" grpId="1" animBg="1"/>
      <p:bldP spid="185" grpId="0" animBg="1"/>
      <p:bldP spid="185" grpId="1" animBg="1"/>
      <p:bldP spid="190" grpId="0" animBg="1"/>
    </p:bldLst>
  </p:timing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Digita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hthoek 152">
            <a:extLst>
              <a:ext uri="{FF2B5EF4-FFF2-40B4-BE49-F238E27FC236}">
                <a16:creationId xmlns:a16="http://schemas.microsoft.com/office/drawing/2014/main" id="{F50AF329-6F26-2310-D7F2-4EA5444F404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6BE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/>
          </a:p>
        </p:txBody>
      </p:sp>
      <p:sp>
        <p:nvSpPr>
          <p:cNvPr id="198" name="Vrije vorm: vorm 197">
            <a:extLst>
              <a:ext uri="{FF2B5EF4-FFF2-40B4-BE49-F238E27FC236}">
                <a16:creationId xmlns:a16="http://schemas.microsoft.com/office/drawing/2014/main" id="{857F210E-B01D-43E7-8688-7793F9C6BEF6}"/>
              </a:ext>
            </a:extLst>
          </p:cNvPr>
          <p:cNvSpPr/>
          <p:nvPr userDrawn="1"/>
        </p:nvSpPr>
        <p:spPr>
          <a:xfrm>
            <a:off x="8242567" y="3480414"/>
            <a:ext cx="612961" cy="331953"/>
          </a:xfrm>
          <a:custGeom>
            <a:avLst/>
            <a:gdLst>
              <a:gd name="connsiteX0" fmla="*/ 499893 w 612961"/>
              <a:gd name="connsiteY0" fmla="*/ 119555 h 331953"/>
              <a:gd name="connsiteX1" fmla="*/ 444083 w 612961"/>
              <a:gd name="connsiteY1" fmla="*/ 181422 h 331953"/>
              <a:gd name="connsiteX2" fmla="*/ 556725 w 612961"/>
              <a:gd name="connsiteY2" fmla="*/ 181422 h 331953"/>
              <a:gd name="connsiteX3" fmla="*/ 499893 w 612961"/>
              <a:gd name="connsiteY3" fmla="*/ 119555 h 331953"/>
              <a:gd name="connsiteX4" fmla="*/ 130391 w 612961"/>
              <a:gd name="connsiteY4" fmla="*/ 88237 h 331953"/>
              <a:gd name="connsiteX5" fmla="*/ 184323 w 612961"/>
              <a:gd name="connsiteY5" fmla="*/ 88237 h 331953"/>
              <a:gd name="connsiteX6" fmla="*/ 184323 w 612961"/>
              <a:gd name="connsiteY6" fmla="*/ 325383 h 331953"/>
              <a:gd name="connsiteX7" fmla="*/ 130391 w 612961"/>
              <a:gd name="connsiteY7" fmla="*/ 325383 h 331953"/>
              <a:gd name="connsiteX8" fmla="*/ 499893 w 612961"/>
              <a:gd name="connsiteY8" fmla="*/ 81836 h 331953"/>
              <a:gd name="connsiteX9" fmla="*/ 612961 w 612961"/>
              <a:gd name="connsiteY9" fmla="*/ 206340 h 331953"/>
              <a:gd name="connsiteX10" fmla="*/ 612961 w 612961"/>
              <a:gd name="connsiteY10" fmla="*/ 214617 h 331953"/>
              <a:gd name="connsiteX11" fmla="*/ 443142 w 612961"/>
              <a:gd name="connsiteY11" fmla="*/ 214617 h 331953"/>
              <a:gd name="connsiteX12" fmla="*/ 443142 w 612961"/>
              <a:gd name="connsiteY12" fmla="*/ 216069 h 331953"/>
              <a:gd name="connsiteX13" fmla="*/ 504074 w 612961"/>
              <a:gd name="connsiteY13" fmla="*/ 291847 h 331953"/>
              <a:gd name="connsiteX14" fmla="*/ 559455 w 612961"/>
              <a:gd name="connsiteY14" fmla="*/ 251653 h 331953"/>
              <a:gd name="connsiteX15" fmla="*/ 610656 w 612961"/>
              <a:gd name="connsiteY15" fmla="*/ 257200 h 331953"/>
              <a:gd name="connsiteX16" fmla="*/ 501342 w 612961"/>
              <a:gd name="connsiteY16" fmla="*/ 331953 h 331953"/>
              <a:gd name="connsiteX17" fmla="*/ 386396 w 612961"/>
              <a:gd name="connsiteY17" fmla="*/ 207365 h 331953"/>
              <a:gd name="connsiteX18" fmla="*/ 499893 w 612961"/>
              <a:gd name="connsiteY18" fmla="*/ 81836 h 331953"/>
              <a:gd name="connsiteX19" fmla="*/ 130391 w 612961"/>
              <a:gd name="connsiteY19" fmla="*/ 5205 h 331953"/>
              <a:gd name="connsiteX20" fmla="*/ 184323 w 612961"/>
              <a:gd name="connsiteY20" fmla="*/ 5205 h 331953"/>
              <a:gd name="connsiteX21" fmla="*/ 184323 w 612961"/>
              <a:gd name="connsiteY21" fmla="*/ 49409 h 331953"/>
              <a:gd name="connsiteX22" fmla="*/ 130391 w 612961"/>
              <a:gd name="connsiteY22" fmla="*/ 49409 h 331953"/>
              <a:gd name="connsiteX23" fmla="*/ 0 w 612961"/>
              <a:gd name="connsiteY23" fmla="*/ 5121 h 331953"/>
              <a:gd name="connsiteX24" fmla="*/ 53931 w 612961"/>
              <a:gd name="connsiteY24" fmla="*/ 5121 h 331953"/>
              <a:gd name="connsiteX25" fmla="*/ 53931 w 612961"/>
              <a:gd name="connsiteY25" fmla="*/ 325383 h 331953"/>
              <a:gd name="connsiteX26" fmla="*/ 0 w 612961"/>
              <a:gd name="connsiteY26" fmla="*/ 325383 h 331953"/>
              <a:gd name="connsiteX27" fmla="*/ 342535 w 612961"/>
              <a:gd name="connsiteY27" fmla="*/ 0 h 331953"/>
              <a:gd name="connsiteX28" fmla="*/ 388274 w 612961"/>
              <a:gd name="connsiteY28" fmla="*/ 4182 h 331953"/>
              <a:gd name="connsiteX29" fmla="*/ 388274 w 612961"/>
              <a:gd name="connsiteY29" fmla="*/ 42924 h 331953"/>
              <a:gd name="connsiteX30" fmla="*/ 356870 w 612961"/>
              <a:gd name="connsiteY30" fmla="*/ 39682 h 331953"/>
              <a:gd name="connsiteX31" fmla="*/ 317615 w 612961"/>
              <a:gd name="connsiteY31" fmla="*/ 81752 h 331953"/>
              <a:gd name="connsiteX32" fmla="*/ 317615 w 612961"/>
              <a:gd name="connsiteY32" fmla="*/ 88237 h 331953"/>
              <a:gd name="connsiteX33" fmla="*/ 375303 w 612961"/>
              <a:gd name="connsiteY33" fmla="*/ 88237 h 331953"/>
              <a:gd name="connsiteX34" fmla="*/ 375303 w 612961"/>
              <a:gd name="connsiteY34" fmla="*/ 124590 h 331953"/>
              <a:gd name="connsiteX35" fmla="*/ 318554 w 612961"/>
              <a:gd name="connsiteY35" fmla="*/ 124590 h 331953"/>
              <a:gd name="connsiteX36" fmla="*/ 318554 w 612961"/>
              <a:gd name="connsiteY36" fmla="*/ 325297 h 331953"/>
              <a:gd name="connsiteX37" fmla="*/ 266500 w 612961"/>
              <a:gd name="connsiteY37" fmla="*/ 325297 h 331953"/>
              <a:gd name="connsiteX38" fmla="*/ 266500 w 612961"/>
              <a:gd name="connsiteY38" fmla="*/ 124504 h 331953"/>
              <a:gd name="connsiteX39" fmla="*/ 227247 w 612961"/>
              <a:gd name="connsiteY39" fmla="*/ 124504 h 331953"/>
              <a:gd name="connsiteX40" fmla="*/ 227247 w 612961"/>
              <a:gd name="connsiteY40" fmla="*/ 88151 h 331953"/>
              <a:gd name="connsiteX41" fmla="*/ 266500 w 612961"/>
              <a:gd name="connsiteY41" fmla="*/ 88151 h 331953"/>
              <a:gd name="connsiteX42" fmla="*/ 266500 w 612961"/>
              <a:gd name="connsiteY42" fmla="*/ 83543 h 331953"/>
              <a:gd name="connsiteX43" fmla="*/ 342535 w 612961"/>
              <a:gd name="connsiteY43" fmla="*/ 0 h 331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612961" h="331953">
                <a:moveTo>
                  <a:pt x="499893" y="119555"/>
                </a:moveTo>
                <a:cubicBezTo>
                  <a:pt x="468999" y="119555"/>
                  <a:pt x="447326" y="141657"/>
                  <a:pt x="444083" y="181422"/>
                </a:cubicBezTo>
                <a:lnTo>
                  <a:pt x="556725" y="181422"/>
                </a:lnTo>
                <a:cubicBezTo>
                  <a:pt x="555359" y="140804"/>
                  <a:pt x="535048" y="119555"/>
                  <a:pt x="499893" y="119555"/>
                </a:cubicBezTo>
                <a:close/>
                <a:moveTo>
                  <a:pt x="130391" y="88237"/>
                </a:moveTo>
                <a:lnTo>
                  <a:pt x="184323" y="88237"/>
                </a:lnTo>
                <a:lnTo>
                  <a:pt x="184323" y="325383"/>
                </a:lnTo>
                <a:lnTo>
                  <a:pt x="130391" y="325383"/>
                </a:lnTo>
                <a:close/>
                <a:moveTo>
                  <a:pt x="499893" y="81836"/>
                </a:moveTo>
                <a:cubicBezTo>
                  <a:pt x="568757" y="81836"/>
                  <a:pt x="612961" y="129282"/>
                  <a:pt x="612961" y="206340"/>
                </a:cubicBezTo>
                <a:lnTo>
                  <a:pt x="612961" y="214617"/>
                </a:lnTo>
                <a:lnTo>
                  <a:pt x="443142" y="214617"/>
                </a:lnTo>
                <a:lnTo>
                  <a:pt x="443142" y="216069"/>
                </a:lnTo>
                <a:cubicBezTo>
                  <a:pt x="443142" y="264538"/>
                  <a:pt x="466696" y="291847"/>
                  <a:pt x="504074" y="291847"/>
                </a:cubicBezTo>
                <a:cubicBezTo>
                  <a:pt x="529929" y="291847"/>
                  <a:pt x="550751" y="277510"/>
                  <a:pt x="559455" y="251653"/>
                </a:cubicBezTo>
                <a:lnTo>
                  <a:pt x="610656" y="257200"/>
                </a:lnTo>
                <a:cubicBezTo>
                  <a:pt x="593589" y="305670"/>
                  <a:pt x="555359" y="331953"/>
                  <a:pt x="501342" y="331953"/>
                </a:cubicBezTo>
                <a:cubicBezTo>
                  <a:pt x="432051" y="331953"/>
                  <a:pt x="386396" y="282630"/>
                  <a:pt x="386396" y="207365"/>
                </a:cubicBezTo>
                <a:cubicBezTo>
                  <a:pt x="386396" y="132100"/>
                  <a:pt x="432476" y="81836"/>
                  <a:pt x="499893" y="81836"/>
                </a:cubicBezTo>
                <a:close/>
                <a:moveTo>
                  <a:pt x="130391" y="5205"/>
                </a:moveTo>
                <a:lnTo>
                  <a:pt x="184323" y="5205"/>
                </a:lnTo>
                <a:lnTo>
                  <a:pt x="184323" y="49409"/>
                </a:lnTo>
                <a:lnTo>
                  <a:pt x="130391" y="49409"/>
                </a:lnTo>
                <a:close/>
                <a:moveTo>
                  <a:pt x="0" y="5121"/>
                </a:moveTo>
                <a:lnTo>
                  <a:pt x="53931" y="5121"/>
                </a:lnTo>
                <a:lnTo>
                  <a:pt x="53931" y="325383"/>
                </a:lnTo>
                <a:lnTo>
                  <a:pt x="0" y="325383"/>
                </a:lnTo>
                <a:close/>
                <a:moveTo>
                  <a:pt x="342535" y="0"/>
                </a:moveTo>
                <a:cubicBezTo>
                  <a:pt x="358748" y="0"/>
                  <a:pt x="373937" y="939"/>
                  <a:pt x="388274" y="4182"/>
                </a:cubicBezTo>
                <a:lnTo>
                  <a:pt x="388274" y="42924"/>
                </a:lnTo>
                <a:cubicBezTo>
                  <a:pt x="374874" y="40619"/>
                  <a:pt x="364721" y="39682"/>
                  <a:pt x="356870" y="39682"/>
                </a:cubicBezTo>
                <a:cubicBezTo>
                  <a:pt x="329137" y="39682"/>
                  <a:pt x="317615" y="52651"/>
                  <a:pt x="317615" y="81752"/>
                </a:cubicBezTo>
                <a:lnTo>
                  <a:pt x="317615" y="88237"/>
                </a:lnTo>
                <a:lnTo>
                  <a:pt x="375303" y="88237"/>
                </a:lnTo>
                <a:lnTo>
                  <a:pt x="375303" y="124590"/>
                </a:lnTo>
                <a:lnTo>
                  <a:pt x="318554" y="124590"/>
                </a:lnTo>
                <a:lnTo>
                  <a:pt x="318554" y="325297"/>
                </a:lnTo>
                <a:lnTo>
                  <a:pt x="266500" y="325297"/>
                </a:lnTo>
                <a:lnTo>
                  <a:pt x="266500" y="124504"/>
                </a:lnTo>
                <a:lnTo>
                  <a:pt x="227247" y="124504"/>
                </a:lnTo>
                <a:lnTo>
                  <a:pt x="227247" y="88151"/>
                </a:lnTo>
                <a:lnTo>
                  <a:pt x="266500" y="88151"/>
                </a:lnTo>
                <a:lnTo>
                  <a:pt x="266500" y="83543"/>
                </a:lnTo>
                <a:cubicBezTo>
                  <a:pt x="266500" y="26710"/>
                  <a:pt x="290480" y="0"/>
                  <a:pt x="342535" y="0"/>
                </a:cubicBezTo>
                <a:close/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92" name="Vrije vorm: vorm 191">
            <a:extLst>
              <a:ext uri="{FF2B5EF4-FFF2-40B4-BE49-F238E27FC236}">
                <a16:creationId xmlns:a16="http://schemas.microsoft.com/office/drawing/2014/main" id="{9F123195-9A29-4656-E853-17AE6C8F6F1B}"/>
              </a:ext>
            </a:extLst>
          </p:cNvPr>
          <p:cNvSpPr/>
          <p:nvPr/>
        </p:nvSpPr>
        <p:spPr>
          <a:xfrm>
            <a:off x="7558010" y="3050751"/>
            <a:ext cx="2177659" cy="326577"/>
          </a:xfrm>
          <a:custGeom>
            <a:avLst/>
            <a:gdLst>
              <a:gd name="connsiteX0" fmla="*/ 1107982 w 1219677"/>
              <a:gd name="connsiteY0" fmla="*/ 46504 h 182911"/>
              <a:gd name="connsiteX1" fmla="*/ 1107982 w 1219677"/>
              <a:gd name="connsiteY1" fmla="*/ 179327 h 182911"/>
              <a:gd name="connsiteX2" fmla="*/ 1137184 w 1219677"/>
              <a:gd name="connsiteY2" fmla="*/ 179327 h 182911"/>
              <a:gd name="connsiteX3" fmla="*/ 1137184 w 1219677"/>
              <a:gd name="connsiteY3" fmla="*/ 103333 h 182911"/>
              <a:gd name="connsiteX4" fmla="*/ 1167964 w 1219677"/>
              <a:gd name="connsiteY4" fmla="*/ 65575 h 182911"/>
              <a:gd name="connsiteX5" fmla="*/ 1190476 w 1219677"/>
              <a:gd name="connsiteY5" fmla="*/ 94538 h 182911"/>
              <a:gd name="connsiteX6" fmla="*/ 1190476 w 1219677"/>
              <a:gd name="connsiteY6" fmla="*/ 179279 h 182911"/>
              <a:gd name="connsiteX7" fmla="*/ 1219678 w 1219677"/>
              <a:gd name="connsiteY7" fmla="*/ 179279 h 182911"/>
              <a:gd name="connsiteX8" fmla="*/ 1219678 w 1219677"/>
              <a:gd name="connsiteY8" fmla="*/ 94299 h 182911"/>
              <a:gd name="connsiteX9" fmla="*/ 1176519 w 1219677"/>
              <a:gd name="connsiteY9" fmla="*/ 42872 h 182911"/>
              <a:gd name="connsiteX10" fmla="*/ 1135416 w 1219677"/>
              <a:gd name="connsiteY10" fmla="*/ 69207 h 182911"/>
              <a:gd name="connsiteX11" fmla="*/ 1135368 w 1219677"/>
              <a:gd name="connsiteY11" fmla="*/ 46457 h 182911"/>
              <a:gd name="connsiteX12" fmla="*/ 1107982 w 1219677"/>
              <a:gd name="connsiteY12" fmla="*/ 46457 h 182911"/>
              <a:gd name="connsiteX13" fmla="*/ 1017171 w 1219677"/>
              <a:gd name="connsiteY13" fmla="*/ 64571 h 182911"/>
              <a:gd name="connsiteX14" fmla="*/ 1048954 w 1219677"/>
              <a:gd name="connsiteY14" fmla="*/ 112892 h 182911"/>
              <a:gd name="connsiteX15" fmla="*/ 1017171 w 1219677"/>
              <a:gd name="connsiteY15" fmla="*/ 160973 h 182911"/>
              <a:gd name="connsiteX16" fmla="*/ 985626 w 1219677"/>
              <a:gd name="connsiteY16" fmla="*/ 112892 h 182911"/>
              <a:gd name="connsiteX17" fmla="*/ 1017171 w 1219677"/>
              <a:gd name="connsiteY17" fmla="*/ 64571 h 182911"/>
              <a:gd name="connsiteX18" fmla="*/ 1017171 w 1219677"/>
              <a:gd name="connsiteY18" fmla="*/ 42872 h 182911"/>
              <a:gd name="connsiteX19" fmla="*/ 953843 w 1219677"/>
              <a:gd name="connsiteY19" fmla="*/ 112892 h 182911"/>
              <a:gd name="connsiteX20" fmla="*/ 1017171 w 1219677"/>
              <a:gd name="connsiteY20" fmla="*/ 182911 h 182911"/>
              <a:gd name="connsiteX21" fmla="*/ 1080739 w 1219677"/>
              <a:gd name="connsiteY21" fmla="*/ 112892 h 182911"/>
              <a:gd name="connsiteX22" fmla="*/ 1017171 w 1219677"/>
              <a:gd name="connsiteY22" fmla="*/ 42872 h 182911"/>
              <a:gd name="connsiteX23" fmla="*/ 896633 w 1219677"/>
              <a:gd name="connsiteY23" fmla="*/ 179327 h 182911"/>
              <a:gd name="connsiteX24" fmla="*/ 926838 w 1219677"/>
              <a:gd name="connsiteY24" fmla="*/ 179327 h 182911"/>
              <a:gd name="connsiteX25" fmla="*/ 926838 w 1219677"/>
              <a:gd name="connsiteY25" fmla="*/ 46504 h 182911"/>
              <a:gd name="connsiteX26" fmla="*/ 896633 w 1219677"/>
              <a:gd name="connsiteY26" fmla="*/ 46504 h 182911"/>
              <a:gd name="connsiteX27" fmla="*/ 896633 w 1219677"/>
              <a:gd name="connsiteY27" fmla="*/ 179327 h 182911"/>
              <a:gd name="connsiteX28" fmla="*/ 896633 w 1219677"/>
              <a:gd name="connsiteY28" fmla="*/ 24758 h 182911"/>
              <a:gd name="connsiteX29" fmla="*/ 926838 w 1219677"/>
              <a:gd name="connsiteY29" fmla="*/ 24758 h 182911"/>
              <a:gd name="connsiteX30" fmla="*/ 926838 w 1219677"/>
              <a:gd name="connsiteY30" fmla="*/ 0 h 182911"/>
              <a:gd name="connsiteX31" fmla="*/ 896633 w 1219677"/>
              <a:gd name="connsiteY31" fmla="*/ 0 h 182911"/>
              <a:gd name="connsiteX32" fmla="*/ 896633 w 1219677"/>
              <a:gd name="connsiteY32" fmla="*/ 24758 h 182911"/>
              <a:gd name="connsiteX33" fmla="*/ 831775 w 1219677"/>
              <a:gd name="connsiteY33" fmla="*/ 9798 h 182911"/>
              <a:gd name="connsiteX34" fmla="*/ 803862 w 1219677"/>
              <a:gd name="connsiteY34" fmla="*/ 12092 h 182911"/>
              <a:gd name="connsiteX35" fmla="*/ 802859 w 1219677"/>
              <a:gd name="connsiteY35" fmla="*/ 46457 h 182911"/>
              <a:gd name="connsiteX36" fmla="*/ 779821 w 1219677"/>
              <a:gd name="connsiteY36" fmla="*/ 46457 h 182911"/>
              <a:gd name="connsiteX37" fmla="*/ 779821 w 1219677"/>
              <a:gd name="connsiteY37" fmla="*/ 66865 h 182911"/>
              <a:gd name="connsiteX38" fmla="*/ 802046 w 1219677"/>
              <a:gd name="connsiteY38" fmla="*/ 66865 h 182911"/>
              <a:gd name="connsiteX39" fmla="*/ 802046 w 1219677"/>
              <a:gd name="connsiteY39" fmla="*/ 133300 h 182911"/>
              <a:gd name="connsiteX40" fmla="*/ 843867 w 1219677"/>
              <a:gd name="connsiteY40" fmla="*/ 182863 h 182911"/>
              <a:gd name="connsiteX41" fmla="*/ 865088 w 1219677"/>
              <a:gd name="connsiteY41" fmla="*/ 180283 h 182911"/>
              <a:gd name="connsiteX42" fmla="*/ 865088 w 1219677"/>
              <a:gd name="connsiteY42" fmla="*/ 157293 h 182911"/>
              <a:gd name="connsiteX43" fmla="*/ 850319 w 1219677"/>
              <a:gd name="connsiteY43" fmla="*/ 159109 h 182911"/>
              <a:gd name="connsiteX44" fmla="*/ 831727 w 1219677"/>
              <a:gd name="connsiteY44" fmla="*/ 131197 h 182911"/>
              <a:gd name="connsiteX45" fmla="*/ 831727 w 1219677"/>
              <a:gd name="connsiteY45" fmla="*/ 66913 h 182911"/>
              <a:gd name="connsiteX46" fmla="*/ 861407 w 1219677"/>
              <a:gd name="connsiteY46" fmla="*/ 66913 h 182911"/>
              <a:gd name="connsiteX47" fmla="*/ 861407 w 1219677"/>
              <a:gd name="connsiteY47" fmla="*/ 46504 h 182911"/>
              <a:gd name="connsiteX48" fmla="*/ 831727 w 1219677"/>
              <a:gd name="connsiteY48" fmla="*/ 46504 h 182911"/>
              <a:gd name="connsiteX49" fmla="*/ 831727 w 1219677"/>
              <a:gd name="connsiteY49" fmla="*/ 9798 h 182911"/>
              <a:gd name="connsiteX50" fmla="*/ 728681 w 1219677"/>
              <a:gd name="connsiteY50" fmla="*/ 113178 h 182911"/>
              <a:gd name="connsiteX51" fmla="*/ 728681 w 1219677"/>
              <a:gd name="connsiteY51" fmla="*/ 122737 h 182911"/>
              <a:gd name="connsiteX52" fmla="*/ 693790 w 1219677"/>
              <a:gd name="connsiteY52" fmla="*/ 161308 h 182911"/>
              <a:gd name="connsiteX53" fmla="*/ 669989 w 1219677"/>
              <a:gd name="connsiteY53" fmla="*/ 141377 h 182911"/>
              <a:gd name="connsiteX54" fmla="*/ 721990 w 1219677"/>
              <a:gd name="connsiteY54" fmla="*/ 113178 h 182911"/>
              <a:gd name="connsiteX55" fmla="*/ 728681 w 1219677"/>
              <a:gd name="connsiteY55" fmla="*/ 113178 h 182911"/>
              <a:gd name="connsiteX56" fmla="*/ 642125 w 1219677"/>
              <a:gd name="connsiteY56" fmla="*/ 80869 h 182911"/>
              <a:gd name="connsiteX57" fmla="*/ 670036 w 1219677"/>
              <a:gd name="connsiteY57" fmla="*/ 84262 h 182911"/>
              <a:gd name="connsiteX58" fmla="*/ 701055 w 1219677"/>
              <a:gd name="connsiteY58" fmla="*/ 63567 h 182911"/>
              <a:gd name="connsiteX59" fmla="*/ 728729 w 1219677"/>
              <a:gd name="connsiteY59" fmla="*/ 88373 h 182911"/>
              <a:gd name="connsiteX60" fmla="*/ 728729 w 1219677"/>
              <a:gd name="connsiteY60" fmla="*/ 95351 h 182911"/>
              <a:gd name="connsiteX61" fmla="*/ 725910 w 1219677"/>
              <a:gd name="connsiteY61" fmla="*/ 95351 h 182911"/>
              <a:gd name="connsiteX62" fmla="*/ 638540 w 1219677"/>
              <a:gd name="connsiteY62" fmla="*/ 142907 h 182911"/>
              <a:gd name="connsiteX63" fmla="*/ 684231 w 1219677"/>
              <a:gd name="connsiteY63" fmla="*/ 182672 h 182911"/>
              <a:gd name="connsiteX64" fmla="*/ 729255 w 1219677"/>
              <a:gd name="connsiteY64" fmla="*/ 156337 h 182911"/>
              <a:gd name="connsiteX65" fmla="*/ 732074 w 1219677"/>
              <a:gd name="connsiteY65" fmla="*/ 179327 h 182911"/>
              <a:gd name="connsiteX66" fmla="*/ 761804 w 1219677"/>
              <a:gd name="connsiteY66" fmla="*/ 179327 h 182911"/>
              <a:gd name="connsiteX67" fmla="*/ 757932 w 1219677"/>
              <a:gd name="connsiteY67" fmla="*/ 152992 h 182911"/>
              <a:gd name="connsiteX68" fmla="*/ 757932 w 1219677"/>
              <a:gd name="connsiteY68" fmla="*/ 95064 h 182911"/>
              <a:gd name="connsiteX69" fmla="*/ 704210 w 1219677"/>
              <a:gd name="connsiteY69" fmla="*/ 42872 h 182911"/>
              <a:gd name="connsiteX70" fmla="*/ 642125 w 1219677"/>
              <a:gd name="connsiteY70" fmla="*/ 80869 h 182911"/>
              <a:gd name="connsiteX71" fmla="*/ 549546 w 1219677"/>
              <a:gd name="connsiteY71" fmla="*/ 179327 h 182911"/>
              <a:gd name="connsiteX72" fmla="*/ 576693 w 1219677"/>
              <a:gd name="connsiteY72" fmla="*/ 179327 h 182911"/>
              <a:gd name="connsiteX73" fmla="*/ 623723 w 1219677"/>
              <a:gd name="connsiteY73" fmla="*/ 46504 h 182911"/>
              <a:gd name="connsiteX74" fmla="*/ 599157 w 1219677"/>
              <a:gd name="connsiteY74" fmla="*/ 46504 h 182911"/>
              <a:gd name="connsiteX75" fmla="*/ 566082 w 1219677"/>
              <a:gd name="connsiteY75" fmla="*/ 147591 h 182911"/>
              <a:gd name="connsiteX76" fmla="*/ 533248 w 1219677"/>
              <a:gd name="connsiteY76" fmla="*/ 46504 h 182911"/>
              <a:gd name="connsiteX77" fmla="*/ 502993 w 1219677"/>
              <a:gd name="connsiteY77" fmla="*/ 46504 h 182911"/>
              <a:gd name="connsiteX78" fmla="*/ 549546 w 1219677"/>
              <a:gd name="connsiteY78" fmla="*/ 179327 h 182911"/>
              <a:gd name="connsiteX79" fmla="*/ 426235 w 1219677"/>
              <a:gd name="connsiteY79" fmla="*/ 64571 h 182911"/>
              <a:gd name="connsiteX80" fmla="*/ 458067 w 1219677"/>
              <a:gd name="connsiteY80" fmla="*/ 112892 h 182911"/>
              <a:gd name="connsiteX81" fmla="*/ 426235 w 1219677"/>
              <a:gd name="connsiteY81" fmla="*/ 160973 h 182911"/>
              <a:gd name="connsiteX82" fmla="*/ 394691 w 1219677"/>
              <a:gd name="connsiteY82" fmla="*/ 112892 h 182911"/>
              <a:gd name="connsiteX83" fmla="*/ 426235 w 1219677"/>
              <a:gd name="connsiteY83" fmla="*/ 64571 h 182911"/>
              <a:gd name="connsiteX84" fmla="*/ 426235 w 1219677"/>
              <a:gd name="connsiteY84" fmla="*/ 42872 h 182911"/>
              <a:gd name="connsiteX85" fmla="*/ 362954 w 1219677"/>
              <a:gd name="connsiteY85" fmla="*/ 112892 h 182911"/>
              <a:gd name="connsiteX86" fmla="*/ 426235 w 1219677"/>
              <a:gd name="connsiteY86" fmla="*/ 182911 h 182911"/>
              <a:gd name="connsiteX87" fmla="*/ 489802 w 1219677"/>
              <a:gd name="connsiteY87" fmla="*/ 112892 h 182911"/>
              <a:gd name="connsiteX88" fmla="*/ 426235 w 1219677"/>
              <a:gd name="connsiteY88" fmla="*/ 42872 h 182911"/>
              <a:gd name="connsiteX89" fmla="*/ 224302 w 1219677"/>
              <a:gd name="connsiteY89" fmla="*/ 46504 h 182911"/>
              <a:gd name="connsiteX90" fmla="*/ 224302 w 1219677"/>
              <a:gd name="connsiteY90" fmla="*/ 179327 h 182911"/>
              <a:gd name="connsiteX91" fmla="*/ 253456 w 1219677"/>
              <a:gd name="connsiteY91" fmla="*/ 179327 h 182911"/>
              <a:gd name="connsiteX92" fmla="*/ 253456 w 1219677"/>
              <a:gd name="connsiteY92" fmla="*/ 103333 h 182911"/>
              <a:gd name="connsiteX93" fmla="*/ 284236 w 1219677"/>
              <a:gd name="connsiteY93" fmla="*/ 65575 h 182911"/>
              <a:gd name="connsiteX94" fmla="*/ 306699 w 1219677"/>
              <a:gd name="connsiteY94" fmla="*/ 94538 h 182911"/>
              <a:gd name="connsiteX95" fmla="*/ 306699 w 1219677"/>
              <a:gd name="connsiteY95" fmla="*/ 179279 h 182911"/>
              <a:gd name="connsiteX96" fmla="*/ 335903 w 1219677"/>
              <a:gd name="connsiteY96" fmla="*/ 179279 h 182911"/>
              <a:gd name="connsiteX97" fmla="*/ 335903 w 1219677"/>
              <a:gd name="connsiteY97" fmla="*/ 94299 h 182911"/>
              <a:gd name="connsiteX98" fmla="*/ 292792 w 1219677"/>
              <a:gd name="connsiteY98" fmla="*/ 42872 h 182911"/>
              <a:gd name="connsiteX99" fmla="*/ 251688 w 1219677"/>
              <a:gd name="connsiteY99" fmla="*/ 69207 h 182911"/>
              <a:gd name="connsiteX100" fmla="*/ 251640 w 1219677"/>
              <a:gd name="connsiteY100" fmla="*/ 46457 h 182911"/>
              <a:gd name="connsiteX101" fmla="*/ 224302 w 1219677"/>
              <a:gd name="connsiteY101" fmla="*/ 46457 h 182911"/>
              <a:gd name="connsiteX102" fmla="*/ 77189 w 1219677"/>
              <a:gd name="connsiteY102" fmla="*/ 46504 h 182911"/>
              <a:gd name="connsiteX103" fmla="*/ 77189 w 1219677"/>
              <a:gd name="connsiteY103" fmla="*/ 179327 h 182911"/>
              <a:gd name="connsiteX104" fmla="*/ 106391 w 1219677"/>
              <a:gd name="connsiteY104" fmla="*/ 179327 h 182911"/>
              <a:gd name="connsiteX105" fmla="*/ 106391 w 1219677"/>
              <a:gd name="connsiteY105" fmla="*/ 103333 h 182911"/>
              <a:gd name="connsiteX106" fmla="*/ 137172 w 1219677"/>
              <a:gd name="connsiteY106" fmla="*/ 65575 h 182911"/>
              <a:gd name="connsiteX107" fmla="*/ 159635 w 1219677"/>
              <a:gd name="connsiteY107" fmla="*/ 94538 h 182911"/>
              <a:gd name="connsiteX108" fmla="*/ 159635 w 1219677"/>
              <a:gd name="connsiteY108" fmla="*/ 179279 h 182911"/>
              <a:gd name="connsiteX109" fmla="*/ 188838 w 1219677"/>
              <a:gd name="connsiteY109" fmla="*/ 179279 h 182911"/>
              <a:gd name="connsiteX110" fmla="*/ 188838 w 1219677"/>
              <a:gd name="connsiteY110" fmla="*/ 94299 h 182911"/>
              <a:gd name="connsiteX111" fmla="*/ 145679 w 1219677"/>
              <a:gd name="connsiteY111" fmla="*/ 42872 h 182911"/>
              <a:gd name="connsiteX112" fmla="*/ 104623 w 1219677"/>
              <a:gd name="connsiteY112" fmla="*/ 69207 h 182911"/>
              <a:gd name="connsiteX113" fmla="*/ 104575 w 1219677"/>
              <a:gd name="connsiteY113" fmla="*/ 46457 h 182911"/>
              <a:gd name="connsiteX114" fmla="*/ 77189 w 1219677"/>
              <a:gd name="connsiteY114" fmla="*/ 46457 h 182911"/>
              <a:gd name="connsiteX115" fmla="*/ 0 w 1219677"/>
              <a:gd name="connsiteY115" fmla="*/ 179327 h 182911"/>
              <a:gd name="connsiteX116" fmla="*/ 30207 w 1219677"/>
              <a:gd name="connsiteY116" fmla="*/ 179327 h 182911"/>
              <a:gd name="connsiteX117" fmla="*/ 30207 w 1219677"/>
              <a:gd name="connsiteY117" fmla="*/ 46504 h 182911"/>
              <a:gd name="connsiteX118" fmla="*/ 0 w 1219677"/>
              <a:gd name="connsiteY118" fmla="*/ 46504 h 182911"/>
              <a:gd name="connsiteX119" fmla="*/ 0 w 1219677"/>
              <a:gd name="connsiteY119" fmla="*/ 179327 h 182911"/>
              <a:gd name="connsiteX120" fmla="*/ 0 w 1219677"/>
              <a:gd name="connsiteY120" fmla="*/ 24758 h 182911"/>
              <a:gd name="connsiteX121" fmla="*/ 30207 w 1219677"/>
              <a:gd name="connsiteY121" fmla="*/ 24758 h 182911"/>
              <a:gd name="connsiteX122" fmla="*/ 30207 w 1219677"/>
              <a:gd name="connsiteY122" fmla="*/ 0 h 182911"/>
              <a:gd name="connsiteX123" fmla="*/ 0 w 1219677"/>
              <a:gd name="connsiteY123" fmla="*/ 0 h 182911"/>
              <a:gd name="connsiteX124" fmla="*/ 0 w 1219677"/>
              <a:gd name="connsiteY124" fmla="*/ 24758 h 182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</a:cxnLst>
            <a:rect l="l" t="t" r="r" b="b"/>
            <a:pathLst>
              <a:path w="1219677" h="182911">
                <a:moveTo>
                  <a:pt x="1107982" y="46504"/>
                </a:moveTo>
                <a:lnTo>
                  <a:pt x="1107982" y="179327"/>
                </a:lnTo>
                <a:lnTo>
                  <a:pt x="1137184" y="179327"/>
                </a:lnTo>
                <a:lnTo>
                  <a:pt x="1137184" y="103333"/>
                </a:lnTo>
                <a:cubicBezTo>
                  <a:pt x="1137232" y="80343"/>
                  <a:pt x="1150662" y="65575"/>
                  <a:pt x="1167964" y="65575"/>
                </a:cubicBezTo>
                <a:cubicBezTo>
                  <a:pt x="1182445" y="65575"/>
                  <a:pt x="1190476" y="75373"/>
                  <a:pt x="1190476" y="94538"/>
                </a:cubicBezTo>
                <a:lnTo>
                  <a:pt x="1190476" y="179279"/>
                </a:lnTo>
                <a:lnTo>
                  <a:pt x="1219678" y="179279"/>
                </a:lnTo>
                <a:lnTo>
                  <a:pt x="1219678" y="94299"/>
                </a:lnTo>
                <a:cubicBezTo>
                  <a:pt x="1219678" y="59935"/>
                  <a:pt x="1205483" y="42872"/>
                  <a:pt x="1176519" y="42872"/>
                </a:cubicBezTo>
                <a:cubicBezTo>
                  <a:pt x="1158691" y="42872"/>
                  <a:pt x="1144975" y="51666"/>
                  <a:pt x="1135416" y="69207"/>
                </a:cubicBezTo>
                <a:lnTo>
                  <a:pt x="1135368" y="46457"/>
                </a:lnTo>
                <a:lnTo>
                  <a:pt x="1107982" y="46457"/>
                </a:lnTo>
                <a:close/>
                <a:moveTo>
                  <a:pt x="1017171" y="64571"/>
                </a:moveTo>
                <a:cubicBezTo>
                  <a:pt x="1036576" y="64571"/>
                  <a:pt x="1048954" y="81873"/>
                  <a:pt x="1048954" y="112892"/>
                </a:cubicBezTo>
                <a:cubicBezTo>
                  <a:pt x="1048954" y="143911"/>
                  <a:pt x="1036576" y="160973"/>
                  <a:pt x="1017171" y="160973"/>
                </a:cubicBezTo>
                <a:cubicBezTo>
                  <a:pt x="997527" y="160973"/>
                  <a:pt x="985626" y="144150"/>
                  <a:pt x="985626" y="112892"/>
                </a:cubicBezTo>
                <a:cubicBezTo>
                  <a:pt x="985626" y="81634"/>
                  <a:pt x="997479" y="64571"/>
                  <a:pt x="1017171" y="64571"/>
                </a:cubicBezTo>
                <a:moveTo>
                  <a:pt x="1017171" y="42872"/>
                </a:moveTo>
                <a:cubicBezTo>
                  <a:pt x="979652" y="42872"/>
                  <a:pt x="953843" y="70259"/>
                  <a:pt x="953843" y="112892"/>
                </a:cubicBezTo>
                <a:cubicBezTo>
                  <a:pt x="953843" y="155573"/>
                  <a:pt x="979413" y="182911"/>
                  <a:pt x="1017171" y="182911"/>
                </a:cubicBezTo>
                <a:cubicBezTo>
                  <a:pt x="1054929" y="182911"/>
                  <a:pt x="1080739" y="155573"/>
                  <a:pt x="1080739" y="112892"/>
                </a:cubicBezTo>
                <a:cubicBezTo>
                  <a:pt x="1080739" y="70259"/>
                  <a:pt x="1054881" y="42872"/>
                  <a:pt x="1017171" y="42872"/>
                </a:cubicBezTo>
                <a:moveTo>
                  <a:pt x="896633" y="179327"/>
                </a:moveTo>
                <a:lnTo>
                  <a:pt x="926838" y="179327"/>
                </a:lnTo>
                <a:lnTo>
                  <a:pt x="926838" y="46504"/>
                </a:lnTo>
                <a:lnTo>
                  <a:pt x="896633" y="46504"/>
                </a:lnTo>
                <a:lnTo>
                  <a:pt x="896633" y="179327"/>
                </a:lnTo>
                <a:close/>
                <a:moveTo>
                  <a:pt x="896633" y="24758"/>
                </a:moveTo>
                <a:lnTo>
                  <a:pt x="926838" y="24758"/>
                </a:lnTo>
                <a:lnTo>
                  <a:pt x="926838" y="0"/>
                </a:lnTo>
                <a:lnTo>
                  <a:pt x="896633" y="0"/>
                </a:lnTo>
                <a:lnTo>
                  <a:pt x="896633" y="24758"/>
                </a:lnTo>
                <a:close/>
                <a:moveTo>
                  <a:pt x="831775" y="9798"/>
                </a:moveTo>
                <a:lnTo>
                  <a:pt x="803862" y="12092"/>
                </a:lnTo>
                <a:lnTo>
                  <a:pt x="802859" y="46457"/>
                </a:lnTo>
                <a:lnTo>
                  <a:pt x="779821" y="46457"/>
                </a:lnTo>
                <a:lnTo>
                  <a:pt x="779821" y="66865"/>
                </a:lnTo>
                <a:lnTo>
                  <a:pt x="802046" y="66865"/>
                </a:lnTo>
                <a:lnTo>
                  <a:pt x="802046" y="133300"/>
                </a:lnTo>
                <a:cubicBezTo>
                  <a:pt x="802046" y="167904"/>
                  <a:pt x="812131" y="182863"/>
                  <a:pt x="843867" y="182863"/>
                </a:cubicBezTo>
                <a:cubicBezTo>
                  <a:pt x="850845" y="182863"/>
                  <a:pt x="857823" y="181812"/>
                  <a:pt x="865088" y="180283"/>
                </a:cubicBezTo>
                <a:lnTo>
                  <a:pt x="865088" y="157293"/>
                </a:lnTo>
                <a:cubicBezTo>
                  <a:pt x="859925" y="158584"/>
                  <a:pt x="855004" y="159109"/>
                  <a:pt x="850319" y="159109"/>
                </a:cubicBezTo>
                <a:cubicBezTo>
                  <a:pt x="834547" y="159109"/>
                  <a:pt x="831727" y="150602"/>
                  <a:pt x="831727" y="131197"/>
                </a:cubicBezTo>
                <a:lnTo>
                  <a:pt x="831727" y="66913"/>
                </a:lnTo>
                <a:lnTo>
                  <a:pt x="861407" y="66913"/>
                </a:lnTo>
                <a:lnTo>
                  <a:pt x="861407" y="46504"/>
                </a:lnTo>
                <a:lnTo>
                  <a:pt x="831727" y="46504"/>
                </a:lnTo>
                <a:lnTo>
                  <a:pt x="831727" y="9798"/>
                </a:lnTo>
                <a:close/>
                <a:moveTo>
                  <a:pt x="728681" y="113178"/>
                </a:moveTo>
                <a:lnTo>
                  <a:pt x="728681" y="122737"/>
                </a:lnTo>
                <a:cubicBezTo>
                  <a:pt x="728681" y="144484"/>
                  <a:pt x="713195" y="161308"/>
                  <a:pt x="693790" y="161308"/>
                </a:cubicBezTo>
                <a:cubicBezTo>
                  <a:pt x="679022" y="161308"/>
                  <a:pt x="669989" y="153278"/>
                  <a:pt x="669989" y="141377"/>
                </a:cubicBezTo>
                <a:cubicBezTo>
                  <a:pt x="669989" y="122737"/>
                  <a:pt x="687291" y="113178"/>
                  <a:pt x="721990" y="113178"/>
                </a:cubicBezTo>
                <a:lnTo>
                  <a:pt x="728681" y="113178"/>
                </a:lnTo>
                <a:close/>
                <a:moveTo>
                  <a:pt x="642125" y="80869"/>
                </a:moveTo>
                <a:lnTo>
                  <a:pt x="670036" y="84262"/>
                </a:lnTo>
                <a:cubicBezTo>
                  <a:pt x="672857" y="70545"/>
                  <a:pt x="683228" y="63567"/>
                  <a:pt x="701055" y="63567"/>
                </a:cubicBezTo>
                <a:cubicBezTo>
                  <a:pt x="719696" y="63567"/>
                  <a:pt x="728729" y="71549"/>
                  <a:pt x="728729" y="88373"/>
                </a:cubicBezTo>
                <a:lnTo>
                  <a:pt x="728729" y="95351"/>
                </a:lnTo>
                <a:lnTo>
                  <a:pt x="725910" y="95351"/>
                </a:lnTo>
                <a:cubicBezTo>
                  <a:pt x="667169" y="95351"/>
                  <a:pt x="638540" y="110836"/>
                  <a:pt x="638540" y="142907"/>
                </a:cubicBezTo>
                <a:cubicBezTo>
                  <a:pt x="638540" y="166135"/>
                  <a:pt x="656368" y="182672"/>
                  <a:pt x="684231" y="182672"/>
                </a:cubicBezTo>
                <a:cubicBezTo>
                  <a:pt x="704163" y="182672"/>
                  <a:pt x="720221" y="173400"/>
                  <a:pt x="729255" y="156337"/>
                </a:cubicBezTo>
                <a:cubicBezTo>
                  <a:pt x="729494" y="164845"/>
                  <a:pt x="730306" y="172396"/>
                  <a:pt x="732074" y="179327"/>
                </a:cubicBezTo>
                <a:lnTo>
                  <a:pt x="761804" y="179327"/>
                </a:lnTo>
                <a:cubicBezTo>
                  <a:pt x="758935" y="172396"/>
                  <a:pt x="757932" y="163602"/>
                  <a:pt x="757932" y="152992"/>
                </a:cubicBezTo>
                <a:lnTo>
                  <a:pt x="757932" y="95064"/>
                </a:lnTo>
                <a:cubicBezTo>
                  <a:pt x="757932" y="58883"/>
                  <a:pt x="742686" y="42872"/>
                  <a:pt x="704210" y="42872"/>
                </a:cubicBezTo>
                <a:cubicBezTo>
                  <a:pt x="668985" y="42872"/>
                  <a:pt x="648051" y="55777"/>
                  <a:pt x="642125" y="80869"/>
                </a:cubicBezTo>
                <a:moveTo>
                  <a:pt x="549546" y="179327"/>
                </a:moveTo>
                <a:lnTo>
                  <a:pt x="576693" y="179327"/>
                </a:lnTo>
                <a:lnTo>
                  <a:pt x="623723" y="46504"/>
                </a:lnTo>
                <a:lnTo>
                  <a:pt x="599157" y="46504"/>
                </a:lnTo>
                <a:lnTo>
                  <a:pt x="566082" y="147591"/>
                </a:lnTo>
                <a:lnTo>
                  <a:pt x="533248" y="46504"/>
                </a:lnTo>
                <a:lnTo>
                  <a:pt x="502993" y="46504"/>
                </a:lnTo>
                <a:lnTo>
                  <a:pt x="549546" y="179327"/>
                </a:lnTo>
                <a:close/>
                <a:moveTo>
                  <a:pt x="426235" y="64571"/>
                </a:moveTo>
                <a:cubicBezTo>
                  <a:pt x="445640" y="64571"/>
                  <a:pt x="458067" y="81873"/>
                  <a:pt x="458067" y="112892"/>
                </a:cubicBezTo>
                <a:cubicBezTo>
                  <a:pt x="458067" y="143911"/>
                  <a:pt x="445640" y="160973"/>
                  <a:pt x="426235" y="160973"/>
                </a:cubicBezTo>
                <a:cubicBezTo>
                  <a:pt x="406592" y="160973"/>
                  <a:pt x="394691" y="144150"/>
                  <a:pt x="394691" y="112892"/>
                </a:cubicBezTo>
                <a:cubicBezTo>
                  <a:pt x="394738" y="81634"/>
                  <a:pt x="406592" y="64571"/>
                  <a:pt x="426235" y="64571"/>
                </a:cubicBezTo>
                <a:moveTo>
                  <a:pt x="426235" y="42872"/>
                </a:moveTo>
                <a:cubicBezTo>
                  <a:pt x="388764" y="42872"/>
                  <a:pt x="362954" y="70259"/>
                  <a:pt x="362954" y="112892"/>
                </a:cubicBezTo>
                <a:cubicBezTo>
                  <a:pt x="362954" y="155573"/>
                  <a:pt x="388477" y="182911"/>
                  <a:pt x="426235" y="182911"/>
                </a:cubicBezTo>
                <a:cubicBezTo>
                  <a:pt x="463993" y="182911"/>
                  <a:pt x="489802" y="155573"/>
                  <a:pt x="489802" y="112892"/>
                </a:cubicBezTo>
                <a:cubicBezTo>
                  <a:pt x="489802" y="70259"/>
                  <a:pt x="463993" y="42872"/>
                  <a:pt x="426235" y="42872"/>
                </a:cubicBezTo>
                <a:moveTo>
                  <a:pt x="224302" y="46504"/>
                </a:moveTo>
                <a:lnTo>
                  <a:pt x="224302" y="179327"/>
                </a:lnTo>
                <a:lnTo>
                  <a:pt x="253456" y="179327"/>
                </a:lnTo>
                <a:lnTo>
                  <a:pt x="253456" y="103333"/>
                </a:lnTo>
                <a:cubicBezTo>
                  <a:pt x="253504" y="80343"/>
                  <a:pt x="266982" y="65575"/>
                  <a:pt x="284236" y="65575"/>
                </a:cubicBezTo>
                <a:cubicBezTo>
                  <a:pt x="298718" y="65575"/>
                  <a:pt x="306699" y="75373"/>
                  <a:pt x="306699" y="94538"/>
                </a:cubicBezTo>
                <a:lnTo>
                  <a:pt x="306699" y="179279"/>
                </a:lnTo>
                <a:lnTo>
                  <a:pt x="335903" y="179279"/>
                </a:lnTo>
                <a:lnTo>
                  <a:pt x="335903" y="94299"/>
                </a:lnTo>
                <a:cubicBezTo>
                  <a:pt x="335903" y="59935"/>
                  <a:pt x="321708" y="42872"/>
                  <a:pt x="292792" y="42872"/>
                </a:cubicBezTo>
                <a:cubicBezTo>
                  <a:pt x="274964" y="42872"/>
                  <a:pt x="261247" y="51666"/>
                  <a:pt x="251688" y="69207"/>
                </a:cubicBezTo>
                <a:lnTo>
                  <a:pt x="251640" y="46457"/>
                </a:lnTo>
                <a:lnTo>
                  <a:pt x="224302" y="46457"/>
                </a:lnTo>
                <a:close/>
                <a:moveTo>
                  <a:pt x="77189" y="46504"/>
                </a:moveTo>
                <a:lnTo>
                  <a:pt x="77189" y="179327"/>
                </a:lnTo>
                <a:lnTo>
                  <a:pt x="106391" y="179327"/>
                </a:lnTo>
                <a:lnTo>
                  <a:pt x="106391" y="103333"/>
                </a:lnTo>
                <a:cubicBezTo>
                  <a:pt x="106439" y="80343"/>
                  <a:pt x="119870" y="65575"/>
                  <a:pt x="137172" y="65575"/>
                </a:cubicBezTo>
                <a:cubicBezTo>
                  <a:pt x="151653" y="65575"/>
                  <a:pt x="159635" y="75373"/>
                  <a:pt x="159635" y="94538"/>
                </a:cubicBezTo>
                <a:lnTo>
                  <a:pt x="159635" y="179279"/>
                </a:lnTo>
                <a:lnTo>
                  <a:pt x="188838" y="179279"/>
                </a:lnTo>
                <a:lnTo>
                  <a:pt x="188838" y="94299"/>
                </a:lnTo>
                <a:cubicBezTo>
                  <a:pt x="188838" y="59935"/>
                  <a:pt x="174643" y="42872"/>
                  <a:pt x="145679" y="42872"/>
                </a:cubicBezTo>
                <a:cubicBezTo>
                  <a:pt x="127851" y="42872"/>
                  <a:pt x="114182" y="51666"/>
                  <a:pt x="104623" y="69207"/>
                </a:cubicBezTo>
                <a:lnTo>
                  <a:pt x="104575" y="46457"/>
                </a:lnTo>
                <a:lnTo>
                  <a:pt x="77189" y="46457"/>
                </a:lnTo>
                <a:close/>
                <a:moveTo>
                  <a:pt x="0" y="179327"/>
                </a:moveTo>
                <a:lnTo>
                  <a:pt x="30207" y="179327"/>
                </a:lnTo>
                <a:lnTo>
                  <a:pt x="30207" y="46504"/>
                </a:lnTo>
                <a:lnTo>
                  <a:pt x="0" y="46504"/>
                </a:lnTo>
                <a:lnTo>
                  <a:pt x="0" y="179327"/>
                </a:lnTo>
                <a:close/>
                <a:moveTo>
                  <a:pt x="0" y="24758"/>
                </a:moveTo>
                <a:lnTo>
                  <a:pt x="30207" y="24758"/>
                </a:lnTo>
                <a:lnTo>
                  <a:pt x="30207" y="0"/>
                </a:lnTo>
                <a:lnTo>
                  <a:pt x="0" y="0"/>
                </a:lnTo>
                <a:lnTo>
                  <a:pt x="0" y="24758"/>
                </a:lnTo>
                <a:close/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03" name="Vrije vorm: vorm 202">
            <a:extLst>
              <a:ext uri="{FF2B5EF4-FFF2-40B4-BE49-F238E27FC236}">
                <a16:creationId xmlns:a16="http://schemas.microsoft.com/office/drawing/2014/main" id="{61507882-5C09-AFEB-B812-B6EAEF4772AD}"/>
              </a:ext>
            </a:extLst>
          </p:cNvPr>
          <p:cNvSpPr/>
          <p:nvPr userDrawn="1"/>
        </p:nvSpPr>
        <p:spPr>
          <a:xfrm>
            <a:off x="7536165" y="3480414"/>
            <a:ext cx="568159" cy="331869"/>
          </a:xfrm>
          <a:custGeom>
            <a:avLst/>
            <a:gdLst>
              <a:gd name="connsiteX0" fmla="*/ 283398 w 568159"/>
              <a:gd name="connsiteY0" fmla="*/ 120492 h 331869"/>
              <a:gd name="connsiteX1" fmla="*/ 227076 w 568159"/>
              <a:gd name="connsiteY1" fmla="*/ 206853 h 331869"/>
              <a:gd name="connsiteX2" fmla="*/ 283398 w 568159"/>
              <a:gd name="connsiteY2" fmla="*/ 292700 h 331869"/>
              <a:gd name="connsiteX3" fmla="*/ 340230 w 568159"/>
              <a:gd name="connsiteY3" fmla="*/ 206853 h 331869"/>
              <a:gd name="connsiteX4" fmla="*/ 283398 w 568159"/>
              <a:gd name="connsiteY4" fmla="*/ 120492 h 331869"/>
              <a:gd name="connsiteX5" fmla="*/ 555700 w 568159"/>
              <a:gd name="connsiteY5" fmla="*/ 81752 h 331869"/>
              <a:gd name="connsiteX6" fmla="*/ 568159 w 568159"/>
              <a:gd name="connsiteY6" fmla="*/ 82263 h 331869"/>
              <a:gd name="connsiteX7" fmla="*/ 568159 w 568159"/>
              <a:gd name="connsiteY7" fmla="*/ 133378 h 331869"/>
              <a:gd name="connsiteX8" fmla="*/ 556638 w 568159"/>
              <a:gd name="connsiteY8" fmla="*/ 132867 h 331869"/>
              <a:gd name="connsiteX9" fmla="*/ 493406 w 568159"/>
              <a:gd name="connsiteY9" fmla="*/ 207706 h 331869"/>
              <a:gd name="connsiteX10" fmla="*/ 493406 w 568159"/>
              <a:gd name="connsiteY10" fmla="*/ 325297 h 331869"/>
              <a:gd name="connsiteX11" fmla="*/ 440413 w 568159"/>
              <a:gd name="connsiteY11" fmla="*/ 325297 h 331869"/>
              <a:gd name="connsiteX12" fmla="*/ 440413 w 568159"/>
              <a:gd name="connsiteY12" fmla="*/ 88151 h 331869"/>
              <a:gd name="connsiteX13" fmla="*/ 488798 w 568159"/>
              <a:gd name="connsiteY13" fmla="*/ 88151 h 331869"/>
              <a:gd name="connsiteX14" fmla="*/ 488798 w 568159"/>
              <a:gd name="connsiteY14" fmla="*/ 139352 h 331869"/>
              <a:gd name="connsiteX15" fmla="*/ 555700 w 568159"/>
              <a:gd name="connsiteY15" fmla="*/ 81752 h 331869"/>
              <a:gd name="connsiteX16" fmla="*/ 283398 w 568159"/>
              <a:gd name="connsiteY16" fmla="*/ 81752 h 331869"/>
              <a:gd name="connsiteX17" fmla="*/ 396893 w 568159"/>
              <a:gd name="connsiteY17" fmla="*/ 206853 h 331869"/>
              <a:gd name="connsiteX18" fmla="*/ 283398 w 568159"/>
              <a:gd name="connsiteY18" fmla="*/ 331869 h 331869"/>
              <a:gd name="connsiteX19" fmla="*/ 170413 w 568159"/>
              <a:gd name="connsiteY19" fmla="*/ 206853 h 331869"/>
              <a:gd name="connsiteX20" fmla="*/ 283398 w 568159"/>
              <a:gd name="connsiteY20" fmla="*/ 81752 h 331869"/>
              <a:gd name="connsiteX21" fmla="*/ 115372 w 568159"/>
              <a:gd name="connsiteY21" fmla="*/ 0 h 331869"/>
              <a:gd name="connsiteX22" fmla="*/ 161027 w 568159"/>
              <a:gd name="connsiteY22" fmla="*/ 4182 h 331869"/>
              <a:gd name="connsiteX23" fmla="*/ 161113 w 568159"/>
              <a:gd name="connsiteY23" fmla="*/ 4182 h 331869"/>
              <a:gd name="connsiteX24" fmla="*/ 161113 w 568159"/>
              <a:gd name="connsiteY24" fmla="*/ 42924 h 331869"/>
              <a:gd name="connsiteX25" fmla="*/ 129709 w 568159"/>
              <a:gd name="connsiteY25" fmla="*/ 39682 h 331869"/>
              <a:gd name="connsiteX26" fmla="*/ 90454 w 568159"/>
              <a:gd name="connsiteY26" fmla="*/ 81752 h 331869"/>
              <a:gd name="connsiteX27" fmla="*/ 90454 w 568159"/>
              <a:gd name="connsiteY27" fmla="*/ 88237 h 331869"/>
              <a:gd name="connsiteX28" fmla="*/ 148142 w 568159"/>
              <a:gd name="connsiteY28" fmla="*/ 88237 h 331869"/>
              <a:gd name="connsiteX29" fmla="*/ 148142 w 568159"/>
              <a:gd name="connsiteY29" fmla="*/ 124590 h 331869"/>
              <a:gd name="connsiteX30" fmla="*/ 91393 w 568159"/>
              <a:gd name="connsiteY30" fmla="*/ 124590 h 331869"/>
              <a:gd name="connsiteX31" fmla="*/ 91393 w 568159"/>
              <a:gd name="connsiteY31" fmla="*/ 325297 h 331869"/>
              <a:gd name="connsiteX32" fmla="*/ 39255 w 568159"/>
              <a:gd name="connsiteY32" fmla="*/ 325297 h 331869"/>
              <a:gd name="connsiteX33" fmla="*/ 39255 w 568159"/>
              <a:gd name="connsiteY33" fmla="*/ 124504 h 331869"/>
              <a:gd name="connsiteX34" fmla="*/ 0 w 568159"/>
              <a:gd name="connsiteY34" fmla="*/ 124504 h 331869"/>
              <a:gd name="connsiteX35" fmla="*/ 0 w 568159"/>
              <a:gd name="connsiteY35" fmla="*/ 88151 h 331869"/>
              <a:gd name="connsiteX36" fmla="*/ 39255 w 568159"/>
              <a:gd name="connsiteY36" fmla="*/ 88151 h 331869"/>
              <a:gd name="connsiteX37" fmla="*/ 39255 w 568159"/>
              <a:gd name="connsiteY37" fmla="*/ 83543 h 331869"/>
              <a:gd name="connsiteX38" fmla="*/ 115372 w 568159"/>
              <a:gd name="connsiteY38" fmla="*/ 0 h 331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568159" h="331869">
                <a:moveTo>
                  <a:pt x="283398" y="120492"/>
                </a:moveTo>
                <a:cubicBezTo>
                  <a:pt x="248324" y="120492"/>
                  <a:pt x="227076" y="150872"/>
                  <a:pt x="227076" y="206853"/>
                </a:cubicBezTo>
                <a:cubicBezTo>
                  <a:pt x="227076" y="262662"/>
                  <a:pt x="248324" y="292700"/>
                  <a:pt x="283398" y="292700"/>
                </a:cubicBezTo>
                <a:cubicBezTo>
                  <a:pt x="318042" y="292700"/>
                  <a:pt x="340230" y="262235"/>
                  <a:pt x="340230" y="206853"/>
                </a:cubicBezTo>
                <a:cubicBezTo>
                  <a:pt x="340230" y="151384"/>
                  <a:pt x="318042" y="120492"/>
                  <a:pt x="283398" y="120492"/>
                </a:cubicBezTo>
                <a:close/>
                <a:moveTo>
                  <a:pt x="555700" y="81752"/>
                </a:moveTo>
                <a:cubicBezTo>
                  <a:pt x="559369" y="81752"/>
                  <a:pt x="563551" y="81752"/>
                  <a:pt x="568159" y="82263"/>
                </a:cubicBezTo>
                <a:lnTo>
                  <a:pt x="568159" y="133378"/>
                </a:lnTo>
                <a:cubicBezTo>
                  <a:pt x="563124" y="132867"/>
                  <a:pt x="558943" y="132867"/>
                  <a:pt x="556638" y="132867"/>
                </a:cubicBezTo>
                <a:cubicBezTo>
                  <a:pt x="518408" y="132867"/>
                  <a:pt x="493492" y="161027"/>
                  <a:pt x="493406" y="207706"/>
                </a:cubicBezTo>
                <a:lnTo>
                  <a:pt x="493406" y="325297"/>
                </a:lnTo>
                <a:lnTo>
                  <a:pt x="440413" y="325297"/>
                </a:lnTo>
                <a:lnTo>
                  <a:pt x="440413" y="88151"/>
                </a:lnTo>
                <a:lnTo>
                  <a:pt x="488798" y="88151"/>
                </a:lnTo>
                <a:lnTo>
                  <a:pt x="488798" y="139352"/>
                </a:lnTo>
                <a:cubicBezTo>
                  <a:pt x="500746" y="100610"/>
                  <a:pt x="522420" y="81752"/>
                  <a:pt x="555700" y="81752"/>
                </a:cubicBezTo>
                <a:close/>
                <a:moveTo>
                  <a:pt x="283398" y="81752"/>
                </a:moveTo>
                <a:cubicBezTo>
                  <a:pt x="350812" y="81752"/>
                  <a:pt x="396893" y="130648"/>
                  <a:pt x="396893" y="206853"/>
                </a:cubicBezTo>
                <a:cubicBezTo>
                  <a:pt x="396893" y="282971"/>
                  <a:pt x="350812" y="331869"/>
                  <a:pt x="283398" y="331869"/>
                </a:cubicBezTo>
                <a:cubicBezTo>
                  <a:pt x="216067" y="331869"/>
                  <a:pt x="170413" y="282971"/>
                  <a:pt x="170413" y="206853"/>
                </a:cubicBezTo>
                <a:cubicBezTo>
                  <a:pt x="170413" y="130648"/>
                  <a:pt x="216495" y="81752"/>
                  <a:pt x="283398" y="81752"/>
                </a:cubicBezTo>
                <a:close/>
                <a:moveTo>
                  <a:pt x="115372" y="0"/>
                </a:moveTo>
                <a:cubicBezTo>
                  <a:pt x="131501" y="0"/>
                  <a:pt x="146690" y="939"/>
                  <a:pt x="161027" y="4182"/>
                </a:cubicBezTo>
                <a:lnTo>
                  <a:pt x="161113" y="4182"/>
                </a:lnTo>
                <a:lnTo>
                  <a:pt x="161113" y="42924"/>
                </a:lnTo>
                <a:cubicBezTo>
                  <a:pt x="147715" y="40619"/>
                  <a:pt x="137559" y="39682"/>
                  <a:pt x="129709" y="39682"/>
                </a:cubicBezTo>
                <a:cubicBezTo>
                  <a:pt x="101976" y="39682"/>
                  <a:pt x="90454" y="52651"/>
                  <a:pt x="90454" y="81752"/>
                </a:cubicBezTo>
                <a:lnTo>
                  <a:pt x="90454" y="88237"/>
                </a:lnTo>
                <a:lnTo>
                  <a:pt x="148142" y="88237"/>
                </a:lnTo>
                <a:lnTo>
                  <a:pt x="148142" y="124590"/>
                </a:lnTo>
                <a:lnTo>
                  <a:pt x="91393" y="124590"/>
                </a:lnTo>
                <a:lnTo>
                  <a:pt x="91393" y="325297"/>
                </a:lnTo>
                <a:lnTo>
                  <a:pt x="39255" y="325297"/>
                </a:lnTo>
                <a:lnTo>
                  <a:pt x="39255" y="124504"/>
                </a:lnTo>
                <a:lnTo>
                  <a:pt x="0" y="124504"/>
                </a:lnTo>
                <a:lnTo>
                  <a:pt x="0" y="88151"/>
                </a:lnTo>
                <a:lnTo>
                  <a:pt x="39255" y="88151"/>
                </a:lnTo>
                <a:lnTo>
                  <a:pt x="39255" y="83543"/>
                </a:lnTo>
                <a:cubicBezTo>
                  <a:pt x="39255" y="26710"/>
                  <a:pt x="63233" y="0"/>
                  <a:pt x="115372" y="0"/>
                </a:cubicBezTo>
                <a:close/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04" name="Rechthoek 203">
            <a:extLst>
              <a:ext uri="{FF2B5EF4-FFF2-40B4-BE49-F238E27FC236}">
                <a16:creationId xmlns:a16="http://schemas.microsoft.com/office/drawing/2014/main" id="{D2823E83-337B-EBE8-2DC9-AC1B405239E1}"/>
              </a:ext>
            </a:extLst>
          </p:cNvPr>
          <p:cNvSpPr/>
          <p:nvPr userDrawn="1"/>
        </p:nvSpPr>
        <p:spPr>
          <a:xfrm>
            <a:off x="0" y="0"/>
            <a:ext cx="7397922" cy="6858000"/>
          </a:xfrm>
          <a:prstGeom prst="rect">
            <a:avLst/>
          </a:prstGeom>
          <a:solidFill>
            <a:srgbClr val="66BE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/>
          </a:p>
        </p:txBody>
      </p:sp>
      <p:sp>
        <p:nvSpPr>
          <p:cNvPr id="10" name="Vrije vorm: vorm 9">
            <a:extLst>
              <a:ext uri="{FF2B5EF4-FFF2-40B4-BE49-F238E27FC236}">
                <a16:creationId xmlns:a16="http://schemas.microsoft.com/office/drawing/2014/main" id="{68632D5D-A90B-D2B1-47A3-4C3307001C3E}"/>
              </a:ext>
            </a:extLst>
          </p:cNvPr>
          <p:cNvSpPr/>
          <p:nvPr/>
        </p:nvSpPr>
        <p:spPr>
          <a:xfrm>
            <a:off x="2271909" y="1104462"/>
            <a:ext cx="10854" cy="1519651"/>
          </a:xfrm>
          <a:custGeom>
            <a:avLst/>
            <a:gdLst>
              <a:gd name="connsiteX0" fmla="*/ -7 w 11947"/>
              <a:gd name="connsiteY0" fmla="*/ -7 h 1672682"/>
              <a:gd name="connsiteX1" fmla="*/ -7 w 11947"/>
              <a:gd name="connsiteY1" fmla="*/ 1672676 h 1672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47" h="1672682">
                <a:moveTo>
                  <a:pt x="-7" y="-7"/>
                </a:moveTo>
                <a:lnTo>
                  <a:pt x="-7" y="1672676"/>
                </a:lnTo>
              </a:path>
            </a:pathLst>
          </a:custGeom>
          <a:noFill/>
          <a:ln w="83617" cap="flat">
            <a:gradFill>
              <a:gsLst>
                <a:gs pos="0">
                  <a:srgbClr val="F0F9FA">
                    <a:alpha val="0"/>
                  </a:srgbClr>
                </a:gs>
                <a:gs pos="50000">
                  <a:srgbClr val="F0F9FA">
                    <a:alpha val="49804"/>
                  </a:srgbClr>
                </a:gs>
                <a:gs pos="100000">
                  <a:srgbClr val="F0F9FA"/>
                </a:gs>
              </a:gsLst>
              <a:lin ang="54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1" name="Vrije vorm: vorm 10">
            <a:extLst>
              <a:ext uri="{FF2B5EF4-FFF2-40B4-BE49-F238E27FC236}">
                <a16:creationId xmlns:a16="http://schemas.microsoft.com/office/drawing/2014/main" id="{49659C9C-DC5D-D0BB-EA8D-E6CF1126029A}"/>
              </a:ext>
            </a:extLst>
          </p:cNvPr>
          <p:cNvSpPr/>
          <p:nvPr/>
        </p:nvSpPr>
        <p:spPr>
          <a:xfrm>
            <a:off x="1512083" y="344636"/>
            <a:ext cx="10854" cy="1519651"/>
          </a:xfrm>
          <a:custGeom>
            <a:avLst/>
            <a:gdLst>
              <a:gd name="connsiteX0" fmla="*/ -7 w 11947"/>
              <a:gd name="connsiteY0" fmla="*/ -7 h 1672682"/>
              <a:gd name="connsiteX1" fmla="*/ -7 w 11947"/>
              <a:gd name="connsiteY1" fmla="*/ 1672676 h 1672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47" h="1672682">
                <a:moveTo>
                  <a:pt x="-7" y="-7"/>
                </a:moveTo>
                <a:lnTo>
                  <a:pt x="-7" y="1672676"/>
                </a:lnTo>
              </a:path>
            </a:pathLst>
          </a:custGeom>
          <a:noFill/>
          <a:ln w="83617" cap="flat">
            <a:gradFill>
              <a:gsLst>
                <a:gs pos="0">
                  <a:srgbClr val="F0F9FA">
                    <a:alpha val="0"/>
                  </a:srgbClr>
                </a:gs>
                <a:gs pos="50000">
                  <a:srgbClr val="F0F9FA">
                    <a:alpha val="49804"/>
                  </a:srgbClr>
                </a:gs>
                <a:gs pos="100000">
                  <a:srgbClr val="F0F9FA"/>
                </a:gs>
              </a:gsLst>
              <a:lin ang="54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2" name="Vrije vorm: vorm 11">
            <a:extLst>
              <a:ext uri="{FF2B5EF4-FFF2-40B4-BE49-F238E27FC236}">
                <a16:creationId xmlns:a16="http://schemas.microsoft.com/office/drawing/2014/main" id="{18923D7B-20D6-582F-7E76-D16285387676}"/>
              </a:ext>
            </a:extLst>
          </p:cNvPr>
          <p:cNvSpPr/>
          <p:nvPr/>
        </p:nvSpPr>
        <p:spPr>
          <a:xfrm>
            <a:off x="3031735" y="344636"/>
            <a:ext cx="10854" cy="1519651"/>
          </a:xfrm>
          <a:custGeom>
            <a:avLst/>
            <a:gdLst>
              <a:gd name="connsiteX0" fmla="*/ -7 w 11947"/>
              <a:gd name="connsiteY0" fmla="*/ 1672676 h 1672682"/>
              <a:gd name="connsiteX1" fmla="*/ -7 w 11947"/>
              <a:gd name="connsiteY1" fmla="*/ -7 h 1672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47" h="1672682">
                <a:moveTo>
                  <a:pt x="-7" y="1672676"/>
                </a:moveTo>
                <a:lnTo>
                  <a:pt x="-7" y="-7"/>
                </a:lnTo>
              </a:path>
            </a:pathLst>
          </a:custGeom>
          <a:noFill/>
          <a:ln w="83617" cap="flat">
            <a:gradFill>
              <a:gsLst>
                <a:gs pos="0">
                  <a:srgbClr val="F0F9FA">
                    <a:alpha val="0"/>
                  </a:srgbClr>
                </a:gs>
                <a:gs pos="50000">
                  <a:srgbClr val="F0F9FA">
                    <a:alpha val="49804"/>
                  </a:srgbClr>
                </a:gs>
                <a:gs pos="100000">
                  <a:srgbClr val="F0F9FA"/>
                </a:gs>
              </a:gsLst>
              <a:lin ang="162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6" name="Vrije vorm: vorm 15">
            <a:extLst>
              <a:ext uri="{FF2B5EF4-FFF2-40B4-BE49-F238E27FC236}">
                <a16:creationId xmlns:a16="http://schemas.microsoft.com/office/drawing/2014/main" id="{9F2F2BDE-BC7F-5559-3A53-CFB8D21D5D99}"/>
              </a:ext>
            </a:extLst>
          </p:cNvPr>
          <p:cNvSpPr/>
          <p:nvPr/>
        </p:nvSpPr>
        <p:spPr>
          <a:xfrm>
            <a:off x="1512083" y="1864288"/>
            <a:ext cx="2279477" cy="2279477"/>
          </a:xfrm>
          <a:custGeom>
            <a:avLst/>
            <a:gdLst>
              <a:gd name="connsiteX0" fmla="*/ 2509018 w 2509024"/>
              <a:gd name="connsiteY0" fmla="*/ 2509018 h 2509024"/>
              <a:gd name="connsiteX1" fmla="*/ -7 w 2509024"/>
              <a:gd name="connsiteY1" fmla="*/ -7 h 250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509024" h="2509024">
                <a:moveTo>
                  <a:pt x="2509018" y="2509018"/>
                </a:moveTo>
                <a:lnTo>
                  <a:pt x="-7" y="-7"/>
                </a:lnTo>
              </a:path>
            </a:pathLst>
          </a:custGeom>
          <a:noFill/>
          <a:ln w="83617" cap="flat">
            <a:gradFill>
              <a:gsLst>
                <a:gs pos="0">
                  <a:srgbClr val="F0F9FA"/>
                </a:gs>
                <a:gs pos="50000">
                  <a:srgbClr val="F0F9FA">
                    <a:alpha val="49804"/>
                  </a:srgbClr>
                </a:gs>
                <a:gs pos="100000">
                  <a:srgbClr val="F0F9FA">
                    <a:alpha val="0"/>
                  </a:srgbClr>
                </a:gs>
              </a:gsLst>
              <a:lin ang="135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7" name="Vrije vorm: vorm 16">
            <a:extLst>
              <a:ext uri="{FF2B5EF4-FFF2-40B4-BE49-F238E27FC236}">
                <a16:creationId xmlns:a16="http://schemas.microsoft.com/office/drawing/2014/main" id="{C34EA49E-24FF-F55B-05DF-359E2FFA6D09}"/>
              </a:ext>
            </a:extLst>
          </p:cNvPr>
          <p:cNvSpPr/>
          <p:nvPr/>
        </p:nvSpPr>
        <p:spPr>
          <a:xfrm>
            <a:off x="3791561" y="4143765"/>
            <a:ext cx="10854" cy="2279477"/>
          </a:xfrm>
          <a:custGeom>
            <a:avLst/>
            <a:gdLst>
              <a:gd name="connsiteX0" fmla="*/ -7 w 11947"/>
              <a:gd name="connsiteY0" fmla="*/ -7 h 2509024"/>
              <a:gd name="connsiteX1" fmla="*/ -7 w 11947"/>
              <a:gd name="connsiteY1" fmla="*/ 2509018 h 250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47" h="2509024">
                <a:moveTo>
                  <a:pt x="-7" y="-7"/>
                </a:moveTo>
                <a:lnTo>
                  <a:pt x="-7" y="2509018"/>
                </a:lnTo>
              </a:path>
            </a:pathLst>
          </a:custGeom>
          <a:noFill/>
          <a:ln w="83617" cap="flat">
            <a:gradFill>
              <a:gsLst>
                <a:gs pos="0">
                  <a:srgbClr val="F0F9FA"/>
                </a:gs>
                <a:gs pos="50000">
                  <a:srgbClr val="F0F9FA">
                    <a:alpha val="49804"/>
                  </a:srgbClr>
                </a:gs>
                <a:gs pos="100000">
                  <a:srgbClr val="F0F9FA">
                    <a:alpha val="0"/>
                  </a:srgbClr>
                </a:gs>
              </a:gsLst>
              <a:lin ang="54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8" name="Vrije vorm: vorm 17">
            <a:extLst>
              <a:ext uri="{FF2B5EF4-FFF2-40B4-BE49-F238E27FC236}">
                <a16:creationId xmlns:a16="http://schemas.microsoft.com/office/drawing/2014/main" id="{E9506D2E-1797-B67D-71E3-C13E2047392C}"/>
              </a:ext>
            </a:extLst>
          </p:cNvPr>
          <p:cNvSpPr/>
          <p:nvPr/>
        </p:nvSpPr>
        <p:spPr>
          <a:xfrm>
            <a:off x="752257" y="1104462"/>
            <a:ext cx="10854" cy="1519651"/>
          </a:xfrm>
          <a:custGeom>
            <a:avLst/>
            <a:gdLst>
              <a:gd name="connsiteX0" fmla="*/ -7 w 11947"/>
              <a:gd name="connsiteY0" fmla="*/ 1672676 h 1672682"/>
              <a:gd name="connsiteX1" fmla="*/ -7 w 11947"/>
              <a:gd name="connsiteY1" fmla="*/ -7 h 1672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47" h="1672682">
                <a:moveTo>
                  <a:pt x="-7" y="1672676"/>
                </a:moveTo>
                <a:lnTo>
                  <a:pt x="-7" y="-7"/>
                </a:lnTo>
              </a:path>
            </a:pathLst>
          </a:custGeom>
          <a:noFill/>
          <a:ln w="83617" cap="flat">
            <a:gradFill>
              <a:gsLst>
                <a:gs pos="0">
                  <a:srgbClr val="F0F9FA"/>
                </a:gs>
                <a:gs pos="50000">
                  <a:srgbClr val="F0F9FA">
                    <a:alpha val="49804"/>
                  </a:srgbClr>
                </a:gs>
                <a:gs pos="100000">
                  <a:srgbClr val="F0F9FA">
                    <a:alpha val="0"/>
                  </a:srgbClr>
                </a:gs>
              </a:gsLst>
              <a:lin ang="162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5" name="Vrije vorm: vorm 24">
            <a:extLst>
              <a:ext uri="{FF2B5EF4-FFF2-40B4-BE49-F238E27FC236}">
                <a16:creationId xmlns:a16="http://schemas.microsoft.com/office/drawing/2014/main" id="{45C43DA7-476C-9559-7ABF-CDA744749DC3}"/>
              </a:ext>
            </a:extLst>
          </p:cNvPr>
          <p:cNvSpPr/>
          <p:nvPr/>
        </p:nvSpPr>
        <p:spPr>
          <a:xfrm>
            <a:off x="1512083" y="3383940"/>
            <a:ext cx="759825" cy="759825"/>
          </a:xfrm>
          <a:custGeom>
            <a:avLst/>
            <a:gdLst>
              <a:gd name="connsiteX0" fmla="*/ -7 w 836341"/>
              <a:gd name="connsiteY0" fmla="*/ -7 h 836341"/>
              <a:gd name="connsiteX1" fmla="*/ 836335 w 836341"/>
              <a:gd name="connsiteY1" fmla="*/ 836334 h 83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36341" h="836341">
                <a:moveTo>
                  <a:pt x="-7" y="-7"/>
                </a:moveTo>
                <a:lnTo>
                  <a:pt x="836335" y="836334"/>
                </a:lnTo>
              </a:path>
            </a:pathLst>
          </a:custGeom>
          <a:noFill/>
          <a:ln w="83617" cap="flat">
            <a:gradFill>
              <a:gsLst>
                <a:gs pos="0">
                  <a:srgbClr val="F0F9FA"/>
                </a:gs>
                <a:gs pos="50000">
                  <a:srgbClr val="F0F9FA">
                    <a:alpha val="49804"/>
                  </a:srgbClr>
                </a:gs>
                <a:gs pos="100000">
                  <a:srgbClr val="F0F9FA">
                    <a:alpha val="0"/>
                  </a:srgbClr>
                </a:gs>
              </a:gsLst>
              <a:lin ang="27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7" name="Vrije vorm: vorm 26">
            <a:extLst>
              <a:ext uri="{FF2B5EF4-FFF2-40B4-BE49-F238E27FC236}">
                <a16:creationId xmlns:a16="http://schemas.microsoft.com/office/drawing/2014/main" id="{2439F630-76E2-3A05-C0B6-F3A14A03CF59}"/>
              </a:ext>
            </a:extLst>
          </p:cNvPr>
          <p:cNvSpPr/>
          <p:nvPr/>
        </p:nvSpPr>
        <p:spPr>
          <a:xfrm>
            <a:off x="752257" y="2624114"/>
            <a:ext cx="759825" cy="759825"/>
          </a:xfrm>
          <a:custGeom>
            <a:avLst/>
            <a:gdLst>
              <a:gd name="connsiteX0" fmla="*/ 836335 w 836341"/>
              <a:gd name="connsiteY0" fmla="*/ 836334 h 836341"/>
              <a:gd name="connsiteX1" fmla="*/ -7 w 836341"/>
              <a:gd name="connsiteY1" fmla="*/ -7 h 83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36341" h="836341">
                <a:moveTo>
                  <a:pt x="836335" y="836334"/>
                </a:moveTo>
                <a:lnTo>
                  <a:pt x="-7" y="-7"/>
                </a:lnTo>
              </a:path>
            </a:pathLst>
          </a:custGeom>
          <a:noFill/>
          <a:ln w="83617" cap="flat">
            <a:gradFill>
              <a:gsLst>
                <a:gs pos="0">
                  <a:srgbClr val="F0F9FA"/>
                </a:gs>
                <a:gs pos="50000">
                  <a:srgbClr val="F0F9FA">
                    <a:alpha val="49804"/>
                  </a:srgbClr>
                </a:gs>
                <a:gs pos="100000">
                  <a:srgbClr val="F0F9FA">
                    <a:alpha val="0"/>
                  </a:srgbClr>
                </a:gs>
              </a:gsLst>
              <a:lin ang="135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9" name="Vrije vorm: vorm 28">
            <a:extLst>
              <a:ext uri="{FF2B5EF4-FFF2-40B4-BE49-F238E27FC236}">
                <a16:creationId xmlns:a16="http://schemas.microsoft.com/office/drawing/2014/main" id="{7814B93F-116E-8067-DE96-90093825AF0F}"/>
              </a:ext>
            </a:extLst>
          </p:cNvPr>
          <p:cNvSpPr/>
          <p:nvPr/>
        </p:nvSpPr>
        <p:spPr>
          <a:xfrm>
            <a:off x="752257" y="4143765"/>
            <a:ext cx="759825" cy="759825"/>
          </a:xfrm>
          <a:custGeom>
            <a:avLst/>
            <a:gdLst>
              <a:gd name="connsiteX0" fmla="*/ 836335 w 836341"/>
              <a:gd name="connsiteY0" fmla="*/ 836334 h 836341"/>
              <a:gd name="connsiteX1" fmla="*/ -7 w 836341"/>
              <a:gd name="connsiteY1" fmla="*/ -7 h 83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36341" h="836341">
                <a:moveTo>
                  <a:pt x="836335" y="836334"/>
                </a:moveTo>
                <a:lnTo>
                  <a:pt x="-7" y="-7"/>
                </a:lnTo>
              </a:path>
            </a:pathLst>
          </a:custGeom>
          <a:noFill/>
          <a:ln w="83617" cap="flat">
            <a:gradFill>
              <a:gsLst>
                <a:gs pos="0">
                  <a:srgbClr val="F0F9FA"/>
                </a:gs>
                <a:gs pos="50000">
                  <a:srgbClr val="F0F9FA">
                    <a:alpha val="49804"/>
                  </a:srgbClr>
                </a:gs>
                <a:gs pos="100000">
                  <a:srgbClr val="F0F9FA">
                    <a:alpha val="0"/>
                  </a:srgbClr>
                </a:gs>
              </a:gsLst>
              <a:lin ang="135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1" name="Vrije vorm: vorm 30">
            <a:extLst>
              <a:ext uri="{FF2B5EF4-FFF2-40B4-BE49-F238E27FC236}">
                <a16:creationId xmlns:a16="http://schemas.microsoft.com/office/drawing/2014/main" id="{BD0B5104-BF46-6CE9-8695-CAD68929F25B}"/>
              </a:ext>
            </a:extLst>
          </p:cNvPr>
          <p:cNvSpPr/>
          <p:nvPr/>
        </p:nvSpPr>
        <p:spPr>
          <a:xfrm>
            <a:off x="2271909" y="4143765"/>
            <a:ext cx="10854" cy="1519651"/>
          </a:xfrm>
          <a:custGeom>
            <a:avLst/>
            <a:gdLst>
              <a:gd name="connsiteX0" fmla="*/ -7 w 11947"/>
              <a:gd name="connsiteY0" fmla="*/ -7 h 1672682"/>
              <a:gd name="connsiteX1" fmla="*/ -7 w 11947"/>
              <a:gd name="connsiteY1" fmla="*/ 1672676 h 1672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47" h="1672682">
                <a:moveTo>
                  <a:pt x="-7" y="-7"/>
                </a:moveTo>
                <a:lnTo>
                  <a:pt x="-7" y="1672676"/>
                </a:lnTo>
              </a:path>
            </a:pathLst>
          </a:custGeom>
          <a:noFill/>
          <a:ln w="83617" cap="flat">
            <a:gradFill>
              <a:gsLst>
                <a:gs pos="0">
                  <a:srgbClr val="F0F9FA"/>
                </a:gs>
                <a:gs pos="50000">
                  <a:srgbClr val="F0F9FA">
                    <a:alpha val="49804"/>
                  </a:srgbClr>
                </a:gs>
                <a:gs pos="100000">
                  <a:srgbClr val="F0F9FA">
                    <a:alpha val="0"/>
                  </a:srgbClr>
                </a:gs>
              </a:gsLst>
              <a:lin ang="54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2" name="Vrije vorm: vorm 31">
            <a:extLst>
              <a:ext uri="{FF2B5EF4-FFF2-40B4-BE49-F238E27FC236}">
                <a16:creationId xmlns:a16="http://schemas.microsoft.com/office/drawing/2014/main" id="{F5768EF8-0301-EFC2-92CF-967EF3B1B81A}"/>
              </a:ext>
            </a:extLst>
          </p:cNvPr>
          <p:cNvSpPr/>
          <p:nvPr/>
        </p:nvSpPr>
        <p:spPr>
          <a:xfrm>
            <a:off x="1512083" y="4903591"/>
            <a:ext cx="10854" cy="1519651"/>
          </a:xfrm>
          <a:custGeom>
            <a:avLst/>
            <a:gdLst>
              <a:gd name="connsiteX0" fmla="*/ -7 w 11947"/>
              <a:gd name="connsiteY0" fmla="*/ -7 h 1672682"/>
              <a:gd name="connsiteX1" fmla="*/ -7 w 11947"/>
              <a:gd name="connsiteY1" fmla="*/ 1672676 h 1672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47" h="1672682">
                <a:moveTo>
                  <a:pt x="-7" y="-7"/>
                </a:moveTo>
                <a:lnTo>
                  <a:pt x="-7" y="1672676"/>
                </a:lnTo>
              </a:path>
            </a:pathLst>
          </a:custGeom>
          <a:noFill/>
          <a:ln w="83617" cap="flat">
            <a:gradFill>
              <a:gsLst>
                <a:gs pos="0">
                  <a:srgbClr val="F0F9FA"/>
                </a:gs>
                <a:gs pos="50000">
                  <a:srgbClr val="F0F9FA">
                    <a:alpha val="49804"/>
                  </a:srgbClr>
                </a:gs>
                <a:gs pos="100000">
                  <a:srgbClr val="F0F9FA">
                    <a:alpha val="0"/>
                  </a:srgbClr>
                </a:gs>
              </a:gsLst>
              <a:lin ang="54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156" name="Groep 155">
            <a:extLst>
              <a:ext uri="{FF2B5EF4-FFF2-40B4-BE49-F238E27FC236}">
                <a16:creationId xmlns:a16="http://schemas.microsoft.com/office/drawing/2014/main" id="{DE4FA4CD-86B8-5D2F-9BE5-D06D5830A4E3}"/>
              </a:ext>
            </a:extLst>
          </p:cNvPr>
          <p:cNvGrpSpPr/>
          <p:nvPr userDrawn="1"/>
        </p:nvGrpSpPr>
        <p:grpSpPr>
          <a:xfrm>
            <a:off x="1436100" y="268654"/>
            <a:ext cx="151965" cy="151965"/>
            <a:chOff x="1436100" y="268654"/>
            <a:chExt cx="151965" cy="151965"/>
          </a:xfrm>
        </p:grpSpPr>
        <p:sp>
          <p:nvSpPr>
            <p:cNvPr id="42" name="Vrije vorm: vorm 41">
              <a:extLst>
                <a:ext uri="{FF2B5EF4-FFF2-40B4-BE49-F238E27FC236}">
                  <a16:creationId xmlns:a16="http://schemas.microsoft.com/office/drawing/2014/main" id="{2D68D67D-3A99-0080-B1F5-23ABF58C749F}"/>
                </a:ext>
              </a:extLst>
            </p:cNvPr>
            <p:cNvSpPr/>
            <p:nvPr/>
          </p:nvSpPr>
          <p:spPr>
            <a:xfrm>
              <a:off x="1436100" y="268654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66BE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3" name="Vrije vorm: vorm 42">
              <a:extLst>
                <a:ext uri="{FF2B5EF4-FFF2-40B4-BE49-F238E27FC236}">
                  <a16:creationId xmlns:a16="http://schemas.microsoft.com/office/drawing/2014/main" id="{4E5C3AE7-6AAB-6EA4-9D49-942D82E1682F}"/>
                </a:ext>
              </a:extLst>
            </p:cNvPr>
            <p:cNvSpPr/>
            <p:nvPr/>
          </p:nvSpPr>
          <p:spPr>
            <a:xfrm>
              <a:off x="1436100" y="268654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49695 w 167268"/>
                <a:gd name="connsiteY6" fmla="*/ 84117 h 167268"/>
                <a:gd name="connsiteX7" fmla="*/ 59732 w 167268"/>
                <a:gd name="connsiteY7" fmla="*/ 59732 h 167268"/>
                <a:gd name="connsiteX8" fmla="*/ 107523 w 167268"/>
                <a:gd name="connsiteY8" fmla="*/ 59732 h 167268"/>
                <a:gd name="connsiteX9" fmla="*/ 107523 w 167268"/>
                <a:gd name="connsiteY9" fmla="*/ 107523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7350"/>
                    <a:pt x="49959" y="102591"/>
                    <a:pt x="49695" y="84117"/>
                  </a:cubicBezTo>
                  <a:cubicBezTo>
                    <a:pt x="49552" y="74957"/>
                    <a:pt x="53185" y="66143"/>
                    <a:pt x="59732" y="59732"/>
                  </a:cubicBezTo>
                  <a:cubicBezTo>
                    <a:pt x="72934" y="46534"/>
                    <a:pt x="94321" y="46534"/>
                    <a:pt x="107523" y="59732"/>
                  </a:cubicBezTo>
                  <a:cubicBezTo>
                    <a:pt x="120725" y="72929"/>
                    <a:pt x="120725" y="94325"/>
                    <a:pt x="107523" y="107523"/>
                  </a:cubicBezTo>
                  <a:cubicBezTo>
                    <a:pt x="101131" y="113745"/>
                    <a:pt x="92540" y="117182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55" name="Groep 154">
            <a:extLst>
              <a:ext uri="{FF2B5EF4-FFF2-40B4-BE49-F238E27FC236}">
                <a16:creationId xmlns:a16="http://schemas.microsoft.com/office/drawing/2014/main" id="{0221F5E5-E3DD-E6D5-76D9-9912C5026246}"/>
              </a:ext>
            </a:extLst>
          </p:cNvPr>
          <p:cNvGrpSpPr/>
          <p:nvPr userDrawn="1"/>
        </p:nvGrpSpPr>
        <p:grpSpPr>
          <a:xfrm>
            <a:off x="2955752" y="268654"/>
            <a:ext cx="151965" cy="151965"/>
            <a:chOff x="2955752" y="268654"/>
            <a:chExt cx="151965" cy="151965"/>
          </a:xfrm>
        </p:grpSpPr>
        <p:sp>
          <p:nvSpPr>
            <p:cNvPr id="44" name="Vrije vorm: vorm 43">
              <a:extLst>
                <a:ext uri="{FF2B5EF4-FFF2-40B4-BE49-F238E27FC236}">
                  <a16:creationId xmlns:a16="http://schemas.microsoft.com/office/drawing/2014/main" id="{A618F5AB-7911-F8D7-1D03-1E3F48595249}"/>
                </a:ext>
              </a:extLst>
            </p:cNvPr>
            <p:cNvSpPr/>
            <p:nvPr/>
          </p:nvSpPr>
          <p:spPr>
            <a:xfrm>
              <a:off x="2955752" y="268654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66BE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Vrije vorm: vorm 44">
              <a:extLst>
                <a:ext uri="{FF2B5EF4-FFF2-40B4-BE49-F238E27FC236}">
                  <a16:creationId xmlns:a16="http://schemas.microsoft.com/office/drawing/2014/main" id="{C4C69539-A594-FD56-6A35-58FF5FCE785E}"/>
                </a:ext>
              </a:extLst>
            </p:cNvPr>
            <p:cNvSpPr/>
            <p:nvPr/>
          </p:nvSpPr>
          <p:spPr>
            <a:xfrm>
              <a:off x="2955752" y="268654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49695 w 167268"/>
                <a:gd name="connsiteY6" fmla="*/ 84117 h 167268"/>
                <a:gd name="connsiteX7" fmla="*/ 59732 w 167268"/>
                <a:gd name="connsiteY7" fmla="*/ 59732 h 167268"/>
                <a:gd name="connsiteX8" fmla="*/ 107523 w 167268"/>
                <a:gd name="connsiteY8" fmla="*/ 59732 h 167268"/>
                <a:gd name="connsiteX9" fmla="*/ 107523 w 167268"/>
                <a:gd name="connsiteY9" fmla="*/ 107523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7350"/>
                    <a:pt x="49959" y="102591"/>
                    <a:pt x="49695" y="84117"/>
                  </a:cubicBezTo>
                  <a:cubicBezTo>
                    <a:pt x="49552" y="74957"/>
                    <a:pt x="53185" y="66143"/>
                    <a:pt x="59732" y="59732"/>
                  </a:cubicBezTo>
                  <a:cubicBezTo>
                    <a:pt x="72934" y="46534"/>
                    <a:pt x="94321" y="46534"/>
                    <a:pt x="107523" y="59732"/>
                  </a:cubicBezTo>
                  <a:cubicBezTo>
                    <a:pt x="120725" y="72929"/>
                    <a:pt x="120725" y="94325"/>
                    <a:pt x="107523" y="107523"/>
                  </a:cubicBezTo>
                  <a:cubicBezTo>
                    <a:pt x="101131" y="113745"/>
                    <a:pt x="92540" y="117182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3" name="Groep 162">
            <a:extLst>
              <a:ext uri="{FF2B5EF4-FFF2-40B4-BE49-F238E27FC236}">
                <a16:creationId xmlns:a16="http://schemas.microsoft.com/office/drawing/2014/main" id="{8731AB22-EB0B-7705-3405-9855734AEAE6}"/>
              </a:ext>
            </a:extLst>
          </p:cNvPr>
          <p:cNvGrpSpPr/>
          <p:nvPr userDrawn="1"/>
        </p:nvGrpSpPr>
        <p:grpSpPr>
          <a:xfrm>
            <a:off x="676275" y="1028479"/>
            <a:ext cx="151965" cy="151965"/>
            <a:chOff x="676275" y="1028479"/>
            <a:chExt cx="151965" cy="151965"/>
          </a:xfrm>
        </p:grpSpPr>
        <p:sp>
          <p:nvSpPr>
            <p:cNvPr id="54" name="Vrije vorm: vorm 53">
              <a:extLst>
                <a:ext uri="{FF2B5EF4-FFF2-40B4-BE49-F238E27FC236}">
                  <a16:creationId xmlns:a16="http://schemas.microsoft.com/office/drawing/2014/main" id="{B721ED27-068D-A9AD-5F1D-E603301402F7}"/>
                </a:ext>
              </a:extLst>
            </p:cNvPr>
            <p:cNvSpPr/>
            <p:nvPr/>
          </p:nvSpPr>
          <p:spPr>
            <a:xfrm>
              <a:off x="676275" y="1028479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66BE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5" name="Vrije vorm: vorm 54">
              <a:extLst>
                <a:ext uri="{FF2B5EF4-FFF2-40B4-BE49-F238E27FC236}">
                  <a16:creationId xmlns:a16="http://schemas.microsoft.com/office/drawing/2014/main" id="{3EC05E37-E9A5-5895-70A3-26FBCAC9FDF8}"/>
                </a:ext>
              </a:extLst>
            </p:cNvPr>
            <p:cNvSpPr/>
            <p:nvPr/>
          </p:nvSpPr>
          <p:spPr>
            <a:xfrm>
              <a:off x="676275" y="1028479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9732 w 167268"/>
                <a:gd name="connsiteY6" fmla="*/ 107284 h 167268"/>
                <a:gd name="connsiteX7" fmla="*/ 59254 w 167268"/>
                <a:gd name="connsiteY7" fmla="*/ 59975 h 167268"/>
                <a:gd name="connsiteX8" fmla="*/ 59732 w 167268"/>
                <a:gd name="connsiteY8" fmla="*/ 59493 h 167268"/>
                <a:gd name="connsiteX9" fmla="*/ 107045 w 167268"/>
                <a:gd name="connsiteY9" fmla="*/ 59010 h 167268"/>
                <a:gd name="connsiteX10" fmla="*/ 107523 w 167268"/>
                <a:gd name="connsiteY10" fmla="*/ 59493 h 167268"/>
                <a:gd name="connsiteX11" fmla="*/ 108001 w 167268"/>
                <a:gd name="connsiteY11" fmla="*/ 106801 h 167268"/>
                <a:gd name="connsiteX12" fmla="*/ 107523 w 167268"/>
                <a:gd name="connsiteY12" fmla="*/ 107284 h 167268"/>
                <a:gd name="connsiteX13" fmla="*/ 83627 w 167268"/>
                <a:gd name="connsiteY13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74678" y="117093"/>
                    <a:pt x="66100" y="113572"/>
                    <a:pt x="59732" y="107284"/>
                  </a:cubicBezTo>
                  <a:cubicBezTo>
                    <a:pt x="46529" y="94354"/>
                    <a:pt x="46315" y="73173"/>
                    <a:pt x="59254" y="59975"/>
                  </a:cubicBezTo>
                  <a:cubicBezTo>
                    <a:pt x="59409" y="59813"/>
                    <a:pt x="59564" y="59652"/>
                    <a:pt x="59732" y="59493"/>
                  </a:cubicBezTo>
                  <a:cubicBezTo>
                    <a:pt x="72659" y="46295"/>
                    <a:pt x="93843" y="46079"/>
                    <a:pt x="107045" y="59010"/>
                  </a:cubicBezTo>
                  <a:cubicBezTo>
                    <a:pt x="107200" y="59169"/>
                    <a:pt x="107367" y="59330"/>
                    <a:pt x="107523" y="59493"/>
                  </a:cubicBezTo>
                  <a:cubicBezTo>
                    <a:pt x="120725" y="72424"/>
                    <a:pt x="120940" y="93603"/>
                    <a:pt x="108001" y="106801"/>
                  </a:cubicBezTo>
                  <a:cubicBezTo>
                    <a:pt x="107845" y="106963"/>
                    <a:pt x="107690" y="107125"/>
                    <a:pt x="107523" y="107284"/>
                  </a:cubicBezTo>
                  <a:cubicBezTo>
                    <a:pt x="101155" y="113572"/>
                    <a:pt x="92576" y="117093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57" name="Groep 156">
            <a:extLst>
              <a:ext uri="{FF2B5EF4-FFF2-40B4-BE49-F238E27FC236}">
                <a16:creationId xmlns:a16="http://schemas.microsoft.com/office/drawing/2014/main" id="{0B80B5B9-7165-F285-68BA-300394543AC2}"/>
              </a:ext>
            </a:extLst>
          </p:cNvPr>
          <p:cNvGrpSpPr/>
          <p:nvPr userDrawn="1"/>
        </p:nvGrpSpPr>
        <p:grpSpPr>
          <a:xfrm>
            <a:off x="2195927" y="1028479"/>
            <a:ext cx="151965" cy="151965"/>
            <a:chOff x="2195927" y="1028479"/>
            <a:chExt cx="151965" cy="151965"/>
          </a:xfrm>
        </p:grpSpPr>
        <p:sp>
          <p:nvSpPr>
            <p:cNvPr id="56" name="Vrije vorm: vorm 55">
              <a:extLst>
                <a:ext uri="{FF2B5EF4-FFF2-40B4-BE49-F238E27FC236}">
                  <a16:creationId xmlns:a16="http://schemas.microsoft.com/office/drawing/2014/main" id="{ECCEBEA7-6B2E-AA98-177C-74E7A9DD60EB}"/>
                </a:ext>
              </a:extLst>
            </p:cNvPr>
            <p:cNvSpPr/>
            <p:nvPr/>
          </p:nvSpPr>
          <p:spPr>
            <a:xfrm>
              <a:off x="2195927" y="1028479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66BE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7" name="Vrije vorm: vorm 56">
              <a:extLst>
                <a:ext uri="{FF2B5EF4-FFF2-40B4-BE49-F238E27FC236}">
                  <a16:creationId xmlns:a16="http://schemas.microsoft.com/office/drawing/2014/main" id="{2AF6DBA9-A6EF-A638-E228-9F1A50B158A5}"/>
                </a:ext>
              </a:extLst>
            </p:cNvPr>
            <p:cNvSpPr/>
            <p:nvPr/>
          </p:nvSpPr>
          <p:spPr>
            <a:xfrm>
              <a:off x="2195927" y="1028479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7 h 167268"/>
                <a:gd name="connsiteX7" fmla="*/ 84105 w 167268"/>
                <a:gd name="connsiteY7" fmla="*/ 50175 h 167268"/>
                <a:gd name="connsiteX8" fmla="*/ 117320 w 167268"/>
                <a:gd name="connsiteY8" fmla="*/ 83869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8"/>
                    <a:pt x="50281" y="101863"/>
                    <a:pt x="50412" y="83387"/>
                  </a:cubicBezTo>
                  <a:cubicBezTo>
                    <a:pt x="50544" y="64912"/>
                    <a:pt x="65634" y="50042"/>
                    <a:pt x="84105" y="50175"/>
                  </a:cubicBezTo>
                  <a:cubicBezTo>
                    <a:pt x="102588" y="50309"/>
                    <a:pt x="117451" y="65393"/>
                    <a:pt x="117320" y="83869"/>
                  </a:cubicBezTo>
                  <a:cubicBezTo>
                    <a:pt x="117260" y="92657"/>
                    <a:pt x="113736" y="101068"/>
                    <a:pt x="107523" y="107284"/>
                  </a:cubicBezTo>
                  <a:cubicBezTo>
                    <a:pt x="101178" y="113593"/>
                    <a:pt x="92576" y="117119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2" name="Groep 161">
            <a:extLst>
              <a:ext uri="{FF2B5EF4-FFF2-40B4-BE49-F238E27FC236}">
                <a16:creationId xmlns:a16="http://schemas.microsoft.com/office/drawing/2014/main" id="{7B7D2BA0-D05A-A0A2-0B6B-6A26CC015F37}"/>
              </a:ext>
            </a:extLst>
          </p:cNvPr>
          <p:cNvGrpSpPr/>
          <p:nvPr userDrawn="1"/>
        </p:nvGrpSpPr>
        <p:grpSpPr>
          <a:xfrm>
            <a:off x="1436100" y="1788305"/>
            <a:ext cx="151965" cy="151965"/>
            <a:chOff x="1436100" y="1788305"/>
            <a:chExt cx="151965" cy="151965"/>
          </a:xfrm>
        </p:grpSpPr>
        <p:sp>
          <p:nvSpPr>
            <p:cNvPr id="68" name="Vrije vorm: vorm 67">
              <a:extLst>
                <a:ext uri="{FF2B5EF4-FFF2-40B4-BE49-F238E27FC236}">
                  <a16:creationId xmlns:a16="http://schemas.microsoft.com/office/drawing/2014/main" id="{8A125716-26D8-31F5-8C30-D9F2919D2C94}"/>
                </a:ext>
              </a:extLst>
            </p:cNvPr>
            <p:cNvSpPr/>
            <p:nvPr/>
          </p:nvSpPr>
          <p:spPr>
            <a:xfrm>
              <a:off x="1436100" y="178830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66BE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9" name="Vrije vorm: vorm 68">
              <a:extLst>
                <a:ext uri="{FF2B5EF4-FFF2-40B4-BE49-F238E27FC236}">
                  <a16:creationId xmlns:a16="http://schemas.microsoft.com/office/drawing/2014/main" id="{BB004EFC-EFCE-790B-285E-3BE07FAE7556}"/>
                </a:ext>
              </a:extLst>
            </p:cNvPr>
            <p:cNvSpPr/>
            <p:nvPr/>
          </p:nvSpPr>
          <p:spPr>
            <a:xfrm>
              <a:off x="1436100" y="178830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58" name="Groep 157">
            <a:extLst>
              <a:ext uri="{FF2B5EF4-FFF2-40B4-BE49-F238E27FC236}">
                <a16:creationId xmlns:a16="http://schemas.microsoft.com/office/drawing/2014/main" id="{984FA816-DE39-A0E1-8328-81C54E0D0358}"/>
              </a:ext>
            </a:extLst>
          </p:cNvPr>
          <p:cNvGrpSpPr/>
          <p:nvPr userDrawn="1"/>
        </p:nvGrpSpPr>
        <p:grpSpPr>
          <a:xfrm>
            <a:off x="2955752" y="1788305"/>
            <a:ext cx="151965" cy="151965"/>
            <a:chOff x="2955752" y="1788305"/>
            <a:chExt cx="151965" cy="151965"/>
          </a:xfrm>
        </p:grpSpPr>
        <p:sp>
          <p:nvSpPr>
            <p:cNvPr id="70" name="Vrije vorm: vorm 69">
              <a:extLst>
                <a:ext uri="{FF2B5EF4-FFF2-40B4-BE49-F238E27FC236}">
                  <a16:creationId xmlns:a16="http://schemas.microsoft.com/office/drawing/2014/main" id="{AD86F847-8E61-1D6F-78D0-FB5A19372180}"/>
                </a:ext>
              </a:extLst>
            </p:cNvPr>
            <p:cNvSpPr/>
            <p:nvPr/>
          </p:nvSpPr>
          <p:spPr>
            <a:xfrm>
              <a:off x="2955752" y="178830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66BE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1" name="Vrije vorm: vorm 70">
              <a:extLst>
                <a:ext uri="{FF2B5EF4-FFF2-40B4-BE49-F238E27FC236}">
                  <a16:creationId xmlns:a16="http://schemas.microsoft.com/office/drawing/2014/main" id="{FDEAE792-505A-B947-5B3D-F2D7F7551D23}"/>
                </a:ext>
              </a:extLst>
            </p:cNvPr>
            <p:cNvSpPr/>
            <p:nvPr/>
          </p:nvSpPr>
          <p:spPr>
            <a:xfrm>
              <a:off x="2955752" y="178830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4" name="Groep 163">
            <a:extLst>
              <a:ext uri="{FF2B5EF4-FFF2-40B4-BE49-F238E27FC236}">
                <a16:creationId xmlns:a16="http://schemas.microsoft.com/office/drawing/2014/main" id="{B0A7183E-C35F-6C61-AEE0-F1C935378057}"/>
              </a:ext>
            </a:extLst>
          </p:cNvPr>
          <p:cNvGrpSpPr/>
          <p:nvPr userDrawn="1"/>
        </p:nvGrpSpPr>
        <p:grpSpPr>
          <a:xfrm>
            <a:off x="676275" y="2548131"/>
            <a:ext cx="151965" cy="151965"/>
            <a:chOff x="676275" y="2548131"/>
            <a:chExt cx="151965" cy="151965"/>
          </a:xfrm>
        </p:grpSpPr>
        <p:sp>
          <p:nvSpPr>
            <p:cNvPr id="80" name="Vrije vorm: vorm 79">
              <a:extLst>
                <a:ext uri="{FF2B5EF4-FFF2-40B4-BE49-F238E27FC236}">
                  <a16:creationId xmlns:a16="http://schemas.microsoft.com/office/drawing/2014/main" id="{D2E2D6AA-4CA8-D20E-CBDB-5434A2E39CED}"/>
                </a:ext>
              </a:extLst>
            </p:cNvPr>
            <p:cNvSpPr/>
            <p:nvPr/>
          </p:nvSpPr>
          <p:spPr>
            <a:xfrm>
              <a:off x="676275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66BE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1" name="Vrije vorm: vorm 80">
              <a:extLst>
                <a:ext uri="{FF2B5EF4-FFF2-40B4-BE49-F238E27FC236}">
                  <a16:creationId xmlns:a16="http://schemas.microsoft.com/office/drawing/2014/main" id="{4301B2DD-311B-2255-EA5B-04951991C33C}"/>
                </a:ext>
              </a:extLst>
            </p:cNvPr>
            <p:cNvSpPr/>
            <p:nvPr/>
          </p:nvSpPr>
          <p:spPr>
            <a:xfrm>
              <a:off x="676275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5" y="101071"/>
                    <a:pt x="107523" y="107284"/>
                  </a:cubicBezTo>
                  <a:cubicBezTo>
                    <a:pt x="101202" y="113628"/>
                    <a:pt x="92588" y="117165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1" name="Groep 160">
            <a:extLst>
              <a:ext uri="{FF2B5EF4-FFF2-40B4-BE49-F238E27FC236}">
                <a16:creationId xmlns:a16="http://schemas.microsoft.com/office/drawing/2014/main" id="{CE4F4FA7-E506-2F57-F370-F6834CB0762A}"/>
              </a:ext>
            </a:extLst>
          </p:cNvPr>
          <p:cNvGrpSpPr/>
          <p:nvPr userDrawn="1"/>
        </p:nvGrpSpPr>
        <p:grpSpPr>
          <a:xfrm>
            <a:off x="2195927" y="2548131"/>
            <a:ext cx="151965" cy="151965"/>
            <a:chOff x="2195927" y="2548131"/>
            <a:chExt cx="151965" cy="151965"/>
          </a:xfrm>
        </p:grpSpPr>
        <p:sp>
          <p:nvSpPr>
            <p:cNvPr id="82" name="Vrije vorm: vorm 81">
              <a:extLst>
                <a:ext uri="{FF2B5EF4-FFF2-40B4-BE49-F238E27FC236}">
                  <a16:creationId xmlns:a16="http://schemas.microsoft.com/office/drawing/2014/main" id="{567D651F-B8AF-EB1B-946A-90EC4F80C48D}"/>
                </a:ext>
              </a:extLst>
            </p:cNvPr>
            <p:cNvSpPr/>
            <p:nvPr/>
          </p:nvSpPr>
          <p:spPr>
            <a:xfrm>
              <a:off x="2195927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66BE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3" name="Vrije vorm: vorm 82">
              <a:extLst>
                <a:ext uri="{FF2B5EF4-FFF2-40B4-BE49-F238E27FC236}">
                  <a16:creationId xmlns:a16="http://schemas.microsoft.com/office/drawing/2014/main" id="{C58E6801-4084-0EAD-A0FE-E6C5FE4198EF}"/>
                </a:ext>
              </a:extLst>
            </p:cNvPr>
            <p:cNvSpPr/>
            <p:nvPr/>
          </p:nvSpPr>
          <p:spPr>
            <a:xfrm>
              <a:off x="2195927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0" name="Groep 159">
            <a:extLst>
              <a:ext uri="{FF2B5EF4-FFF2-40B4-BE49-F238E27FC236}">
                <a16:creationId xmlns:a16="http://schemas.microsoft.com/office/drawing/2014/main" id="{C9687D3C-EE2D-58ED-5ED2-6F58BFF75D3D}"/>
              </a:ext>
            </a:extLst>
          </p:cNvPr>
          <p:cNvGrpSpPr/>
          <p:nvPr userDrawn="1"/>
        </p:nvGrpSpPr>
        <p:grpSpPr>
          <a:xfrm>
            <a:off x="3715579" y="2548131"/>
            <a:ext cx="151965" cy="151965"/>
            <a:chOff x="3715579" y="2548131"/>
            <a:chExt cx="151965" cy="151965"/>
          </a:xfrm>
        </p:grpSpPr>
        <p:sp>
          <p:nvSpPr>
            <p:cNvPr id="84" name="Vrije vorm: vorm 83">
              <a:extLst>
                <a:ext uri="{FF2B5EF4-FFF2-40B4-BE49-F238E27FC236}">
                  <a16:creationId xmlns:a16="http://schemas.microsoft.com/office/drawing/2014/main" id="{9CFB7428-1640-7106-71E3-CEEC9C2199A2}"/>
                </a:ext>
              </a:extLst>
            </p:cNvPr>
            <p:cNvSpPr/>
            <p:nvPr/>
          </p:nvSpPr>
          <p:spPr>
            <a:xfrm>
              <a:off x="3715579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66BE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5" name="Vrije vorm: vorm 84">
              <a:extLst>
                <a:ext uri="{FF2B5EF4-FFF2-40B4-BE49-F238E27FC236}">
                  <a16:creationId xmlns:a16="http://schemas.microsoft.com/office/drawing/2014/main" id="{E639F2F6-22F6-E6C0-30E7-C9A4563FD620}"/>
                </a:ext>
              </a:extLst>
            </p:cNvPr>
            <p:cNvSpPr/>
            <p:nvPr/>
          </p:nvSpPr>
          <p:spPr>
            <a:xfrm>
              <a:off x="3715579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5" name="Groep 164">
            <a:extLst>
              <a:ext uri="{FF2B5EF4-FFF2-40B4-BE49-F238E27FC236}">
                <a16:creationId xmlns:a16="http://schemas.microsoft.com/office/drawing/2014/main" id="{03DF1EB7-0FEA-269F-398C-FE1B27505950}"/>
              </a:ext>
            </a:extLst>
          </p:cNvPr>
          <p:cNvGrpSpPr/>
          <p:nvPr userDrawn="1"/>
        </p:nvGrpSpPr>
        <p:grpSpPr>
          <a:xfrm>
            <a:off x="1436100" y="3307957"/>
            <a:ext cx="151965" cy="151965"/>
            <a:chOff x="1436100" y="3307957"/>
            <a:chExt cx="151965" cy="151965"/>
          </a:xfrm>
        </p:grpSpPr>
        <p:sp>
          <p:nvSpPr>
            <p:cNvPr id="94" name="Vrije vorm: vorm 93">
              <a:extLst>
                <a:ext uri="{FF2B5EF4-FFF2-40B4-BE49-F238E27FC236}">
                  <a16:creationId xmlns:a16="http://schemas.microsoft.com/office/drawing/2014/main" id="{5E364CBB-B959-5E3F-73C1-837472B06288}"/>
                </a:ext>
              </a:extLst>
            </p:cNvPr>
            <p:cNvSpPr/>
            <p:nvPr/>
          </p:nvSpPr>
          <p:spPr>
            <a:xfrm>
              <a:off x="1436100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66BE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5" name="Vrije vorm: vorm 94">
              <a:extLst>
                <a:ext uri="{FF2B5EF4-FFF2-40B4-BE49-F238E27FC236}">
                  <a16:creationId xmlns:a16="http://schemas.microsoft.com/office/drawing/2014/main" id="{CD16A07E-9EFA-E89B-BC1C-46C9F7A82B72}"/>
                </a:ext>
              </a:extLst>
            </p:cNvPr>
            <p:cNvSpPr/>
            <p:nvPr/>
          </p:nvSpPr>
          <p:spPr>
            <a:xfrm>
              <a:off x="1436100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6" name="Groep 165">
            <a:extLst>
              <a:ext uri="{FF2B5EF4-FFF2-40B4-BE49-F238E27FC236}">
                <a16:creationId xmlns:a16="http://schemas.microsoft.com/office/drawing/2014/main" id="{C1B70BE9-407A-0E6A-3837-8939A0171A04}"/>
              </a:ext>
            </a:extLst>
          </p:cNvPr>
          <p:cNvGrpSpPr/>
          <p:nvPr userDrawn="1"/>
        </p:nvGrpSpPr>
        <p:grpSpPr>
          <a:xfrm>
            <a:off x="2955752" y="3307957"/>
            <a:ext cx="151965" cy="151965"/>
            <a:chOff x="2955752" y="3307957"/>
            <a:chExt cx="151965" cy="151965"/>
          </a:xfrm>
        </p:grpSpPr>
        <p:sp>
          <p:nvSpPr>
            <p:cNvPr id="96" name="Vrije vorm: vorm 95">
              <a:extLst>
                <a:ext uri="{FF2B5EF4-FFF2-40B4-BE49-F238E27FC236}">
                  <a16:creationId xmlns:a16="http://schemas.microsoft.com/office/drawing/2014/main" id="{88F45089-4D4B-BB1C-967C-CCCB812909CD}"/>
                </a:ext>
              </a:extLst>
            </p:cNvPr>
            <p:cNvSpPr/>
            <p:nvPr/>
          </p:nvSpPr>
          <p:spPr>
            <a:xfrm>
              <a:off x="2955752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66BE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7" name="Vrije vorm: vorm 96">
              <a:extLst>
                <a:ext uri="{FF2B5EF4-FFF2-40B4-BE49-F238E27FC236}">
                  <a16:creationId xmlns:a16="http://schemas.microsoft.com/office/drawing/2014/main" id="{FEB8741D-9861-0DD8-5ED8-7FA803D11C83}"/>
                </a:ext>
              </a:extLst>
            </p:cNvPr>
            <p:cNvSpPr/>
            <p:nvPr/>
          </p:nvSpPr>
          <p:spPr>
            <a:xfrm>
              <a:off x="2955752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7" name="Groep 166">
            <a:extLst>
              <a:ext uri="{FF2B5EF4-FFF2-40B4-BE49-F238E27FC236}">
                <a16:creationId xmlns:a16="http://schemas.microsoft.com/office/drawing/2014/main" id="{E06E8170-EAEE-0BF4-0C2B-18C473117278}"/>
              </a:ext>
            </a:extLst>
          </p:cNvPr>
          <p:cNvGrpSpPr/>
          <p:nvPr userDrawn="1"/>
        </p:nvGrpSpPr>
        <p:grpSpPr>
          <a:xfrm>
            <a:off x="676275" y="4067783"/>
            <a:ext cx="151965" cy="151965"/>
            <a:chOff x="676275" y="4067783"/>
            <a:chExt cx="151965" cy="151965"/>
          </a:xfrm>
        </p:grpSpPr>
        <p:sp>
          <p:nvSpPr>
            <p:cNvPr id="106" name="Vrije vorm: vorm 105">
              <a:extLst>
                <a:ext uri="{FF2B5EF4-FFF2-40B4-BE49-F238E27FC236}">
                  <a16:creationId xmlns:a16="http://schemas.microsoft.com/office/drawing/2014/main" id="{511D45D6-CD2D-0AA6-E1D5-D47F40E65CCC}"/>
                </a:ext>
              </a:extLst>
            </p:cNvPr>
            <p:cNvSpPr/>
            <p:nvPr/>
          </p:nvSpPr>
          <p:spPr>
            <a:xfrm>
              <a:off x="676275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66BE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7" name="Vrije vorm: vorm 106">
              <a:extLst>
                <a:ext uri="{FF2B5EF4-FFF2-40B4-BE49-F238E27FC236}">
                  <a16:creationId xmlns:a16="http://schemas.microsoft.com/office/drawing/2014/main" id="{8EAFF20B-5065-ACDD-E494-01B2BB3E9DAC}"/>
                </a:ext>
              </a:extLst>
            </p:cNvPr>
            <p:cNvSpPr/>
            <p:nvPr/>
          </p:nvSpPr>
          <p:spPr>
            <a:xfrm>
              <a:off x="676275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5" y="101071"/>
                    <a:pt x="107523" y="107284"/>
                  </a:cubicBezTo>
                  <a:cubicBezTo>
                    <a:pt x="101202" y="113628"/>
                    <a:pt x="92588" y="117165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8" name="Groep 167">
            <a:extLst>
              <a:ext uri="{FF2B5EF4-FFF2-40B4-BE49-F238E27FC236}">
                <a16:creationId xmlns:a16="http://schemas.microsoft.com/office/drawing/2014/main" id="{1B6FD9A4-DACA-37B9-98F4-C71FEFD0B974}"/>
              </a:ext>
            </a:extLst>
          </p:cNvPr>
          <p:cNvGrpSpPr/>
          <p:nvPr userDrawn="1"/>
        </p:nvGrpSpPr>
        <p:grpSpPr>
          <a:xfrm>
            <a:off x="2195927" y="4067783"/>
            <a:ext cx="151965" cy="151965"/>
            <a:chOff x="2195927" y="4067783"/>
            <a:chExt cx="151965" cy="151965"/>
          </a:xfrm>
        </p:grpSpPr>
        <p:sp>
          <p:nvSpPr>
            <p:cNvPr id="108" name="Vrije vorm: vorm 107">
              <a:extLst>
                <a:ext uri="{FF2B5EF4-FFF2-40B4-BE49-F238E27FC236}">
                  <a16:creationId xmlns:a16="http://schemas.microsoft.com/office/drawing/2014/main" id="{CCED135B-B3C7-89A4-FFCF-16DF9B96CF81}"/>
                </a:ext>
              </a:extLst>
            </p:cNvPr>
            <p:cNvSpPr/>
            <p:nvPr/>
          </p:nvSpPr>
          <p:spPr>
            <a:xfrm>
              <a:off x="2195927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66BE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9" name="Vrije vorm: vorm 108">
              <a:extLst>
                <a:ext uri="{FF2B5EF4-FFF2-40B4-BE49-F238E27FC236}">
                  <a16:creationId xmlns:a16="http://schemas.microsoft.com/office/drawing/2014/main" id="{86E06E43-40C0-FE50-372F-270A08CD1B3D}"/>
                </a:ext>
              </a:extLst>
            </p:cNvPr>
            <p:cNvSpPr/>
            <p:nvPr/>
          </p:nvSpPr>
          <p:spPr>
            <a:xfrm>
              <a:off x="2195927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9" name="Groep 168">
            <a:extLst>
              <a:ext uri="{FF2B5EF4-FFF2-40B4-BE49-F238E27FC236}">
                <a16:creationId xmlns:a16="http://schemas.microsoft.com/office/drawing/2014/main" id="{5A57400C-83D1-42EE-0DA7-984A6AF4083F}"/>
              </a:ext>
            </a:extLst>
          </p:cNvPr>
          <p:cNvGrpSpPr/>
          <p:nvPr userDrawn="1"/>
        </p:nvGrpSpPr>
        <p:grpSpPr>
          <a:xfrm>
            <a:off x="3715579" y="4067783"/>
            <a:ext cx="151965" cy="151965"/>
            <a:chOff x="3715579" y="4067783"/>
            <a:chExt cx="151965" cy="151965"/>
          </a:xfrm>
        </p:grpSpPr>
        <p:sp>
          <p:nvSpPr>
            <p:cNvPr id="110" name="Vrije vorm: vorm 109">
              <a:extLst>
                <a:ext uri="{FF2B5EF4-FFF2-40B4-BE49-F238E27FC236}">
                  <a16:creationId xmlns:a16="http://schemas.microsoft.com/office/drawing/2014/main" id="{EABEDE96-38F2-5BAA-68C2-E6590E25BE89}"/>
                </a:ext>
              </a:extLst>
            </p:cNvPr>
            <p:cNvSpPr/>
            <p:nvPr/>
          </p:nvSpPr>
          <p:spPr>
            <a:xfrm>
              <a:off x="3715579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66BE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1" name="Vrije vorm: vorm 110">
              <a:extLst>
                <a:ext uri="{FF2B5EF4-FFF2-40B4-BE49-F238E27FC236}">
                  <a16:creationId xmlns:a16="http://schemas.microsoft.com/office/drawing/2014/main" id="{176FE4EA-22C5-CD7D-7E9E-873C98741317}"/>
                </a:ext>
              </a:extLst>
            </p:cNvPr>
            <p:cNvSpPr/>
            <p:nvPr/>
          </p:nvSpPr>
          <p:spPr>
            <a:xfrm>
              <a:off x="3715579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73" name="Groep 172">
            <a:extLst>
              <a:ext uri="{FF2B5EF4-FFF2-40B4-BE49-F238E27FC236}">
                <a16:creationId xmlns:a16="http://schemas.microsoft.com/office/drawing/2014/main" id="{FC4D7A25-396F-3AFA-1066-5827587DA31B}"/>
              </a:ext>
            </a:extLst>
          </p:cNvPr>
          <p:cNvGrpSpPr/>
          <p:nvPr userDrawn="1"/>
        </p:nvGrpSpPr>
        <p:grpSpPr>
          <a:xfrm>
            <a:off x="1436100" y="4827608"/>
            <a:ext cx="151965" cy="151965"/>
            <a:chOff x="1436100" y="4827608"/>
            <a:chExt cx="151965" cy="151965"/>
          </a:xfrm>
        </p:grpSpPr>
        <p:sp>
          <p:nvSpPr>
            <p:cNvPr id="120" name="Vrije vorm: vorm 119">
              <a:extLst>
                <a:ext uri="{FF2B5EF4-FFF2-40B4-BE49-F238E27FC236}">
                  <a16:creationId xmlns:a16="http://schemas.microsoft.com/office/drawing/2014/main" id="{B99BE0C3-DDCF-3D29-E6AA-729C69DF8DCA}"/>
                </a:ext>
              </a:extLst>
            </p:cNvPr>
            <p:cNvSpPr/>
            <p:nvPr/>
          </p:nvSpPr>
          <p:spPr>
            <a:xfrm>
              <a:off x="1436100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66BE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1" name="Vrije vorm: vorm 120">
              <a:extLst>
                <a:ext uri="{FF2B5EF4-FFF2-40B4-BE49-F238E27FC236}">
                  <a16:creationId xmlns:a16="http://schemas.microsoft.com/office/drawing/2014/main" id="{95341127-ED96-6205-BED2-8464D0EF171F}"/>
                </a:ext>
              </a:extLst>
            </p:cNvPr>
            <p:cNvSpPr/>
            <p:nvPr/>
          </p:nvSpPr>
          <p:spPr>
            <a:xfrm>
              <a:off x="1436100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72" name="Groep 171">
            <a:extLst>
              <a:ext uri="{FF2B5EF4-FFF2-40B4-BE49-F238E27FC236}">
                <a16:creationId xmlns:a16="http://schemas.microsoft.com/office/drawing/2014/main" id="{28B60DA0-1E7D-BC41-6366-B45B6A63782F}"/>
              </a:ext>
            </a:extLst>
          </p:cNvPr>
          <p:cNvGrpSpPr/>
          <p:nvPr userDrawn="1"/>
        </p:nvGrpSpPr>
        <p:grpSpPr>
          <a:xfrm>
            <a:off x="2955752" y="4827608"/>
            <a:ext cx="151965" cy="151965"/>
            <a:chOff x="2955752" y="4827608"/>
            <a:chExt cx="151965" cy="151965"/>
          </a:xfrm>
        </p:grpSpPr>
        <p:sp>
          <p:nvSpPr>
            <p:cNvPr id="122" name="Vrije vorm: vorm 121">
              <a:extLst>
                <a:ext uri="{FF2B5EF4-FFF2-40B4-BE49-F238E27FC236}">
                  <a16:creationId xmlns:a16="http://schemas.microsoft.com/office/drawing/2014/main" id="{4BB71F70-ACAD-5A30-7281-776037A25D62}"/>
                </a:ext>
              </a:extLst>
            </p:cNvPr>
            <p:cNvSpPr/>
            <p:nvPr/>
          </p:nvSpPr>
          <p:spPr>
            <a:xfrm>
              <a:off x="2955752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66BE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3" name="Vrije vorm: vorm 122">
              <a:extLst>
                <a:ext uri="{FF2B5EF4-FFF2-40B4-BE49-F238E27FC236}">
                  <a16:creationId xmlns:a16="http://schemas.microsoft.com/office/drawing/2014/main" id="{5D68C5F5-57DF-AB10-6C5B-3431B86D4D32}"/>
                </a:ext>
              </a:extLst>
            </p:cNvPr>
            <p:cNvSpPr/>
            <p:nvPr/>
          </p:nvSpPr>
          <p:spPr>
            <a:xfrm>
              <a:off x="2955752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74" name="Groep 173">
            <a:extLst>
              <a:ext uri="{FF2B5EF4-FFF2-40B4-BE49-F238E27FC236}">
                <a16:creationId xmlns:a16="http://schemas.microsoft.com/office/drawing/2014/main" id="{28019D78-9898-BF7B-6646-ECCF0ACA1DB8}"/>
              </a:ext>
            </a:extLst>
          </p:cNvPr>
          <p:cNvGrpSpPr/>
          <p:nvPr userDrawn="1"/>
        </p:nvGrpSpPr>
        <p:grpSpPr>
          <a:xfrm>
            <a:off x="676275" y="5587435"/>
            <a:ext cx="151965" cy="151965"/>
            <a:chOff x="676275" y="5587435"/>
            <a:chExt cx="151965" cy="151965"/>
          </a:xfrm>
        </p:grpSpPr>
        <p:sp>
          <p:nvSpPr>
            <p:cNvPr id="132" name="Vrije vorm: vorm 131">
              <a:extLst>
                <a:ext uri="{FF2B5EF4-FFF2-40B4-BE49-F238E27FC236}">
                  <a16:creationId xmlns:a16="http://schemas.microsoft.com/office/drawing/2014/main" id="{0BAFE9C3-BE22-B38D-708F-E80A7E743E01}"/>
                </a:ext>
              </a:extLst>
            </p:cNvPr>
            <p:cNvSpPr/>
            <p:nvPr/>
          </p:nvSpPr>
          <p:spPr>
            <a:xfrm>
              <a:off x="676275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66BE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3" name="Vrije vorm: vorm 132">
              <a:extLst>
                <a:ext uri="{FF2B5EF4-FFF2-40B4-BE49-F238E27FC236}">
                  <a16:creationId xmlns:a16="http://schemas.microsoft.com/office/drawing/2014/main" id="{C60C56A3-815B-AE9B-03C5-7AF6E64A4793}"/>
                </a:ext>
              </a:extLst>
            </p:cNvPr>
            <p:cNvSpPr/>
            <p:nvPr/>
          </p:nvSpPr>
          <p:spPr>
            <a:xfrm>
              <a:off x="676275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5" y="101071"/>
                    <a:pt x="107523" y="107284"/>
                  </a:cubicBezTo>
                  <a:cubicBezTo>
                    <a:pt x="101202" y="113628"/>
                    <a:pt x="92588" y="117165"/>
                    <a:pt x="83627" y="117081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/>
            </a:p>
          </p:txBody>
        </p:sp>
      </p:grpSp>
      <p:grpSp>
        <p:nvGrpSpPr>
          <p:cNvPr id="175" name="Groep 174">
            <a:extLst>
              <a:ext uri="{FF2B5EF4-FFF2-40B4-BE49-F238E27FC236}">
                <a16:creationId xmlns:a16="http://schemas.microsoft.com/office/drawing/2014/main" id="{F144AE15-1859-C558-5995-5A64A15E93E7}"/>
              </a:ext>
            </a:extLst>
          </p:cNvPr>
          <p:cNvGrpSpPr/>
          <p:nvPr userDrawn="1"/>
        </p:nvGrpSpPr>
        <p:grpSpPr>
          <a:xfrm>
            <a:off x="2195927" y="5587435"/>
            <a:ext cx="151965" cy="151965"/>
            <a:chOff x="2195927" y="5587435"/>
            <a:chExt cx="151965" cy="151965"/>
          </a:xfrm>
        </p:grpSpPr>
        <p:sp>
          <p:nvSpPr>
            <p:cNvPr id="134" name="Vrije vorm: vorm 133">
              <a:extLst>
                <a:ext uri="{FF2B5EF4-FFF2-40B4-BE49-F238E27FC236}">
                  <a16:creationId xmlns:a16="http://schemas.microsoft.com/office/drawing/2014/main" id="{EA4DC19E-7F78-D7B2-1F34-4DF8F33D195D}"/>
                </a:ext>
              </a:extLst>
            </p:cNvPr>
            <p:cNvSpPr/>
            <p:nvPr/>
          </p:nvSpPr>
          <p:spPr>
            <a:xfrm>
              <a:off x="2195927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66BE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5" name="Vrije vorm: vorm 134">
              <a:extLst>
                <a:ext uri="{FF2B5EF4-FFF2-40B4-BE49-F238E27FC236}">
                  <a16:creationId xmlns:a16="http://schemas.microsoft.com/office/drawing/2014/main" id="{E5D83847-8FB2-630F-4432-B7C10E2FC3C2}"/>
                </a:ext>
              </a:extLst>
            </p:cNvPr>
            <p:cNvSpPr/>
            <p:nvPr/>
          </p:nvSpPr>
          <p:spPr>
            <a:xfrm>
              <a:off x="2195927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76" name="Groep 175">
            <a:extLst>
              <a:ext uri="{FF2B5EF4-FFF2-40B4-BE49-F238E27FC236}">
                <a16:creationId xmlns:a16="http://schemas.microsoft.com/office/drawing/2014/main" id="{A9468737-5BF2-67A4-F738-FC0A3656D10C}"/>
              </a:ext>
            </a:extLst>
          </p:cNvPr>
          <p:cNvGrpSpPr/>
          <p:nvPr userDrawn="1"/>
        </p:nvGrpSpPr>
        <p:grpSpPr>
          <a:xfrm>
            <a:off x="3715579" y="5587435"/>
            <a:ext cx="151965" cy="151965"/>
            <a:chOff x="3715579" y="5587435"/>
            <a:chExt cx="151965" cy="151965"/>
          </a:xfrm>
        </p:grpSpPr>
        <p:sp>
          <p:nvSpPr>
            <p:cNvPr id="136" name="Vrije vorm: vorm 135">
              <a:extLst>
                <a:ext uri="{FF2B5EF4-FFF2-40B4-BE49-F238E27FC236}">
                  <a16:creationId xmlns:a16="http://schemas.microsoft.com/office/drawing/2014/main" id="{F97241AD-ECDD-F220-12EA-3C2C973141B2}"/>
                </a:ext>
              </a:extLst>
            </p:cNvPr>
            <p:cNvSpPr/>
            <p:nvPr/>
          </p:nvSpPr>
          <p:spPr>
            <a:xfrm>
              <a:off x="3715579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66BE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7" name="Vrije vorm: vorm 136">
              <a:extLst>
                <a:ext uri="{FF2B5EF4-FFF2-40B4-BE49-F238E27FC236}">
                  <a16:creationId xmlns:a16="http://schemas.microsoft.com/office/drawing/2014/main" id="{54FAEAC3-B54A-3D25-2565-095439C1DC7D}"/>
                </a:ext>
              </a:extLst>
            </p:cNvPr>
            <p:cNvSpPr/>
            <p:nvPr/>
          </p:nvSpPr>
          <p:spPr>
            <a:xfrm>
              <a:off x="3715579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79" name="Groep 178">
            <a:extLst>
              <a:ext uri="{FF2B5EF4-FFF2-40B4-BE49-F238E27FC236}">
                <a16:creationId xmlns:a16="http://schemas.microsoft.com/office/drawing/2014/main" id="{C575942B-F4ED-A097-3F6C-66CFF5E59E26}"/>
              </a:ext>
            </a:extLst>
          </p:cNvPr>
          <p:cNvGrpSpPr/>
          <p:nvPr userDrawn="1"/>
        </p:nvGrpSpPr>
        <p:grpSpPr>
          <a:xfrm>
            <a:off x="1436100" y="6347260"/>
            <a:ext cx="151965" cy="151965"/>
            <a:chOff x="1436100" y="6347260"/>
            <a:chExt cx="151965" cy="151965"/>
          </a:xfrm>
        </p:grpSpPr>
        <p:sp>
          <p:nvSpPr>
            <p:cNvPr id="146" name="Vrije vorm: vorm 145">
              <a:extLst>
                <a:ext uri="{FF2B5EF4-FFF2-40B4-BE49-F238E27FC236}">
                  <a16:creationId xmlns:a16="http://schemas.microsoft.com/office/drawing/2014/main" id="{37AD87F1-07C6-9CC6-D5AA-74F12BF3245E}"/>
                </a:ext>
              </a:extLst>
            </p:cNvPr>
            <p:cNvSpPr/>
            <p:nvPr/>
          </p:nvSpPr>
          <p:spPr>
            <a:xfrm>
              <a:off x="1436100" y="6347260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66BE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7" name="Vrije vorm: vorm 146">
              <a:extLst>
                <a:ext uri="{FF2B5EF4-FFF2-40B4-BE49-F238E27FC236}">
                  <a16:creationId xmlns:a16="http://schemas.microsoft.com/office/drawing/2014/main" id="{DE56784E-09B2-7D5E-6A60-1DFCF78DEF8F}"/>
                </a:ext>
              </a:extLst>
            </p:cNvPr>
            <p:cNvSpPr/>
            <p:nvPr/>
          </p:nvSpPr>
          <p:spPr>
            <a:xfrm>
              <a:off x="1436100" y="6347260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3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59"/>
                    <a:pt x="113736" y="101071"/>
                    <a:pt x="107523" y="107283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78" name="Groep 177">
            <a:extLst>
              <a:ext uri="{FF2B5EF4-FFF2-40B4-BE49-F238E27FC236}">
                <a16:creationId xmlns:a16="http://schemas.microsoft.com/office/drawing/2014/main" id="{1F73781F-BBE0-E7F9-3F98-C90A89CBF082}"/>
              </a:ext>
            </a:extLst>
          </p:cNvPr>
          <p:cNvGrpSpPr/>
          <p:nvPr userDrawn="1"/>
        </p:nvGrpSpPr>
        <p:grpSpPr>
          <a:xfrm>
            <a:off x="2955752" y="6347260"/>
            <a:ext cx="151965" cy="151965"/>
            <a:chOff x="2955752" y="6347260"/>
            <a:chExt cx="151965" cy="151965"/>
          </a:xfrm>
        </p:grpSpPr>
        <p:sp>
          <p:nvSpPr>
            <p:cNvPr id="148" name="Vrije vorm: vorm 147">
              <a:extLst>
                <a:ext uri="{FF2B5EF4-FFF2-40B4-BE49-F238E27FC236}">
                  <a16:creationId xmlns:a16="http://schemas.microsoft.com/office/drawing/2014/main" id="{BEA268CC-E146-B8CC-7A32-1A7A2DBA8F20}"/>
                </a:ext>
              </a:extLst>
            </p:cNvPr>
            <p:cNvSpPr/>
            <p:nvPr/>
          </p:nvSpPr>
          <p:spPr>
            <a:xfrm>
              <a:off x="2955752" y="6347260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66BE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9" name="Vrije vorm: vorm 148">
              <a:extLst>
                <a:ext uri="{FF2B5EF4-FFF2-40B4-BE49-F238E27FC236}">
                  <a16:creationId xmlns:a16="http://schemas.microsoft.com/office/drawing/2014/main" id="{65BD0B66-BE91-1D3C-EE40-4FBD0E849A73}"/>
                </a:ext>
              </a:extLst>
            </p:cNvPr>
            <p:cNvSpPr/>
            <p:nvPr/>
          </p:nvSpPr>
          <p:spPr>
            <a:xfrm>
              <a:off x="2955752" y="6347260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3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59"/>
                    <a:pt x="113736" y="101071"/>
                    <a:pt x="107523" y="107283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/>
            </a:p>
          </p:txBody>
        </p:sp>
      </p:grpSp>
      <p:sp>
        <p:nvSpPr>
          <p:cNvPr id="185" name="Vrije vorm: vorm 184">
            <a:extLst>
              <a:ext uri="{FF2B5EF4-FFF2-40B4-BE49-F238E27FC236}">
                <a16:creationId xmlns:a16="http://schemas.microsoft.com/office/drawing/2014/main" id="{1B13F80D-F64F-411F-E09B-DEACB0B05A73}"/>
              </a:ext>
            </a:extLst>
          </p:cNvPr>
          <p:cNvSpPr/>
          <p:nvPr userDrawn="1"/>
        </p:nvSpPr>
        <p:spPr>
          <a:xfrm>
            <a:off x="3726432" y="1028263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50412 w 167268"/>
              <a:gd name="connsiteY6" fmla="*/ 83388 h 167268"/>
              <a:gd name="connsiteX7" fmla="*/ 84105 w 167268"/>
              <a:gd name="connsiteY7" fmla="*/ 50173 h 167268"/>
              <a:gd name="connsiteX8" fmla="*/ 117320 w 167268"/>
              <a:gd name="connsiteY8" fmla="*/ 83866 h 167268"/>
              <a:gd name="connsiteX9" fmla="*/ 107523 w 167268"/>
              <a:gd name="connsiteY9" fmla="*/ 107284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6949"/>
                  <a:pt x="50281" y="101859"/>
                  <a:pt x="50412" y="83388"/>
                </a:cubicBezTo>
                <a:cubicBezTo>
                  <a:pt x="50544" y="64917"/>
                  <a:pt x="65634" y="50042"/>
                  <a:pt x="84105" y="50173"/>
                </a:cubicBezTo>
                <a:cubicBezTo>
                  <a:pt x="102588" y="50305"/>
                  <a:pt x="117451" y="65395"/>
                  <a:pt x="117320" y="83866"/>
                </a:cubicBezTo>
                <a:cubicBezTo>
                  <a:pt x="117260" y="92660"/>
                  <a:pt x="113736" y="101071"/>
                  <a:pt x="107523" y="107284"/>
                </a:cubicBezTo>
                <a:cubicBezTo>
                  <a:pt x="101202" y="113640"/>
                  <a:pt x="92588" y="117176"/>
                  <a:pt x="83627" y="117081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GB"/>
          </a:p>
        </p:txBody>
      </p:sp>
      <p:sp>
        <p:nvSpPr>
          <p:cNvPr id="190" name="Vrije vorm: vorm 189">
            <a:extLst>
              <a:ext uri="{FF2B5EF4-FFF2-40B4-BE49-F238E27FC236}">
                <a16:creationId xmlns:a16="http://schemas.microsoft.com/office/drawing/2014/main" id="{CB2408CD-4200-C813-A0A5-7865C44B31FF}"/>
              </a:ext>
            </a:extLst>
          </p:cNvPr>
          <p:cNvSpPr/>
          <p:nvPr userDrawn="1"/>
        </p:nvSpPr>
        <p:spPr>
          <a:xfrm>
            <a:off x="5159247" y="3039403"/>
            <a:ext cx="2216828" cy="779193"/>
          </a:xfrm>
          <a:custGeom>
            <a:avLst/>
            <a:gdLst>
              <a:gd name="connsiteX0" fmla="*/ 1023336 w 1241615"/>
              <a:gd name="connsiteY0" fmla="*/ 283281 h 436415"/>
              <a:gd name="connsiteX1" fmla="*/ 958240 w 1241615"/>
              <a:gd name="connsiteY1" fmla="*/ 218184 h 436415"/>
              <a:gd name="connsiteX2" fmla="*/ 1023336 w 1241615"/>
              <a:gd name="connsiteY2" fmla="*/ 153087 h 436415"/>
              <a:gd name="connsiteX3" fmla="*/ 1088433 w 1241615"/>
              <a:gd name="connsiteY3" fmla="*/ 218184 h 436415"/>
              <a:gd name="connsiteX4" fmla="*/ 1023336 w 1241615"/>
              <a:gd name="connsiteY4" fmla="*/ 283281 h 436415"/>
              <a:gd name="connsiteX5" fmla="*/ 1023336 w 1241615"/>
              <a:gd name="connsiteY5" fmla="*/ 0 h 436415"/>
              <a:gd name="connsiteX6" fmla="*/ 808403 w 1241615"/>
              <a:gd name="connsiteY6" fmla="*/ 180235 h 436415"/>
              <a:gd name="connsiteX7" fmla="*/ 808403 w 1241615"/>
              <a:gd name="connsiteY7" fmla="*/ 53769 h 436415"/>
              <a:gd name="connsiteX8" fmla="*/ 761899 w 1241615"/>
              <a:gd name="connsiteY8" fmla="*/ 7265 h 436415"/>
              <a:gd name="connsiteX9" fmla="*/ 652305 w 1241615"/>
              <a:gd name="connsiteY9" fmla="*/ 7265 h 436415"/>
              <a:gd name="connsiteX10" fmla="*/ 652305 w 1241615"/>
              <a:gd name="connsiteY10" fmla="*/ 171823 h 436415"/>
              <a:gd name="connsiteX11" fmla="*/ 558579 w 1241615"/>
              <a:gd name="connsiteY11" fmla="*/ 44497 h 436415"/>
              <a:gd name="connsiteX12" fmla="*/ 484210 w 1241615"/>
              <a:gd name="connsiteY12" fmla="*/ 7265 h 436415"/>
              <a:gd name="connsiteX13" fmla="*/ 0 w 1241615"/>
              <a:gd name="connsiteY13" fmla="*/ 7265 h 436415"/>
              <a:gd name="connsiteX14" fmla="*/ 0 w 1241615"/>
              <a:gd name="connsiteY14" fmla="*/ 119392 h 436415"/>
              <a:gd name="connsiteX15" fmla="*/ 45787 w 1241615"/>
              <a:gd name="connsiteY15" fmla="*/ 165227 h 436415"/>
              <a:gd name="connsiteX16" fmla="*/ 118245 w 1241615"/>
              <a:gd name="connsiteY16" fmla="*/ 165227 h 436415"/>
              <a:gd name="connsiteX17" fmla="*/ 118245 w 1241615"/>
              <a:gd name="connsiteY17" fmla="*/ 382742 h 436415"/>
              <a:gd name="connsiteX18" fmla="*/ 164749 w 1241615"/>
              <a:gd name="connsiteY18" fmla="*/ 429246 h 436415"/>
              <a:gd name="connsiteX19" fmla="*/ 283328 w 1241615"/>
              <a:gd name="connsiteY19" fmla="*/ 429246 h 436415"/>
              <a:gd name="connsiteX20" fmla="*/ 283328 w 1241615"/>
              <a:gd name="connsiteY20" fmla="*/ 165179 h 436415"/>
              <a:gd name="connsiteX21" fmla="*/ 383411 w 1241615"/>
              <a:gd name="connsiteY21" fmla="*/ 165179 h 436415"/>
              <a:gd name="connsiteX22" fmla="*/ 383411 w 1241615"/>
              <a:gd name="connsiteY22" fmla="*/ 382694 h 436415"/>
              <a:gd name="connsiteX23" fmla="*/ 429915 w 1241615"/>
              <a:gd name="connsiteY23" fmla="*/ 429199 h 436415"/>
              <a:gd name="connsiteX24" fmla="*/ 539557 w 1241615"/>
              <a:gd name="connsiteY24" fmla="*/ 429199 h 436415"/>
              <a:gd name="connsiteX25" fmla="*/ 539557 w 1241615"/>
              <a:gd name="connsiteY25" fmla="*/ 264641 h 436415"/>
              <a:gd name="connsiteX26" fmla="*/ 632948 w 1241615"/>
              <a:gd name="connsiteY26" fmla="*/ 391966 h 436415"/>
              <a:gd name="connsiteX27" fmla="*/ 707364 w 1241615"/>
              <a:gd name="connsiteY27" fmla="*/ 429199 h 436415"/>
              <a:gd name="connsiteX28" fmla="*/ 808403 w 1241615"/>
              <a:gd name="connsiteY28" fmla="*/ 429199 h 436415"/>
              <a:gd name="connsiteX29" fmla="*/ 808403 w 1241615"/>
              <a:gd name="connsiteY29" fmla="*/ 257663 h 436415"/>
              <a:gd name="connsiteX30" fmla="*/ 1023336 w 1241615"/>
              <a:gd name="connsiteY30" fmla="*/ 436416 h 436415"/>
              <a:gd name="connsiteX31" fmla="*/ 1241616 w 1241615"/>
              <a:gd name="connsiteY31" fmla="*/ 218232 h 436415"/>
              <a:gd name="connsiteX32" fmla="*/ 1023336 w 1241615"/>
              <a:gd name="connsiteY32" fmla="*/ 0 h 436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41615" h="436415">
                <a:moveTo>
                  <a:pt x="1023336" y="283281"/>
                </a:moveTo>
                <a:cubicBezTo>
                  <a:pt x="987395" y="283281"/>
                  <a:pt x="958240" y="254174"/>
                  <a:pt x="958240" y="218184"/>
                </a:cubicBezTo>
                <a:cubicBezTo>
                  <a:pt x="958240" y="182242"/>
                  <a:pt x="987395" y="153087"/>
                  <a:pt x="1023336" y="153087"/>
                </a:cubicBezTo>
                <a:cubicBezTo>
                  <a:pt x="1059278" y="153087"/>
                  <a:pt x="1088433" y="182242"/>
                  <a:pt x="1088433" y="218184"/>
                </a:cubicBezTo>
                <a:cubicBezTo>
                  <a:pt x="1088433" y="254174"/>
                  <a:pt x="1059278" y="283281"/>
                  <a:pt x="1023336" y="283281"/>
                </a:cubicBezTo>
                <a:moveTo>
                  <a:pt x="1023336" y="0"/>
                </a:moveTo>
                <a:cubicBezTo>
                  <a:pt x="912787" y="0"/>
                  <a:pt x="825609" y="75803"/>
                  <a:pt x="808403" y="180235"/>
                </a:cubicBezTo>
                <a:lnTo>
                  <a:pt x="808403" y="53769"/>
                </a:lnTo>
                <a:cubicBezTo>
                  <a:pt x="808403" y="21221"/>
                  <a:pt x="794447" y="7265"/>
                  <a:pt x="761899" y="7265"/>
                </a:cubicBezTo>
                <a:lnTo>
                  <a:pt x="652305" y="7265"/>
                </a:lnTo>
                <a:lnTo>
                  <a:pt x="652305" y="171823"/>
                </a:lnTo>
                <a:lnTo>
                  <a:pt x="558579" y="44497"/>
                </a:lnTo>
                <a:cubicBezTo>
                  <a:pt x="538218" y="17493"/>
                  <a:pt x="518097" y="7265"/>
                  <a:pt x="484210" y="7265"/>
                </a:cubicBezTo>
                <a:lnTo>
                  <a:pt x="0" y="7265"/>
                </a:lnTo>
                <a:lnTo>
                  <a:pt x="0" y="119392"/>
                </a:lnTo>
                <a:cubicBezTo>
                  <a:pt x="0" y="151462"/>
                  <a:pt x="13765" y="165227"/>
                  <a:pt x="45787" y="165227"/>
                </a:cubicBezTo>
                <a:lnTo>
                  <a:pt x="118245" y="165227"/>
                </a:lnTo>
                <a:lnTo>
                  <a:pt x="118245" y="382742"/>
                </a:lnTo>
                <a:cubicBezTo>
                  <a:pt x="118245" y="415242"/>
                  <a:pt x="132201" y="429246"/>
                  <a:pt x="164749" y="429246"/>
                </a:cubicBezTo>
                <a:lnTo>
                  <a:pt x="283328" y="429246"/>
                </a:lnTo>
                <a:lnTo>
                  <a:pt x="283328" y="165179"/>
                </a:lnTo>
                <a:lnTo>
                  <a:pt x="383411" y="165179"/>
                </a:lnTo>
                <a:lnTo>
                  <a:pt x="383411" y="382694"/>
                </a:lnTo>
                <a:cubicBezTo>
                  <a:pt x="383411" y="415195"/>
                  <a:pt x="397415" y="429199"/>
                  <a:pt x="429915" y="429199"/>
                </a:cubicBezTo>
                <a:lnTo>
                  <a:pt x="539557" y="429199"/>
                </a:lnTo>
                <a:lnTo>
                  <a:pt x="539557" y="264641"/>
                </a:lnTo>
                <a:lnTo>
                  <a:pt x="632948" y="391966"/>
                </a:lnTo>
                <a:cubicBezTo>
                  <a:pt x="653356" y="419018"/>
                  <a:pt x="673478" y="429199"/>
                  <a:pt x="707364" y="429199"/>
                </a:cubicBezTo>
                <a:lnTo>
                  <a:pt x="808403" y="429199"/>
                </a:lnTo>
                <a:lnTo>
                  <a:pt x="808403" y="257663"/>
                </a:lnTo>
                <a:cubicBezTo>
                  <a:pt x="825418" y="363337"/>
                  <a:pt x="910349" y="436416"/>
                  <a:pt x="1023336" y="436416"/>
                </a:cubicBezTo>
                <a:cubicBezTo>
                  <a:pt x="1146934" y="436416"/>
                  <a:pt x="1241616" y="341782"/>
                  <a:pt x="1241616" y="218232"/>
                </a:cubicBezTo>
                <a:cubicBezTo>
                  <a:pt x="1241616" y="91623"/>
                  <a:pt x="1149945" y="0"/>
                  <a:pt x="1023336" y="0"/>
                </a:cubicBezTo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2451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6" presetClass="emph" presetSubtype="0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10" dur="100" fill="hold"/>
                                        <p:tgtEl>
                                          <p:spTgt spid="15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6" presetClass="emph" presetSubtype="0" autoRev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16" dur="100" fill="hold"/>
                                        <p:tgtEl>
                                          <p:spTgt spid="15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6" presetClass="emph" presetSubtype="0" autoRev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22" dur="100" fill="hold"/>
                                        <p:tgtEl>
                                          <p:spTgt spid="16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6" presetClass="emph" presetSubtype="0" autoRev="1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28" dur="100" fill="hold"/>
                                        <p:tgtEl>
                                          <p:spTgt spid="15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6" presetClass="emph" presetSubtype="0" autoRev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34" dur="100" fill="hold"/>
                                        <p:tgtEl>
                                          <p:spTgt spid="17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2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6" presetClass="emph" presetSubtype="0" autoRev="1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Scale>
                                      <p:cBhvr>
                                        <p:cTn id="40" dur="100" fill="hold"/>
                                        <p:tgtEl>
                                          <p:spTgt spid="17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41" presetID="2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6" presetClass="emph" presetSubtype="0" autoRev="1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Scale>
                                      <p:cBhvr>
                                        <p:cTn id="46" dur="100" fill="hold"/>
                                        <p:tgtEl>
                                          <p:spTgt spid="16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47" presetID="2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6" presetClass="emph" presetSubtype="0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52" dur="100" fill="hold"/>
                                        <p:tgtEl>
                                          <p:spTgt spid="179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6" presetClass="emph" presetSubtype="0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58" dur="100" fill="hold"/>
                                        <p:tgtEl>
                                          <p:spTgt spid="160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6" presetClass="emph" presetSubtype="0" autoRev="1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64" dur="100" fill="hold"/>
                                        <p:tgtEl>
                                          <p:spTgt spid="16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65" presetID="23" presetClass="entr" presetSubtype="16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6" presetClass="emph" presetSubtype="0" autoRev="1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70" dur="100" fill="hold"/>
                                        <p:tgtEl>
                                          <p:spTgt spid="17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71" presetID="23" presetClass="entr" presetSubtype="16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6" presetClass="emph" presetSubtype="0" autoRev="1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76" dur="100" fill="hold"/>
                                        <p:tgtEl>
                                          <p:spTgt spid="162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77" presetID="2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6" presetClass="emph" presetSubtype="0" autoRev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82" dur="100" fill="hold"/>
                                        <p:tgtEl>
                                          <p:spTgt spid="161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83" presetID="2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6" presetClass="emph" presetSubtype="0" autoRev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88" dur="100" fill="hold"/>
                                        <p:tgtEl>
                                          <p:spTgt spid="178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89" presetID="23" presetClass="entr" presetSubtype="16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6" presetClass="emph" presetSubtype="0" autoRev="1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animScale>
                                      <p:cBhvr>
                                        <p:cTn id="94" dur="100" fill="hold"/>
                                        <p:tgtEl>
                                          <p:spTgt spid="17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5" presetID="2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6" presetClass="emph" presetSubtype="0" autoRev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100" dur="100" fill="hold"/>
                                        <p:tgtEl>
                                          <p:spTgt spid="169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01" presetID="23" presetClass="entr" presetSubtype="16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6" presetClass="emph" presetSubtype="0" autoRev="1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animScale>
                                      <p:cBhvr>
                                        <p:cTn id="106" dur="100" fill="hold"/>
                                        <p:tgtEl>
                                          <p:spTgt spid="158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07" presetID="23" presetClass="entr" presetSubtype="16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6" presetClass="emph" presetSubtype="0" autoRev="1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animScale>
                                      <p:cBhvr>
                                        <p:cTn id="112" dur="100" fill="hold"/>
                                        <p:tgtEl>
                                          <p:spTgt spid="168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13" presetID="2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6" presetClass="emph" presetSubtype="0" autoRev="1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118" dur="100" fill="hold"/>
                                        <p:tgtEl>
                                          <p:spTgt spid="16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19" presetID="2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6" presetClass="emph" presetSubtype="0" autoRev="1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124" dur="100" fill="hold"/>
                                        <p:tgtEl>
                                          <p:spTgt spid="16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25" presetID="2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6" presetClass="emph" presetSubtype="0" autoRev="1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130" dur="100" fill="hold"/>
                                        <p:tgtEl>
                                          <p:spTgt spid="172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1" presetID="22" presetClass="entr" presetSubtype="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1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1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4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2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5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4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4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4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4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1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0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1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3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" presetClass="entr" presetSubtype="8" decel="10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2" presetClass="entr" presetSubtype="8" decel="100000" fill="hold" grpId="0" nodeType="withEffect">
                                  <p:stCondLst>
                                    <p:cond delay="265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2" presetClass="entr" presetSubtype="8" decel="100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1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1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2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6" presetClass="emph" presetSubtype="0" autoRev="1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184" dur="100" fill="hold"/>
                                        <p:tgtEl>
                                          <p:spTgt spid="18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" grpId="0" animBg="1"/>
      <p:bldP spid="192" grpId="0" animBg="1"/>
      <p:bldP spid="203" grpId="0" animBg="1"/>
      <p:bldP spid="10" grpId="0" animBg="1"/>
      <p:bldP spid="11" grpId="0" animBg="1"/>
      <p:bldP spid="12" grpId="0" animBg="1"/>
      <p:bldP spid="16" grpId="0" animBg="1"/>
      <p:bldP spid="17" grpId="0" animBg="1"/>
      <p:bldP spid="18" grpId="0" animBg="1"/>
      <p:bldP spid="25" grpId="0" animBg="1"/>
      <p:bldP spid="27" grpId="0" animBg="1"/>
      <p:bldP spid="29" grpId="0" animBg="1"/>
      <p:bldP spid="31" grpId="0" animBg="1"/>
      <p:bldP spid="32" grpId="0" animBg="1"/>
      <p:bldP spid="185" grpId="0" animBg="1"/>
      <p:bldP spid="185" grpId="1" animBg="1"/>
      <p:bldP spid="190" grpId="0" animBg="1"/>
    </p:bldLst>
  </p:timing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Health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hthoek 152">
            <a:extLst>
              <a:ext uri="{FF2B5EF4-FFF2-40B4-BE49-F238E27FC236}">
                <a16:creationId xmlns:a16="http://schemas.microsoft.com/office/drawing/2014/main" id="{F50AF329-6F26-2310-D7F2-4EA5444F404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C8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/>
          </a:p>
        </p:txBody>
      </p:sp>
      <p:sp>
        <p:nvSpPr>
          <p:cNvPr id="198" name="Vrije vorm: vorm 197">
            <a:extLst>
              <a:ext uri="{FF2B5EF4-FFF2-40B4-BE49-F238E27FC236}">
                <a16:creationId xmlns:a16="http://schemas.microsoft.com/office/drawing/2014/main" id="{857F210E-B01D-43E7-8688-7793F9C6BEF6}"/>
              </a:ext>
            </a:extLst>
          </p:cNvPr>
          <p:cNvSpPr/>
          <p:nvPr userDrawn="1"/>
        </p:nvSpPr>
        <p:spPr>
          <a:xfrm>
            <a:off x="8242567" y="3480414"/>
            <a:ext cx="612961" cy="331953"/>
          </a:xfrm>
          <a:custGeom>
            <a:avLst/>
            <a:gdLst>
              <a:gd name="connsiteX0" fmla="*/ 499893 w 612961"/>
              <a:gd name="connsiteY0" fmla="*/ 119555 h 331953"/>
              <a:gd name="connsiteX1" fmla="*/ 444083 w 612961"/>
              <a:gd name="connsiteY1" fmla="*/ 181422 h 331953"/>
              <a:gd name="connsiteX2" fmla="*/ 556725 w 612961"/>
              <a:gd name="connsiteY2" fmla="*/ 181422 h 331953"/>
              <a:gd name="connsiteX3" fmla="*/ 499893 w 612961"/>
              <a:gd name="connsiteY3" fmla="*/ 119555 h 331953"/>
              <a:gd name="connsiteX4" fmla="*/ 130391 w 612961"/>
              <a:gd name="connsiteY4" fmla="*/ 88237 h 331953"/>
              <a:gd name="connsiteX5" fmla="*/ 184323 w 612961"/>
              <a:gd name="connsiteY5" fmla="*/ 88237 h 331953"/>
              <a:gd name="connsiteX6" fmla="*/ 184323 w 612961"/>
              <a:gd name="connsiteY6" fmla="*/ 325383 h 331953"/>
              <a:gd name="connsiteX7" fmla="*/ 130391 w 612961"/>
              <a:gd name="connsiteY7" fmla="*/ 325383 h 331953"/>
              <a:gd name="connsiteX8" fmla="*/ 499893 w 612961"/>
              <a:gd name="connsiteY8" fmla="*/ 81836 h 331953"/>
              <a:gd name="connsiteX9" fmla="*/ 612961 w 612961"/>
              <a:gd name="connsiteY9" fmla="*/ 206340 h 331953"/>
              <a:gd name="connsiteX10" fmla="*/ 612961 w 612961"/>
              <a:gd name="connsiteY10" fmla="*/ 214617 h 331953"/>
              <a:gd name="connsiteX11" fmla="*/ 443142 w 612961"/>
              <a:gd name="connsiteY11" fmla="*/ 214617 h 331953"/>
              <a:gd name="connsiteX12" fmla="*/ 443142 w 612961"/>
              <a:gd name="connsiteY12" fmla="*/ 216069 h 331953"/>
              <a:gd name="connsiteX13" fmla="*/ 504074 w 612961"/>
              <a:gd name="connsiteY13" fmla="*/ 291847 h 331953"/>
              <a:gd name="connsiteX14" fmla="*/ 559455 w 612961"/>
              <a:gd name="connsiteY14" fmla="*/ 251653 h 331953"/>
              <a:gd name="connsiteX15" fmla="*/ 610656 w 612961"/>
              <a:gd name="connsiteY15" fmla="*/ 257200 h 331953"/>
              <a:gd name="connsiteX16" fmla="*/ 501342 w 612961"/>
              <a:gd name="connsiteY16" fmla="*/ 331953 h 331953"/>
              <a:gd name="connsiteX17" fmla="*/ 386396 w 612961"/>
              <a:gd name="connsiteY17" fmla="*/ 207365 h 331953"/>
              <a:gd name="connsiteX18" fmla="*/ 499893 w 612961"/>
              <a:gd name="connsiteY18" fmla="*/ 81836 h 331953"/>
              <a:gd name="connsiteX19" fmla="*/ 130391 w 612961"/>
              <a:gd name="connsiteY19" fmla="*/ 5205 h 331953"/>
              <a:gd name="connsiteX20" fmla="*/ 184323 w 612961"/>
              <a:gd name="connsiteY20" fmla="*/ 5205 h 331953"/>
              <a:gd name="connsiteX21" fmla="*/ 184323 w 612961"/>
              <a:gd name="connsiteY21" fmla="*/ 49409 h 331953"/>
              <a:gd name="connsiteX22" fmla="*/ 130391 w 612961"/>
              <a:gd name="connsiteY22" fmla="*/ 49409 h 331953"/>
              <a:gd name="connsiteX23" fmla="*/ 0 w 612961"/>
              <a:gd name="connsiteY23" fmla="*/ 5121 h 331953"/>
              <a:gd name="connsiteX24" fmla="*/ 53931 w 612961"/>
              <a:gd name="connsiteY24" fmla="*/ 5121 h 331953"/>
              <a:gd name="connsiteX25" fmla="*/ 53931 w 612961"/>
              <a:gd name="connsiteY25" fmla="*/ 325383 h 331953"/>
              <a:gd name="connsiteX26" fmla="*/ 0 w 612961"/>
              <a:gd name="connsiteY26" fmla="*/ 325383 h 331953"/>
              <a:gd name="connsiteX27" fmla="*/ 342535 w 612961"/>
              <a:gd name="connsiteY27" fmla="*/ 0 h 331953"/>
              <a:gd name="connsiteX28" fmla="*/ 388274 w 612961"/>
              <a:gd name="connsiteY28" fmla="*/ 4182 h 331953"/>
              <a:gd name="connsiteX29" fmla="*/ 388274 w 612961"/>
              <a:gd name="connsiteY29" fmla="*/ 42924 h 331953"/>
              <a:gd name="connsiteX30" fmla="*/ 356870 w 612961"/>
              <a:gd name="connsiteY30" fmla="*/ 39682 h 331953"/>
              <a:gd name="connsiteX31" fmla="*/ 317615 w 612961"/>
              <a:gd name="connsiteY31" fmla="*/ 81752 h 331953"/>
              <a:gd name="connsiteX32" fmla="*/ 317615 w 612961"/>
              <a:gd name="connsiteY32" fmla="*/ 88237 h 331953"/>
              <a:gd name="connsiteX33" fmla="*/ 375303 w 612961"/>
              <a:gd name="connsiteY33" fmla="*/ 88237 h 331953"/>
              <a:gd name="connsiteX34" fmla="*/ 375303 w 612961"/>
              <a:gd name="connsiteY34" fmla="*/ 124590 h 331953"/>
              <a:gd name="connsiteX35" fmla="*/ 318554 w 612961"/>
              <a:gd name="connsiteY35" fmla="*/ 124590 h 331953"/>
              <a:gd name="connsiteX36" fmla="*/ 318554 w 612961"/>
              <a:gd name="connsiteY36" fmla="*/ 325297 h 331953"/>
              <a:gd name="connsiteX37" fmla="*/ 266500 w 612961"/>
              <a:gd name="connsiteY37" fmla="*/ 325297 h 331953"/>
              <a:gd name="connsiteX38" fmla="*/ 266500 w 612961"/>
              <a:gd name="connsiteY38" fmla="*/ 124504 h 331953"/>
              <a:gd name="connsiteX39" fmla="*/ 227247 w 612961"/>
              <a:gd name="connsiteY39" fmla="*/ 124504 h 331953"/>
              <a:gd name="connsiteX40" fmla="*/ 227247 w 612961"/>
              <a:gd name="connsiteY40" fmla="*/ 88151 h 331953"/>
              <a:gd name="connsiteX41" fmla="*/ 266500 w 612961"/>
              <a:gd name="connsiteY41" fmla="*/ 88151 h 331953"/>
              <a:gd name="connsiteX42" fmla="*/ 266500 w 612961"/>
              <a:gd name="connsiteY42" fmla="*/ 83543 h 331953"/>
              <a:gd name="connsiteX43" fmla="*/ 342535 w 612961"/>
              <a:gd name="connsiteY43" fmla="*/ 0 h 331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612961" h="331953">
                <a:moveTo>
                  <a:pt x="499893" y="119555"/>
                </a:moveTo>
                <a:cubicBezTo>
                  <a:pt x="468999" y="119555"/>
                  <a:pt x="447326" y="141657"/>
                  <a:pt x="444083" y="181422"/>
                </a:cubicBezTo>
                <a:lnTo>
                  <a:pt x="556725" y="181422"/>
                </a:lnTo>
                <a:cubicBezTo>
                  <a:pt x="555359" y="140804"/>
                  <a:pt x="535048" y="119555"/>
                  <a:pt x="499893" y="119555"/>
                </a:cubicBezTo>
                <a:close/>
                <a:moveTo>
                  <a:pt x="130391" y="88237"/>
                </a:moveTo>
                <a:lnTo>
                  <a:pt x="184323" y="88237"/>
                </a:lnTo>
                <a:lnTo>
                  <a:pt x="184323" y="325383"/>
                </a:lnTo>
                <a:lnTo>
                  <a:pt x="130391" y="325383"/>
                </a:lnTo>
                <a:close/>
                <a:moveTo>
                  <a:pt x="499893" y="81836"/>
                </a:moveTo>
                <a:cubicBezTo>
                  <a:pt x="568757" y="81836"/>
                  <a:pt x="612961" y="129282"/>
                  <a:pt x="612961" y="206340"/>
                </a:cubicBezTo>
                <a:lnTo>
                  <a:pt x="612961" y="214617"/>
                </a:lnTo>
                <a:lnTo>
                  <a:pt x="443142" y="214617"/>
                </a:lnTo>
                <a:lnTo>
                  <a:pt x="443142" y="216069"/>
                </a:lnTo>
                <a:cubicBezTo>
                  <a:pt x="443142" y="264538"/>
                  <a:pt x="466696" y="291847"/>
                  <a:pt x="504074" y="291847"/>
                </a:cubicBezTo>
                <a:cubicBezTo>
                  <a:pt x="529929" y="291847"/>
                  <a:pt x="550751" y="277510"/>
                  <a:pt x="559455" y="251653"/>
                </a:cubicBezTo>
                <a:lnTo>
                  <a:pt x="610656" y="257200"/>
                </a:lnTo>
                <a:cubicBezTo>
                  <a:pt x="593589" y="305670"/>
                  <a:pt x="555359" y="331953"/>
                  <a:pt x="501342" y="331953"/>
                </a:cubicBezTo>
                <a:cubicBezTo>
                  <a:pt x="432051" y="331953"/>
                  <a:pt x="386396" y="282630"/>
                  <a:pt x="386396" y="207365"/>
                </a:cubicBezTo>
                <a:cubicBezTo>
                  <a:pt x="386396" y="132100"/>
                  <a:pt x="432476" y="81836"/>
                  <a:pt x="499893" y="81836"/>
                </a:cubicBezTo>
                <a:close/>
                <a:moveTo>
                  <a:pt x="130391" y="5205"/>
                </a:moveTo>
                <a:lnTo>
                  <a:pt x="184323" y="5205"/>
                </a:lnTo>
                <a:lnTo>
                  <a:pt x="184323" y="49409"/>
                </a:lnTo>
                <a:lnTo>
                  <a:pt x="130391" y="49409"/>
                </a:lnTo>
                <a:close/>
                <a:moveTo>
                  <a:pt x="0" y="5121"/>
                </a:moveTo>
                <a:lnTo>
                  <a:pt x="53931" y="5121"/>
                </a:lnTo>
                <a:lnTo>
                  <a:pt x="53931" y="325383"/>
                </a:lnTo>
                <a:lnTo>
                  <a:pt x="0" y="325383"/>
                </a:lnTo>
                <a:close/>
                <a:moveTo>
                  <a:pt x="342535" y="0"/>
                </a:moveTo>
                <a:cubicBezTo>
                  <a:pt x="358748" y="0"/>
                  <a:pt x="373937" y="939"/>
                  <a:pt x="388274" y="4182"/>
                </a:cubicBezTo>
                <a:lnTo>
                  <a:pt x="388274" y="42924"/>
                </a:lnTo>
                <a:cubicBezTo>
                  <a:pt x="374874" y="40619"/>
                  <a:pt x="364721" y="39682"/>
                  <a:pt x="356870" y="39682"/>
                </a:cubicBezTo>
                <a:cubicBezTo>
                  <a:pt x="329137" y="39682"/>
                  <a:pt x="317615" y="52651"/>
                  <a:pt x="317615" y="81752"/>
                </a:cubicBezTo>
                <a:lnTo>
                  <a:pt x="317615" y="88237"/>
                </a:lnTo>
                <a:lnTo>
                  <a:pt x="375303" y="88237"/>
                </a:lnTo>
                <a:lnTo>
                  <a:pt x="375303" y="124590"/>
                </a:lnTo>
                <a:lnTo>
                  <a:pt x="318554" y="124590"/>
                </a:lnTo>
                <a:lnTo>
                  <a:pt x="318554" y="325297"/>
                </a:lnTo>
                <a:lnTo>
                  <a:pt x="266500" y="325297"/>
                </a:lnTo>
                <a:lnTo>
                  <a:pt x="266500" y="124504"/>
                </a:lnTo>
                <a:lnTo>
                  <a:pt x="227247" y="124504"/>
                </a:lnTo>
                <a:lnTo>
                  <a:pt x="227247" y="88151"/>
                </a:lnTo>
                <a:lnTo>
                  <a:pt x="266500" y="88151"/>
                </a:lnTo>
                <a:lnTo>
                  <a:pt x="266500" y="83543"/>
                </a:lnTo>
                <a:cubicBezTo>
                  <a:pt x="266500" y="26710"/>
                  <a:pt x="290480" y="0"/>
                  <a:pt x="342535" y="0"/>
                </a:cubicBezTo>
                <a:close/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92" name="Vrije vorm: vorm 191">
            <a:extLst>
              <a:ext uri="{FF2B5EF4-FFF2-40B4-BE49-F238E27FC236}">
                <a16:creationId xmlns:a16="http://schemas.microsoft.com/office/drawing/2014/main" id="{9F123195-9A29-4656-E853-17AE6C8F6F1B}"/>
              </a:ext>
            </a:extLst>
          </p:cNvPr>
          <p:cNvSpPr/>
          <p:nvPr/>
        </p:nvSpPr>
        <p:spPr>
          <a:xfrm>
            <a:off x="7558010" y="3050751"/>
            <a:ext cx="2177659" cy="326577"/>
          </a:xfrm>
          <a:custGeom>
            <a:avLst/>
            <a:gdLst>
              <a:gd name="connsiteX0" fmla="*/ 1107982 w 1219677"/>
              <a:gd name="connsiteY0" fmla="*/ 46504 h 182911"/>
              <a:gd name="connsiteX1" fmla="*/ 1107982 w 1219677"/>
              <a:gd name="connsiteY1" fmla="*/ 179327 h 182911"/>
              <a:gd name="connsiteX2" fmla="*/ 1137184 w 1219677"/>
              <a:gd name="connsiteY2" fmla="*/ 179327 h 182911"/>
              <a:gd name="connsiteX3" fmla="*/ 1137184 w 1219677"/>
              <a:gd name="connsiteY3" fmla="*/ 103333 h 182911"/>
              <a:gd name="connsiteX4" fmla="*/ 1167964 w 1219677"/>
              <a:gd name="connsiteY4" fmla="*/ 65575 h 182911"/>
              <a:gd name="connsiteX5" fmla="*/ 1190476 w 1219677"/>
              <a:gd name="connsiteY5" fmla="*/ 94538 h 182911"/>
              <a:gd name="connsiteX6" fmla="*/ 1190476 w 1219677"/>
              <a:gd name="connsiteY6" fmla="*/ 179279 h 182911"/>
              <a:gd name="connsiteX7" fmla="*/ 1219678 w 1219677"/>
              <a:gd name="connsiteY7" fmla="*/ 179279 h 182911"/>
              <a:gd name="connsiteX8" fmla="*/ 1219678 w 1219677"/>
              <a:gd name="connsiteY8" fmla="*/ 94299 h 182911"/>
              <a:gd name="connsiteX9" fmla="*/ 1176519 w 1219677"/>
              <a:gd name="connsiteY9" fmla="*/ 42872 h 182911"/>
              <a:gd name="connsiteX10" fmla="*/ 1135416 w 1219677"/>
              <a:gd name="connsiteY10" fmla="*/ 69207 h 182911"/>
              <a:gd name="connsiteX11" fmla="*/ 1135368 w 1219677"/>
              <a:gd name="connsiteY11" fmla="*/ 46457 h 182911"/>
              <a:gd name="connsiteX12" fmla="*/ 1107982 w 1219677"/>
              <a:gd name="connsiteY12" fmla="*/ 46457 h 182911"/>
              <a:gd name="connsiteX13" fmla="*/ 1017171 w 1219677"/>
              <a:gd name="connsiteY13" fmla="*/ 64571 h 182911"/>
              <a:gd name="connsiteX14" fmla="*/ 1048954 w 1219677"/>
              <a:gd name="connsiteY14" fmla="*/ 112892 h 182911"/>
              <a:gd name="connsiteX15" fmla="*/ 1017171 w 1219677"/>
              <a:gd name="connsiteY15" fmla="*/ 160973 h 182911"/>
              <a:gd name="connsiteX16" fmla="*/ 985626 w 1219677"/>
              <a:gd name="connsiteY16" fmla="*/ 112892 h 182911"/>
              <a:gd name="connsiteX17" fmla="*/ 1017171 w 1219677"/>
              <a:gd name="connsiteY17" fmla="*/ 64571 h 182911"/>
              <a:gd name="connsiteX18" fmla="*/ 1017171 w 1219677"/>
              <a:gd name="connsiteY18" fmla="*/ 42872 h 182911"/>
              <a:gd name="connsiteX19" fmla="*/ 953843 w 1219677"/>
              <a:gd name="connsiteY19" fmla="*/ 112892 h 182911"/>
              <a:gd name="connsiteX20" fmla="*/ 1017171 w 1219677"/>
              <a:gd name="connsiteY20" fmla="*/ 182911 h 182911"/>
              <a:gd name="connsiteX21" fmla="*/ 1080739 w 1219677"/>
              <a:gd name="connsiteY21" fmla="*/ 112892 h 182911"/>
              <a:gd name="connsiteX22" fmla="*/ 1017171 w 1219677"/>
              <a:gd name="connsiteY22" fmla="*/ 42872 h 182911"/>
              <a:gd name="connsiteX23" fmla="*/ 896633 w 1219677"/>
              <a:gd name="connsiteY23" fmla="*/ 179327 h 182911"/>
              <a:gd name="connsiteX24" fmla="*/ 926838 w 1219677"/>
              <a:gd name="connsiteY24" fmla="*/ 179327 h 182911"/>
              <a:gd name="connsiteX25" fmla="*/ 926838 w 1219677"/>
              <a:gd name="connsiteY25" fmla="*/ 46504 h 182911"/>
              <a:gd name="connsiteX26" fmla="*/ 896633 w 1219677"/>
              <a:gd name="connsiteY26" fmla="*/ 46504 h 182911"/>
              <a:gd name="connsiteX27" fmla="*/ 896633 w 1219677"/>
              <a:gd name="connsiteY27" fmla="*/ 179327 h 182911"/>
              <a:gd name="connsiteX28" fmla="*/ 896633 w 1219677"/>
              <a:gd name="connsiteY28" fmla="*/ 24758 h 182911"/>
              <a:gd name="connsiteX29" fmla="*/ 926838 w 1219677"/>
              <a:gd name="connsiteY29" fmla="*/ 24758 h 182911"/>
              <a:gd name="connsiteX30" fmla="*/ 926838 w 1219677"/>
              <a:gd name="connsiteY30" fmla="*/ 0 h 182911"/>
              <a:gd name="connsiteX31" fmla="*/ 896633 w 1219677"/>
              <a:gd name="connsiteY31" fmla="*/ 0 h 182911"/>
              <a:gd name="connsiteX32" fmla="*/ 896633 w 1219677"/>
              <a:gd name="connsiteY32" fmla="*/ 24758 h 182911"/>
              <a:gd name="connsiteX33" fmla="*/ 831775 w 1219677"/>
              <a:gd name="connsiteY33" fmla="*/ 9798 h 182911"/>
              <a:gd name="connsiteX34" fmla="*/ 803862 w 1219677"/>
              <a:gd name="connsiteY34" fmla="*/ 12092 h 182911"/>
              <a:gd name="connsiteX35" fmla="*/ 802859 w 1219677"/>
              <a:gd name="connsiteY35" fmla="*/ 46457 h 182911"/>
              <a:gd name="connsiteX36" fmla="*/ 779821 w 1219677"/>
              <a:gd name="connsiteY36" fmla="*/ 46457 h 182911"/>
              <a:gd name="connsiteX37" fmla="*/ 779821 w 1219677"/>
              <a:gd name="connsiteY37" fmla="*/ 66865 h 182911"/>
              <a:gd name="connsiteX38" fmla="*/ 802046 w 1219677"/>
              <a:gd name="connsiteY38" fmla="*/ 66865 h 182911"/>
              <a:gd name="connsiteX39" fmla="*/ 802046 w 1219677"/>
              <a:gd name="connsiteY39" fmla="*/ 133300 h 182911"/>
              <a:gd name="connsiteX40" fmla="*/ 843867 w 1219677"/>
              <a:gd name="connsiteY40" fmla="*/ 182863 h 182911"/>
              <a:gd name="connsiteX41" fmla="*/ 865088 w 1219677"/>
              <a:gd name="connsiteY41" fmla="*/ 180283 h 182911"/>
              <a:gd name="connsiteX42" fmla="*/ 865088 w 1219677"/>
              <a:gd name="connsiteY42" fmla="*/ 157293 h 182911"/>
              <a:gd name="connsiteX43" fmla="*/ 850319 w 1219677"/>
              <a:gd name="connsiteY43" fmla="*/ 159109 h 182911"/>
              <a:gd name="connsiteX44" fmla="*/ 831727 w 1219677"/>
              <a:gd name="connsiteY44" fmla="*/ 131197 h 182911"/>
              <a:gd name="connsiteX45" fmla="*/ 831727 w 1219677"/>
              <a:gd name="connsiteY45" fmla="*/ 66913 h 182911"/>
              <a:gd name="connsiteX46" fmla="*/ 861407 w 1219677"/>
              <a:gd name="connsiteY46" fmla="*/ 66913 h 182911"/>
              <a:gd name="connsiteX47" fmla="*/ 861407 w 1219677"/>
              <a:gd name="connsiteY47" fmla="*/ 46504 h 182911"/>
              <a:gd name="connsiteX48" fmla="*/ 831727 w 1219677"/>
              <a:gd name="connsiteY48" fmla="*/ 46504 h 182911"/>
              <a:gd name="connsiteX49" fmla="*/ 831727 w 1219677"/>
              <a:gd name="connsiteY49" fmla="*/ 9798 h 182911"/>
              <a:gd name="connsiteX50" fmla="*/ 728681 w 1219677"/>
              <a:gd name="connsiteY50" fmla="*/ 113178 h 182911"/>
              <a:gd name="connsiteX51" fmla="*/ 728681 w 1219677"/>
              <a:gd name="connsiteY51" fmla="*/ 122737 h 182911"/>
              <a:gd name="connsiteX52" fmla="*/ 693790 w 1219677"/>
              <a:gd name="connsiteY52" fmla="*/ 161308 h 182911"/>
              <a:gd name="connsiteX53" fmla="*/ 669989 w 1219677"/>
              <a:gd name="connsiteY53" fmla="*/ 141377 h 182911"/>
              <a:gd name="connsiteX54" fmla="*/ 721990 w 1219677"/>
              <a:gd name="connsiteY54" fmla="*/ 113178 h 182911"/>
              <a:gd name="connsiteX55" fmla="*/ 728681 w 1219677"/>
              <a:gd name="connsiteY55" fmla="*/ 113178 h 182911"/>
              <a:gd name="connsiteX56" fmla="*/ 642125 w 1219677"/>
              <a:gd name="connsiteY56" fmla="*/ 80869 h 182911"/>
              <a:gd name="connsiteX57" fmla="*/ 670036 w 1219677"/>
              <a:gd name="connsiteY57" fmla="*/ 84262 h 182911"/>
              <a:gd name="connsiteX58" fmla="*/ 701055 w 1219677"/>
              <a:gd name="connsiteY58" fmla="*/ 63567 h 182911"/>
              <a:gd name="connsiteX59" fmla="*/ 728729 w 1219677"/>
              <a:gd name="connsiteY59" fmla="*/ 88373 h 182911"/>
              <a:gd name="connsiteX60" fmla="*/ 728729 w 1219677"/>
              <a:gd name="connsiteY60" fmla="*/ 95351 h 182911"/>
              <a:gd name="connsiteX61" fmla="*/ 725910 w 1219677"/>
              <a:gd name="connsiteY61" fmla="*/ 95351 h 182911"/>
              <a:gd name="connsiteX62" fmla="*/ 638540 w 1219677"/>
              <a:gd name="connsiteY62" fmla="*/ 142907 h 182911"/>
              <a:gd name="connsiteX63" fmla="*/ 684231 w 1219677"/>
              <a:gd name="connsiteY63" fmla="*/ 182672 h 182911"/>
              <a:gd name="connsiteX64" fmla="*/ 729255 w 1219677"/>
              <a:gd name="connsiteY64" fmla="*/ 156337 h 182911"/>
              <a:gd name="connsiteX65" fmla="*/ 732074 w 1219677"/>
              <a:gd name="connsiteY65" fmla="*/ 179327 h 182911"/>
              <a:gd name="connsiteX66" fmla="*/ 761804 w 1219677"/>
              <a:gd name="connsiteY66" fmla="*/ 179327 h 182911"/>
              <a:gd name="connsiteX67" fmla="*/ 757932 w 1219677"/>
              <a:gd name="connsiteY67" fmla="*/ 152992 h 182911"/>
              <a:gd name="connsiteX68" fmla="*/ 757932 w 1219677"/>
              <a:gd name="connsiteY68" fmla="*/ 95064 h 182911"/>
              <a:gd name="connsiteX69" fmla="*/ 704210 w 1219677"/>
              <a:gd name="connsiteY69" fmla="*/ 42872 h 182911"/>
              <a:gd name="connsiteX70" fmla="*/ 642125 w 1219677"/>
              <a:gd name="connsiteY70" fmla="*/ 80869 h 182911"/>
              <a:gd name="connsiteX71" fmla="*/ 549546 w 1219677"/>
              <a:gd name="connsiteY71" fmla="*/ 179327 h 182911"/>
              <a:gd name="connsiteX72" fmla="*/ 576693 w 1219677"/>
              <a:gd name="connsiteY72" fmla="*/ 179327 h 182911"/>
              <a:gd name="connsiteX73" fmla="*/ 623723 w 1219677"/>
              <a:gd name="connsiteY73" fmla="*/ 46504 h 182911"/>
              <a:gd name="connsiteX74" fmla="*/ 599157 w 1219677"/>
              <a:gd name="connsiteY74" fmla="*/ 46504 h 182911"/>
              <a:gd name="connsiteX75" fmla="*/ 566082 w 1219677"/>
              <a:gd name="connsiteY75" fmla="*/ 147591 h 182911"/>
              <a:gd name="connsiteX76" fmla="*/ 533248 w 1219677"/>
              <a:gd name="connsiteY76" fmla="*/ 46504 h 182911"/>
              <a:gd name="connsiteX77" fmla="*/ 502993 w 1219677"/>
              <a:gd name="connsiteY77" fmla="*/ 46504 h 182911"/>
              <a:gd name="connsiteX78" fmla="*/ 549546 w 1219677"/>
              <a:gd name="connsiteY78" fmla="*/ 179327 h 182911"/>
              <a:gd name="connsiteX79" fmla="*/ 426235 w 1219677"/>
              <a:gd name="connsiteY79" fmla="*/ 64571 h 182911"/>
              <a:gd name="connsiteX80" fmla="*/ 458067 w 1219677"/>
              <a:gd name="connsiteY80" fmla="*/ 112892 h 182911"/>
              <a:gd name="connsiteX81" fmla="*/ 426235 w 1219677"/>
              <a:gd name="connsiteY81" fmla="*/ 160973 h 182911"/>
              <a:gd name="connsiteX82" fmla="*/ 394691 w 1219677"/>
              <a:gd name="connsiteY82" fmla="*/ 112892 h 182911"/>
              <a:gd name="connsiteX83" fmla="*/ 426235 w 1219677"/>
              <a:gd name="connsiteY83" fmla="*/ 64571 h 182911"/>
              <a:gd name="connsiteX84" fmla="*/ 426235 w 1219677"/>
              <a:gd name="connsiteY84" fmla="*/ 42872 h 182911"/>
              <a:gd name="connsiteX85" fmla="*/ 362954 w 1219677"/>
              <a:gd name="connsiteY85" fmla="*/ 112892 h 182911"/>
              <a:gd name="connsiteX86" fmla="*/ 426235 w 1219677"/>
              <a:gd name="connsiteY86" fmla="*/ 182911 h 182911"/>
              <a:gd name="connsiteX87" fmla="*/ 489802 w 1219677"/>
              <a:gd name="connsiteY87" fmla="*/ 112892 h 182911"/>
              <a:gd name="connsiteX88" fmla="*/ 426235 w 1219677"/>
              <a:gd name="connsiteY88" fmla="*/ 42872 h 182911"/>
              <a:gd name="connsiteX89" fmla="*/ 224302 w 1219677"/>
              <a:gd name="connsiteY89" fmla="*/ 46504 h 182911"/>
              <a:gd name="connsiteX90" fmla="*/ 224302 w 1219677"/>
              <a:gd name="connsiteY90" fmla="*/ 179327 h 182911"/>
              <a:gd name="connsiteX91" fmla="*/ 253456 w 1219677"/>
              <a:gd name="connsiteY91" fmla="*/ 179327 h 182911"/>
              <a:gd name="connsiteX92" fmla="*/ 253456 w 1219677"/>
              <a:gd name="connsiteY92" fmla="*/ 103333 h 182911"/>
              <a:gd name="connsiteX93" fmla="*/ 284236 w 1219677"/>
              <a:gd name="connsiteY93" fmla="*/ 65575 h 182911"/>
              <a:gd name="connsiteX94" fmla="*/ 306699 w 1219677"/>
              <a:gd name="connsiteY94" fmla="*/ 94538 h 182911"/>
              <a:gd name="connsiteX95" fmla="*/ 306699 w 1219677"/>
              <a:gd name="connsiteY95" fmla="*/ 179279 h 182911"/>
              <a:gd name="connsiteX96" fmla="*/ 335903 w 1219677"/>
              <a:gd name="connsiteY96" fmla="*/ 179279 h 182911"/>
              <a:gd name="connsiteX97" fmla="*/ 335903 w 1219677"/>
              <a:gd name="connsiteY97" fmla="*/ 94299 h 182911"/>
              <a:gd name="connsiteX98" fmla="*/ 292792 w 1219677"/>
              <a:gd name="connsiteY98" fmla="*/ 42872 h 182911"/>
              <a:gd name="connsiteX99" fmla="*/ 251688 w 1219677"/>
              <a:gd name="connsiteY99" fmla="*/ 69207 h 182911"/>
              <a:gd name="connsiteX100" fmla="*/ 251640 w 1219677"/>
              <a:gd name="connsiteY100" fmla="*/ 46457 h 182911"/>
              <a:gd name="connsiteX101" fmla="*/ 224302 w 1219677"/>
              <a:gd name="connsiteY101" fmla="*/ 46457 h 182911"/>
              <a:gd name="connsiteX102" fmla="*/ 77189 w 1219677"/>
              <a:gd name="connsiteY102" fmla="*/ 46504 h 182911"/>
              <a:gd name="connsiteX103" fmla="*/ 77189 w 1219677"/>
              <a:gd name="connsiteY103" fmla="*/ 179327 h 182911"/>
              <a:gd name="connsiteX104" fmla="*/ 106391 w 1219677"/>
              <a:gd name="connsiteY104" fmla="*/ 179327 h 182911"/>
              <a:gd name="connsiteX105" fmla="*/ 106391 w 1219677"/>
              <a:gd name="connsiteY105" fmla="*/ 103333 h 182911"/>
              <a:gd name="connsiteX106" fmla="*/ 137172 w 1219677"/>
              <a:gd name="connsiteY106" fmla="*/ 65575 h 182911"/>
              <a:gd name="connsiteX107" fmla="*/ 159635 w 1219677"/>
              <a:gd name="connsiteY107" fmla="*/ 94538 h 182911"/>
              <a:gd name="connsiteX108" fmla="*/ 159635 w 1219677"/>
              <a:gd name="connsiteY108" fmla="*/ 179279 h 182911"/>
              <a:gd name="connsiteX109" fmla="*/ 188838 w 1219677"/>
              <a:gd name="connsiteY109" fmla="*/ 179279 h 182911"/>
              <a:gd name="connsiteX110" fmla="*/ 188838 w 1219677"/>
              <a:gd name="connsiteY110" fmla="*/ 94299 h 182911"/>
              <a:gd name="connsiteX111" fmla="*/ 145679 w 1219677"/>
              <a:gd name="connsiteY111" fmla="*/ 42872 h 182911"/>
              <a:gd name="connsiteX112" fmla="*/ 104623 w 1219677"/>
              <a:gd name="connsiteY112" fmla="*/ 69207 h 182911"/>
              <a:gd name="connsiteX113" fmla="*/ 104575 w 1219677"/>
              <a:gd name="connsiteY113" fmla="*/ 46457 h 182911"/>
              <a:gd name="connsiteX114" fmla="*/ 77189 w 1219677"/>
              <a:gd name="connsiteY114" fmla="*/ 46457 h 182911"/>
              <a:gd name="connsiteX115" fmla="*/ 0 w 1219677"/>
              <a:gd name="connsiteY115" fmla="*/ 179327 h 182911"/>
              <a:gd name="connsiteX116" fmla="*/ 30207 w 1219677"/>
              <a:gd name="connsiteY116" fmla="*/ 179327 h 182911"/>
              <a:gd name="connsiteX117" fmla="*/ 30207 w 1219677"/>
              <a:gd name="connsiteY117" fmla="*/ 46504 h 182911"/>
              <a:gd name="connsiteX118" fmla="*/ 0 w 1219677"/>
              <a:gd name="connsiteY118" fmla="*/ 46504 h 182911"/>
              <a:gd name="connsiteX119" fmla="*/ 0 w 1219677"/>
              <a:gd name="connsiteY119" fmla="*/ 179327 h 182911"/>
              <a:gd name="connsiteX120" fmla="*/ 0 w 1219677"/>
              <a:gd name="connsiteY120" fmla="*/ 24758 h 182911"/>
              <a:gd name="connsiteX121" fmla="*/ 30207 w 1219677"/>
              <a:gd name="connsiteY121" fmla="*/ 24758 h 182911"/>
              <a:gd name="connsiteX122" fmla="*/ 30207 w 1219677"/>
              <a:gd name="connsiteY122" fmla="*/ 0 h 182911"/>
              <a:gd name="connsiteX123" fmla="*/ 0 w 1219677"/>
              <a:gd name="connsiteY123" fmla="*/ 0 h 182911"/>
              <a:gd name="connsiteX124" fmla="*/ 0 w 1219677"/>
              <a:gd name="connsiteY124" fmla="*/ 24758 h 182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</a:cxnLst>
            <a:rect l="l" t="t" r="r" b="b"/>
            <a:pathLst>
              <a:path w="1219677" h="182911">
                <a:moveTo>
                  <a:pt x="1107982" y="46504"/>
                </a:moveTo>
                <a:lnTo>
                  <a:pt x="1107982" y="179327"/>
                </a:lnTo>
                <a:lnTo>
                  <a:pt x="1137184" y="179327"/>
                </a:lnTo>
                <a:lnTo>
                  <a:pt x="1137184" y="103333"/>
                </a:lnTo>
                <a:cubicBezTo>
                  <a:pt x="1137232" y="80343"/>
                  <a:pt x="1150662" y="65575"/>
                  <a:pt x="1167964" y="65575"/>
                </a:cubicBezTo>
                <a:cubicBezTo>
                  <a:pt x="1182445" y="65575"/>
                  <a:pt x="1190476" y="75373"/>
                  <a:pt x="1190476" y="94538"/>
                </a:cubicBezTo>
                <a:lnTo>
                  <a:pt x="1190476" y="179279"/>
                </a:lnTo>
                <a:lnTo>
                  <a:pt x="1219678" y="179279"/>
                </a:lnTo>
                <a:lnTo>
                  <a:pt x="1219678" y="94299"/>
                </a:lnTo>
                <a:cubicBezTo>
                  <a:pt x="1219678" y="59935"/>
                  <a:pt x="1205483" y="42872"/>
                  <a:pt x="1176519" y="42872"/>
                </a:cubicBezTo>
                <a:cubicBezTo>
                  <a:pt x="1158691" y="42872"/>
                  <a:pt x="1144975" y="51666"/>
                  <a:pt x="1135416" y="69207"/>
                </a:cubicBezTo>
                <a:lnTo>
                  <a:pt x="1135368" y="46457"/>
                </a:lnTo>
                <a:lnTo>
                  <a:pt x="1107982" y="46457"/>
                </a:lnTo>
                <a:close/>
                <a:moveTo>
                  <a:pt x="1017171" y="64571"/>
                </a:moveTo>
                <a:cubicBezTo>
                  <a:pt x="1036576" y="64571"/>
                  <a:pt x="1048954" y="81873"/>
                  <a:pt x="1048954" y="112892"/>
                </a:cubicBezTo>
                <a:cubicBezTo>
                  <a:pt x="1048954" y="143911"/>
                  <a:pt x="1036576" y="160973"/>
                  <a:pt x="1017171" y="160973"/>
                </a:cubicBezTo>
                <a:cubicBezTo>
                  <a:pt x="997527" y="160973"/>
                  <a:pt x="985626" y="144150"/>
                  <a:pt x="985626" y="112892"/>
                </a:cubicBezTo>
                <a:cubicBezTo>
                  <a:pt x="985626" y="81634"/>
                  <a:pt x="997479" y="64571"/>
                  <a:pt x="1017171" y="64571"/>
                </a:cubicBezTo>
                <a:moveTo>
                  <a:pt x="1017171" y="42872"/>
                </a:moveTo>
                <a:cubicBezTo>
                  <a:pt x="979652" y="42872"/>
                  <a:pt x="953843" y="70259"/>
                  <a:pt x="953843" y="112892"/>
                </a:cubicBezTo>
                <a:cubicBezTo>
                  <a:pt x="953843" y="155573"/>
                  <a:pt x="979413" y="182911"/>
                  <a:pt x="1017171" y="182911"/>
                </a:cubicBezTo>
                <a:cubicBezTo>
                  <a:pt x="1054929" y="182911"/>
                  <a:pt x="1080739" y="155573"/>
                  <a:pt x="1080739" y="112892"/>
                </a:cubicBezTo>
                <a:cubicBezTo>
                  <a:pt x="1080739" y="70259"/>
                  <a:pt x="1054881" y="42872"/>
                  <a:pt x="1017171" y="42872"/>
                </a:cubicBezTo>
                <a:moveTo>
                  <a:pt x="896633" y="179327"/>
                </a:moveTo>
                <a:lnTo>
                  <a:pt x="926838" y="179327"/>
                </a:lnTo>
                <a:lnTo>
                  <a:pt x="926838" y="46504"/>
                </a:lnTo>
                <a:lnTo>
                  <a:pt x="896633" y="46504"/>
                </a:lnTo>
                <a:lnTo>
                  <a:pt x="896633" y="179327"/>
                </a:lnTo>
                <a:close/>
                <a:moveTo>
                  <a:pt x="896633" y="24758"/>
                </a:moveTo>
                <a:lnTo>
                  <a:pt x="926838" y="24758"/>
                </a:lnTo>
                <a:lnTo>
                  <a:pt x="926838" y="0"/>
                </a:lnTo>
                <a:lnTo>
                  <a:pt x="896633" y="0"/>
                </a:lnTo>
                <a:lnTo>
                  <a:pt x="896633" y="24758"/>
                </a:lnTo>
                <a:close/>
                <a:moveTo>
                  <a:pt x="831775" y="9798"/>
                </a:moveTo>
                <a:lnTo>
                  <a:pt x="803862" y="12092"/>
                </a:lnTo>
                <a:lnTo>
                  <a:pt x="802859" y="46457"/>
                </a:lnTo>
                <a:lnTo>
                  <a:pt x="779821" y="46457"/>
                </a:lnTo>
                <a:lnTo>
                  <a:pt x="779821" y="66865"/>
                </a:lnTo>
                <a:lnTo>
                  <a:pt x="802046" y="66865"/>
                </a:lnTo>
                <a:lnTo>
                  <a:pt x="802046" y="133300"/>
                </a:lnTo>
                <a:cubicBezTo>
                  <a:pt x="802046" y="167904"/>
                  <a:pt x="812131" y="182863"/>
                  <a:pt x="843867" y="182863"/>
                </a:cubicBezTo>
                <a:cubicBezTo>
                  <a:pt x="850845" y="182863"/>
                  <a:pt x="857823" y="181812"/>
                  <a:pt x="865088" y="180283"/>
                </a:cubicBezTo>
                <a:lnTo>
                  <a:pt x="865088" y="157293"/>
                </a:lnTo>
                <a:cubicBezTo>
                  <a:pt x="859925" y="158584"/>
                  <a:pt x="855004" y="159109"/>
                  <a:pt x="850319" y="159109"/>
                </a:cubicBezTo>
                <a:cubicBezTo>
                  <a:pt x="834547" y="159109"/>
                  <a:pt x="831727" y="150602"/>
                  <a:pt x="831727" y="131197"/>
                </a:cubicBezTo>
                <a:lnTo>
                  <a:pt x="831727" y="66913"/>
                </a:lnTo>
                <a:lnTo>
                  <a:pt x="861407" y="66913"/>
                </a:lnTo>
                <a:lnTo>
                  <a:pt x="861407" y="46504"/>
                </a:lnTo>
                <a:lnTo>
                  <a:pt x="831727" y="46504"/>
                </a:lnTo>
                <a:lnTo>
                  <a:pt x="831727" y="9798"/>
                </a:lnTo>
                <a:close/>
                <a:moveTo>
                  <a:pt x="728681" y="113178"/>
                </a:moveTo>
                <a:lnTo>
                  <a:pt x="728681" y="122737"/>
                </a:lnTo>
                <a:cubicBezTo>
                  <a:pt x="728681" y="144484"/>
                  <a:pt x="713195" y="161308"/>
                  <a:pt x="693790" y="161308"/>
                </a:cubicBezTo>
                <a:cubicBezTo>
                  <a:pt x="679022" y="161308"/>
                  <a:pt x="669989" y="153278"/>
                  <a:pt x="669989" y="141377"/>
                </a:cubicBezTo>
                <a:cubicBezTo>
                  <a:pt x="669989" y="122737"/>
                  <a:pt x="687291" y="113178"/>
                  <a:pt x="721990" y="113178"/>
                </a:cubicBezTo>
                <a:lnTo>
                  <a:pt x="728681" y="113178"/>
                </a:lnTo>
                <a:close/>
                <a:moveTo>
                  <a:pt x="642125" y="80869"/>
                </a:moveTo>
                <a:lnTo>
                  <a:pt x="670036" y="84262"/>
                </a:lnTo>
                <a:cubicBezTo>
                  <a:pt x="672857" y="70545"/>
                  <a:pt x="683228" y="63567"/>
                  <a:pt x="701055" y="63567"/>
                </a:cubicBezTo>
                <a:cubicBezTo>
                  <a:pt x="719696" y="63567"/>
                  <a:pt x="728729" y="71549"/>
                  <a:pt x="728729" y="88373"/>
                </a:cubicBezTo>
                <a:lnTo>
                  <a:pt x="728729" y="95351"/>
                </a:lnTo>
                <a:lnTo>
                  <a:pt x="725910" y="95351"/>
                </a:lnTo>
                <a:cubicBezTo>
                  <a:pt x="667169" y="95351"/>
                  <a:pt x="638540" y="110836"/>
                  <a:pt x="638540" y="142907"/>
                </a:cubicBezTo>
                <a:cubicBezTo>
                  <a:pt x="638540" y="166135"/>
                  <a:pt x="656368" y="182672"/>
                  <a:pt x="684231" y="182672"/>
                </a:cubicBezTo>
                <a:cubicBezTo>
                  <a:pt x="704163" y="182672"/>
                  <a:pt x="720221" y="173400"/>
                  <a:pt x="729255" y="156337"/>
                </a:cubicBezTo>
                <a:cubicBezTo>
                  <a:pt x="729494" y="164845"/>
                  <a:pt x="730306" y="172396"/>
                  <a:pt x="732074" y="179327"/>
                </a:cubicBezTo>
                <a:lnTo>
                  <a:pt x="761804" y="179327"/>
                </a:lnTo>
                <a:cubicBezTo>
                  <a:pt x="758935" y="172396"/>
                  <a:pt x="757932" y="163602"/>
                  <a:pt x="757932" y="152992"/>
                </a:cubicBezTo>
                <a:lnTo>
                  <a:pt x="757932" y="95064"/>
                </a:lnTo>
                <a:cubicBezTo>
                  <a:pt x="757932" y="58883"/>
                  <a:pt x="742686" y="42872"/>
                  <a:pt x="704210" y="42872"/>
                </a:cubicBezTo>
                <a:cubicBezTo>
                  <a:pt x="668985" y="42872"/>
                  <a:pt x="648051" y="55777"/>
                  <a:pt x="642125" y="80869"/>
                </a:cubicBezTo>
                <a:moveTo>
                  <a:pt x="549546" y="179327"/>
                </a:moveTo>
                <a:lnTo>
                  <a:pt x="576693" y="179327"/>
                </a:lnTo>
                <a:lnTo>
                  <a:pt x="623723" y="46504"/>
                </a:lnTo>
                <a:lnTo>
                  <a:pt x="599157" y="46504"/>
                </a:lnTo>
                <a:lnTo>
                  <a:pt x="566082" y="147591"/>
                </a:lnTo>
                <a:lnTo>
                  <a:pt x="533248" y="46504"/>
                </a:lnTo>
                <a:lnTo>
                  <a:pt x="502993" y="46504"/>
                </a:lnTo>
                <a:lnTo>
                  <a:pt x="549546" y="179327"/>
                </a:lnTo>
                <a:close/>
                <a:moveTo>
                  <a:pt x="426235" y="64571"/>
                </a:moveTo>
                <a:cubicBezTo>
                  <a:pt x="445640" y="64571"/>
                  <a:pt x="458067" y="81873"/>
                  <a:pt x="458067" y="112892"/>
                </a:cubicBezTo>
                <a:cubicBezTo>
                  <a:pt x="458067" y="143911"/>
                  <a:pt x="445640" y="160973"/>
                  <a:pt x="426235" y="160973"/>
                </a:cubicBezTo>
                <a:cubicBezTo>
                  <a:pt x="406592" y="160973"/>
                  <a:pt x="394691" y="144150"/>
                  <a:pt x="394691" y="112892"/>
                </a:cubicBezTo>
                <a:cubicBezTo>
                  <a:pt x="394738" y="81634"/>
                  <a:pt x="406592" y="64571"/>
                  <a:pt x="426235" y="64571"/>
                </a:cubicBezTo>
                <a:moveTo>
                  <a:pt x="426235" y="42872"/>
                </a:moveTo>
                <a:cubicBezTo>
                  <a:pt x="388764" y="42872"/>
                  <a:pt x="362954" y="70259"/>
                  <a:pt x="362954" y="112892"/>
                </a:cubicBezTo>
                <a:cubicBezTo>
                  <a:pt x="362954" y="155573"/>
                  <a:pt x="388477" y="182911"/>
                  <a:pt x="426235" y="182911"/>
                </a:cubicBezTo>
                <a:cubicBezTo>
                  <a:pt x="463993" y="182911"/>
                  <a:pt x="489802" y="155573"/>
                  <a:pt x="489802" y="112892"/>
                </a:cubicBezTo>
                <a:cubicBezTo>
                  <a:pt x="489802" y="70259"/>
                  <a:pt x="463993" y="42872"/>
                  <a:pt x="426235" y="42872"/>
                </a:cubicBezTo>
                <a:moveTo>
                  <a:pt x="224302" y="46504"/>
                </a:moveTo>
                <a:lnTo>
                  <a:pt x="224302" y="179327"/>
                </a:lnTo>
                <a:lnTo>
                  <a:pt x="253456" y="179327"/>
                </a:lnTo>
                <a:lnTo>
                  <a:pt x="253456" y="103333"/>
                </a:lnTo>
                <a:cubicBezTo>
                  <a:pt x="253504" y="80343"/>
                  <a:pt x="266982" y="65575"/>
                  <a:pt x="284236" y="65575"/>
                </a:cubicBezTo>
                <a:cubicBezTo>
                  <a:pt x="298718" y="65575"/>
                  <a:pt x="306699" y="75373"/>
                  <a:pt x="306699" y="94538"/>
                </a:cubicBezTo>
                <a:lnTo>
                  <a:pt x="306699" y="179279"/>
                </a:lnTo>
                <a:lnTo>
                  <a:pt x="335903" y="179279"/>
                </a:lnTo>
                <a:lnTo>
                  <a:pt x="335903" y="94299"/>
                </a:lnTo>
                <a:cubicBezTo>
                  <a:pt x="335903" y="59935"/>
                  <a:pt x="321708" y="42872"/>
                  <a:pt x="292792" y="42872"/>
                </a:cubicBezTo>
                <a:cubicBezTo>
                  <a:pt x="274964" y="42872"/>
                  <a:pt x="261247" y="51666"/>
                  <a:pt x="251688" y="69207"/>
                </a:cubicBezTo>
                <a:lnTo>
                  <a:pt x="251640" y="46457"/>
                </a:lnTo>
                <a:lnTo>
                  <a:pt x="224302" y="46457"/>
                </a:lnTo>
                <a:close/>
                <a:moveTo>
                  <a:pt x="77189" y="46504"/>
                </a:moveTo>
                <a:lnTo>
                  <a:pt x="77189" y="179327"/>
                </a:lnTo>
                <a:lnTo>
                  <a:pt x="106391" y="179327"/>
                </a:lnTo>
                <a:lnTo>
                  <a:pt x="106391" y="103333"/>
                </a:lnTo>
                <a:cubicBezTo>
                  <a:pt x="106439" y="80343"/>
                  <a:pt x="119870" y="65575"/>
                  <a:pt x="137172" y="65575"/>
                </a:cubicBezTo>
                <a:cubicBezTo>
                  <a:pt x="151653" y="65575"/>
                  <a:pt x="159635" y="75373"/>
                  <a:pt x="159635" y="94538"/>
                </a:cubicBezTo>
                <a:lnTo>
                  <a:pt x="159635" y="179279"/>
                </a:lnTo>
                <a:lnTo>
                  <a:pt x="188838" y="179279"/>
                </a:lnTo>
                <a:lnTo>
                  <a:pt x="188838" y="94299"/>
                </a:lnTo>
                <a:cubicBezTo>
                  <a:pt x="188838" y="59935"/>
                  <a:pt x="174643" y="42872"/>
                  <a:pt x="145679" y="42872"/>
                </a:cubicBezTo>
                <a:cubicBezTo>
                  <a:pt x="127851" y="42872"/>
                  <a:pt x="114182" y="51666"/>
                  <a:pt x="104623" y="69207"/>
                </a:cubicBezTo>
                <a:lnTo>
                  <a:pt x="104575" y="46457"/>
                </a:lnTo>
                <a:lnTo>
                  <a:pt x="77189" y="46457"/>
                </a:lnTo>
                <a:close/>
                <a:moveTo>
                  <a:pt x="0" y="179327"/>
                </a:moveTo>
                <a:lnTo>
                  <a:pt x="30207" y="179327"/>
                </a:lnTo>
                <a:lnTo>
                  <a:pt x="30207" y="46504"/>
                </a:lnTo>
                <a:lnTo>
                  <a:pt x="0" y="46504"/>
                </a:lnTo>
                <a:lnTo>
                  <a:pt x="0" y="179327"/>
                </a:lnTo>
                <a:close/>
                <a:moveTo>
                  <a:pt x="0" y="24758"/>
                </a:moveTo>
                <a:lnTo>
                  <a:pt x="30207" y="24758"/>
                </a:lnTo>
                <a:lnTo>
                  <a:pt x="30207" y="0"/>
                </a:lnTo>
                <a:lnTo>
                  <a:pt x="0" y="0"/>
                </a:lnTo>
                <a:lnTo>
                  <a:pt x="0" y="24758"/>
                </a:lnTo>
                <a:close/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03" name="Vrije vorm: vorm 202">
            <a:extLst>
              <a:ext uri="{FF2B5EF4-FFF2-40B4-BE49-F238E27FC236}">
                <a16:creationId xmlns:a16="http://schemas.microsoft.com/office/drawing/2014/main" id="{61507882-5C09-AFEB-B812-B6EAEF4772AD}"/>
              </a:ext>
            </a:extLst>
          </p:cNvPr>
          <p:cNvSpPr/>
          <p:nvPr userDrawn="1"/>
        </p:nvSpPr>
        <p:spPr>
          <a:xfrm>
            <a:off x="7536165" y="3480414"/>
            <a:ext cx="568159" cy="331869"/>
          </a:xfrm>
          <a:custGeom>
            <a:avLst/>
            <a:gdLst>
              <a:gd name="connsiteX0" fmla="*/ 283398 w 568159"/>
              <a:gd name="connsiteY0" fmla="*/ 120492 h 331869"/>
              <a:gd name="connsiteX1" fmla="*/ 227076 w 568159"/>
              <a:gd name="connsiteY1" fmla="*/ 206853 h 331869"/>
              <a:gd name="connsiteX2" fmla="*/ 283398 w 568159"/>
              <a:gd name="connsiteY2" fmla="*/ 292700 h 331869"/>
              <a:gd name="connsiteX3" fmla="*/ 340230 w 568159"/>
              <a:gd name="connsiteY3" fmla="*/ 206853 h 331869"/>
              <a:gd name="connsiteX4" fmla="*/ 283398 w 568159"/>
              <a:gd name="connsiteY4" fmla="*/ 120492 h 331869"/>
              <a:gd name="connsiteX5" fmla="*/ 555700 w 568159"/>
              <a:gd name="connsiteY5" fmla="*/ 81752 h 331869"/>
              <a:gd name="connsiteX6" fmla="*/ 568159 w 568159"/>
              <a:gd name="connsiteY6" fmla="*/ 82263 h 331869"/>
              <a:gd name="connsiteX7" fmla="*/ 568159 w 568159"/>
              <a:gd name="connsiteY7" fmla="*/ 133378 h 331869"/>
              <a:gd name="connsiteX8" fmla="*/ 556638 w 568159"/>
              <a:gd name="connsiteY8" fmla="*/ 132867 h 331869"/>
              <a:gd name="connsiteX9" fmla="*/ 493406 w 568159"/>
              <a:gd name="connsiteY9" fmla="*/ 207706 h 331869"/>
              <a:gd name="connsiteX10" fmla="*/ 493406 w 568159"/>
              <a:gd name="connsiteY10" fmla="*/ 325297 h 331869"/>
              <a:gd name="connsiteX11" fmla="*/ 440413 w 568159"/>
              <a:gd name="connsiteY11" fmla="*/ 325297 h 331869"/>
              <a:gd name="connsiteX12" fmla="*/ 440413 w 568159"/>
              <a:gd name="connsiteY12" fmla="*/ 88151 h 331869"/>
              <a:gd name="connsiteX13" fmla="*/ 488798 w 568159"/>
              <a:gd name="connsiteY13" fmla="*/ 88151 h 331869"/>
              <a:gd name="connsiteX14" fmla="*/ 488798 w 568159"/>
              <a:gd name="connsiteY14" fmla="*/ 139352 h 331869"/>
              <a:gd name="connsiteX15" fmla="*/ 555700 w 568159"/>
              <a:gd name="connsiteY15" fmla="*/ 81752 h 331869"/>
              <a:gd name="connsiteX16" fmla="*/ 283398 w 568159"/>
              <a:gd name="connsiteY16" fmla="*/ 81752 h 331869"/>
              <a:gd name="connsiteX17" fmla="*/ 396893 w 568159"/>
              <a:gd name="connsiteY17" fmla="*/ 206853 h 331869"/>
              <a:gd name="connsiteX18" fmla="*/ 283398 w 568159"/>
              <a:gd name="connsiteY18" fmla="*/ 331869 h 331869"/>
              <a:gd name="connsiteX19" fmla="*/ 170413 w 568159"/>
              <a:gd name="connsiteY19" fmla="*/ 206853 h 331869"/>
              <a:gd name="connsiteX20" fmla="*/ 283398 w 568159"/>
              <a:gd name="connsiteY20" fmla="*/ 81752 h 331869"/>
              <a:gd name="connsiteX21" fmla="*/ 115372 w 568159"/>
              <a:gd name="connsiteY21" fmla="*/ 0 h 331869"/>
              <a:gd name="connsiteX22" fmla="*/ 161027 w 568159"/>
              <a:gd name="connsiteY22" fmla="*/ 4182 h 331869"/>
              <a:gd name="connsiteX23" fmla="*/ 161113 w 568159"/>
              <a:gd name="connsiteY23" fmla="*/ 4182 h 331869"/>
              <a:gd name="connsiteX24" fmla="*/ 161113 w 568159"/>
              <a:gd name="connsiteY24" fmla="*/ 42924 h 331869"/>
              <a:gd name="connsiteX25" fmla="*/ 129709 w 568159"/>
              <a:gd name="connsiteY25" fmla="*/ 39682 h 331869"/>
              <a:gd name="connsiteX26" fmla="*/ 90454 w 568159"/>
              <a:gd name="connsiteY26" fmla="*/ 81752 h 331869"/>
              <a:gd name="connsiteX27" fmla="*/ 90454 w 568159"/>
              <a:gd name="connsiteY27" fmla="*/ 88237 h 331869"/>
              <a:gd name="connsiteX28" fmla="*/ 148142 w 568159"/>
              <a:gd name="connsiteY28" fmla="*/ 88237 h 331869"/>
              <a:gd name="connsiteX29" fmla="*/ 148142 w 568159"/>
              <a:gd name="connsiteY29" fmla="*/ 124590 h 331869"/>
              <a:gd name="connsiteX30" fmla="*/ 91393 w 568159"/>
              <a:gd name="connsiteY30" fmla="*/ 124590 h 331869"/>
              <a:gd name="connsiteX31" fmla="*/ 91393 w 568159"/>
              <a:gd name="connsiteY31" fmla="*/ 325297 h 331869"/>
              <a:gd name="connsiteX32" fmla="*/ 39255 w 568159"/>
              <a:gd name="connsiteY32" fmla="*/ 325297 h 331869"/>
              <a:gd name="connsiteX33" fmla="*/ 39255 w 568159"/>
              <a:gd name="connsiteY33" fmla="*/ 124504 h 331869"/>
              <a:gd name="connsiteX34" fmla="*/ 0 w 568159"/>
              <a:gd name="connsiteY34" fmla="*/ 124504 h 331869"/>
              <a:gd name="connsiteX35" fmla="*/ 0 w 568159"/>
              <a:gd name="connsiteY35" fmla="*/ 88151 h 331869"/>
              <a:gd name="connsiteX36" fmla="*/ 39255 w 568159"/>
              <a:gd name="connsiteY36" fmla="*/ 88151 h 331869"/>
              <a:gd name="connsiteX37" fmla="*/ 39255 w 568159"/>
              <a:gd name="connsiteY37" fmla="*/ 83543 h 331869"/>
              <a:gd name="connsiteX38" fmla="*/ 115372 w 568159"/>
              <a:gd name="connsiteY38" fmla="*/ 0 h 331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568159" h="331869">
                <a:moveTo>
                  <a:pt x="283398" y="120492"/>
                </a:moveTo>
                <a:cubicBezTo>
                  <a:pt x="248324" y="120492"/>
                  <a:pt x="227076" y="150872"/>
                  <a:pt x="227076" y="206853"/>
                </a:cubicBezTo>
                <a:cubicBezTo>
                  <a:pt x="227076" y="262662"/>
                  <a:pt x="248324" y="292700"/>
                  <a:pt x="283398" y="292700"/>
                </a:cubicBezTo>
                <a:cubicBezTo>
                  <a:pt x="318042" y="292700"/>
                  <a:pt x="340230" y="262235"/>
                  <a:pt x="340230" y="206853"/>
                </a:cubicBezTo>
                <a:cubicBezTo>
                  <a:pt x="340230" y="151384"/>
                  <a:pt x="318042" y="120492"/>
                  <a:pt x="283398" y="120492"/>
                </a:cubicBezTo>
                <a:close/>
                <a:moveTo>
                  <a:pt x="555700" y="81752"/>
                </a:moveTo>
                <a:cubicBezTo>
                  <a:pt x="559369" y="81752"/>
                  <a:pt x="563551" y="81752"/>
                  <a:pt x="568159" y="82263"/>
                </a:cubicBezTo>
                <a:lnTo>
                  <a:pt x="568159" y="133378"/>
                </a:lnTo>
                <a:cubicBezTo>
                  <a:pt x="563124" y="132867"/>
                  <a:pt x="558943" y="132867"/>
                  <a:pt x="556638" y="132867"/>
                </a:cubicBezTo>
                <a:cubicBezTo>
                  <a:pt x="518408" y="132867"/>
                  <a:pt x="493492" y="161027"/>
                  <a:pt x="493406" y="207706"/>
                </a:cubicBezTo>
                <a:lnTo>
                  <a:pt x="493406" y="325297"/>
                </a:lnTo>
                <a:lnTo>
                  <a:pt x="440413" y="325297"/>
                </a:lnTo>
                <a:lnTo>
                  <a:pt x="440413" y="88151"/>
                </a:lnTo>
                <a:lnTo>
                  <a:pt x="488798" y="88151"/>
                </a:lnTo>
                <a:lnTo>
                  <a:pt x="488798" y="139352"/>
                </a:lnTo>
                <a:cubicBezTo>
                  <a:pt x="500746" y="100610"/>
                  <a:pt x="522420" y="81752"/>
                  <a:pt x="555700" y="81752"/>
                </a:cubicBezTo>
                <a:close/>
                <a:moveTo>
                  <a:pt x="283398" y="81752"/>
                </a:moveTo>
                <a:cubicBezTo>
                  <a:pt x="350812" y="81752"/>
                  <a:pt x="396893" y="130648"/>
                  <a:pt x="396893" y="206853"/>
                </a:cubicBezTo>
                <a:cubicBezTo>
                  <a:pt x="396893" y="282971"/>
                  <a:pt x="350812" y="331869"/>
                  <a:pt x="283398" y="331869"/>
                </a:cubicBezTo>
                <a:cubicBezTo>
                  <a:pt x="216067" y="331869"/>
                  <a:pt x="170413" y="282971"/>
                  <a:pt x="170413" y="206853"/>
                </a:cubicBezTo>
                <a:cubicBezTo>
                  <a:pt x="170413" y="130648"/>
                  <a:pt x="216495" y="81752"/>
                  <a:pt x="283398" y="81752"/>
                </a:cubicBezTo>
                <a:close/>
                <a:moveTo>
                  <a:pt x="115372" y="0"/>
                </a:moveTo>
                <a:cubicBezTo>
                  <a:pt x="131501" y="0"/>
                  <a:pt x="146690" y="939"/>
                  <a:pt x="161027" y="4182"/>
                </a:cubicBezTo>
                <a:lnTo>
                  <a:pt x="161113" y="4182"/>
                </a:lnTo>
                <a:lnTo>
                  <a:pt x="161113" y="42924"/>
                </a:lnTo>
                <a:cubicBezTo>
                  <a:pt x="147715" y="40619"/>
                  <a:pt x="137559" y="39682"/>
                  <a:pt x="129709" y="39682"/>
                </a:cubicBezTo>
                <a:cubicBezTo>
                  <a:pt x="101976" y="39682"/>
                  <a:pt x="90454" y="52651"/>
                  <a:pt x="90454" y="81752"/>
                </a:cubicBezTo>
                <a:lnTo>
                  <a:pt x="90454" y="88237"/>
                </a:lnTo>
                <a:lnTo>
                  <a:pt x="148142" y="88237"/>
                </a:lnTo>
                <a:lnTo>
                  <a:pt x="148142" y="124590"/>
                </a:lnTo>
                <a:lnTo>
                  <a:pt x="91393" y="124590"/>
                </a:lnTo>
                <a:lnTo>
                  <a:pt x="91393" y="325297"/>
                </a:lnTo>
                <a:lnTo>
                  <a:pt x="39255" y="325297"/>
                </a:lnTo>
                <a:lnTo>
                  <a:pt x="39255" y="124504"/>
                </a:lnTo>
                <a:lnTo>
                  <a:pt x="0" y="124504"/>
                </a:lnTo>
                <a:lnTo>
                  <a:pt x="0" y="88151"/>
                </a:lnTo>
                <a:lnTo>
                  <a:pt x="39255" y="88151"/>
                </a:lnTo>
                <a:lnTo>
                  <a:pt x="39255" y="83543"/>
                </a:lnTo>
                <a:cubicBezTo>
                  <a:pt x="39255" y="26710"/>
                  <a:pt x="63233" y="0"/>
                  <a:pt x="115372" y="0"/>
                </a:cubicBezTo>
                <a:close/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04" name="Rechthoek 203">
            <a:extLst>
              <a:ext uri="{FF2B5EF4-FFF2-40B4-BE49-F238E27FC236}">
                <a16:creationId xmlns:a16="http://schemas.microsoft.com/office/drawing/2014/main" id="{D2823E83-337B-EBE8-2DC9-AC1B405239E1}"/>
              </a:ext>
            </a:extLst>
          </p:cNvPr>
          <p:cNvSpPr/>
          <p:nvPr userDrawn="1"/>
        </p:nvSpPr>
        <p:spPr>
          <a:xfrm>
            <a:off x="0" y="0"/>
            <a:ext cx="7397922" cy="6858000"/>
          </a:xfrm>
          <a:prstGeom prst="rect">
            <a:avLst/>
          </a:prstGeom>
          <a:solidFill>
            <a:srgbClr val="F5C8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/>
          </a:p>
        </p:txBody>
      </p:sp>
      <p:sp>
        <p:nvSpPr>
          <p:cNvPr id="87" name="Tijdelijke aanduiding voor tekst 411">
            <a:extLst>
              <a:ext uri="{FF2B5EF4-FFF2-40B4-BE49-F238E27FC236}">
                <a16:creationId xmlns:a16="http://schemas.microsoft.com/office/drawing/2014/main" id="{2DD235E8-9887-7DB1-1767-962D38F47A0D}"/>
              </a:ext>
            </a:extLst>
          </p:cNvPr>
          <p:cNvSpPr txBox="1">
            <a:spLocks/>
          </p:cNvSpPr>
          <p:nvPr userDrawn="1"/>
        </p:nvSpPr>
        <p:spPr>
          <a:xfrm>
            <a:off x="-22812" y="357116"/>
            <a:ext cx="1588678" cy="4539078"/>
          </a:xfrm>
          <a:custGeom>
            <a:avLst/>
            <a:gdLst>
              <a:gd name="connsiteX0" fmla="*/ 0 w 1588678"/>
              <a:gd name="connsiteY0" fmla="*/ 0 h 4539078"/>
              <a:gd name="connsiteX1" fmla="*/ 75652 w 1588678"/>
              <a:gd name="connsiteY1" fmla="*/ 0 h 4539078"/>
              <a:gd name="connsiteX2" fmla="*/ 811307 w 1588678"/>
              <a:gd name="connsiteY2" fmla="*/ 722686 h 4539078"/>
              <a:gd name="connsiteX3" fmla="*/ 1588678 w 1588678"/>
              <a:gd name="connsiteY3" fmla="*/ 1513026 h 4539078"/>
              <a:gd name="connsiteX4" fmla="*/ 811307 w 1588678"/>
              <a:gd name="connsiteY4" fmla="*/ 2303366 h 4539078"/>
              <a:gd name="connsiteX5" fmla="*/ 75652 w 1588678"/>
              <a:gd name="connsiteY5" fmla="*/ 3026052 h 4539078"/>
              <a:gd name="connsiteX6" fmla="*/ 811307 w 1588678"/>
              <a:gd name="connsiteY6" fmla="*/ 3748738 h 4539078"/>
              <a:gd name="connsiteX7" fmla="*/ 1588678 w 1588678"/>
              <a:gd name="connsiteY7" fmla="*/ 4539078 h 4539078"/>
              <a:gd name="connsiteX8" fmla="*/ 1513026 w 1588678"/>
              <a:gd name="connsiteY8" fmla="*/ 4539078 h 4539078"/>
              <a:gd name="connsiteX9" fmla="*/ 777372 w 1588678"/>
              <a:gd name="connsiteY9" fmla="*/ 3816392 h 4539078"/>
              <a:gd name="connsiteX10" fmla="*/ 0 w 1588678"/>
              <a:gd name="connsiteY10" fmla="*/ 3026052 h 4539078"/>
              <a:gd name="connsiteX11" fmla="*/ 777372 w 1588678"/>
              <a:gd name="connsiteY11" fmla="*/ 2235712 h 4539078"/>
              <a:gd name="connsiteX12" fmla="*/ 1513026 w 1588678"/>
              <a:gd name="connsiteY12" fmla="*/ 1513026 h 4539078"/>
              <a:gd name="connsiteX13" fmla="*/ 777372 w 1588678"/>
              <a:gd name="connsiteY13" fmla="*/ 790340 h 4539078"/>
              <a:gd name="connsiteX14" fmla="*/ 0 w 1588678"/>
              <a:gd name="connsiteY14" fmla="*/ 0 h 453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88678" h="4539078">
                <a:moveTo>
                  <a:pt x="0" y="0"/>
                </a:moveTo>
                <a:lnTo>
                  <a:pt x="75652" y="0"/>
                </a:lnTo>
                <a:cubicBezTo>
                  <a:pt x="75652" y="354913"/>
                  <a:pt x="432942" y="533558"/>
                  <a:pt x="811307" y="722686"/>
                </a:cubicBezTo>
                <a:cubicBezTo>
                  <a:pt x="1193454" y="913760"/>
                  <a:pt x="1588678" y="1111750"/>
                  <a:pt x="1588678" y="1513026"/>
                </a:cubicBezTo>
                <a:cubicBezTo>
                  <a:pt x="1588678" y="1914302"/>
                  <a:pt x="1193454" y="2112292"/>
                  <a:pt x="811307" y="2303366"/>
                </a:cubicBezTo>
                <a:cubicBezTo>
                  <a:pt x="433050" y="2492494"/>
                  <a:pt x="75652" y="2670815"/>
                  <a:pt x="75652" y="3026052"/>
                </a:cubicBezTo>
                <a:cubicBezTo>
                  <a:pt x="75652" y="3381289"/>
                  <a:pt x="432942" y="3559610"/>
                  <a:pt x="811307" y="3748738"/>
                </a:cubicBezTo>
                <a:cubicBezTo>
                  <a:pt x="1193454" y="3939812"/>
                  <a:pt x="1588678" y="4137478"/>
                  <a:pt x="1588678" y="4539078"/>
                </a:cubicBezTo>
                <a:lnTo>
                  <a:pt x="1513026" y="4539078"/>
                </a:lnTo>
                <a:cubicBezTo>
                  <a:pt x="1513026" y="4184166"/>
                  <a:pt x="1155736" y="4005520"/>
                  <a:pt x="777372" y="3816392"/>
                </a:cubicBezTo>
                <a:cubicBezTo>
                  <a:pt x="395225" y="3625319"/>
                  <a:pt x="0" y="3427328"/>
                  <a:pt x="0" y="3026052"/>
                </a:cubicBezTo>
                <a:cubicBezTo>
                  <a:pt x="0" y="2624776"/>
                  <a:pt x="395225" y="2426786"/>
                  <a:pt x="777372" y="2235712"/>
                </a:cubicBezTo>
                <a:cubicBezTo>
                  <a:pt x="1155628" y="2046584"/>
                  <a:pt x="1513026" y="1868263"/>
                  <a:pt x="1513026" y="1513026"/>
                </a:cubicBezTo>
                <a:cubicBezTo>
                  <a:pt x="1513026" y="1157789"/>
                  <a:pt x="1155736" y="979468"/>
                  <a:pt x="777372" y="790340"/>
                </a:cubicBezTo>
                <a:cubicBezTo>
                  <a:pt x="395225" y="599266"/>
                  <a:pt x="0" y="401600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FFF9E0">
                  <a:alpha val="19000"/>
                </a:srgbClr>
              </a:gs>
              <a:gs pos="50000">
                <a:srgbClr val="FFF9E0">
                  <a:alpha val="49804"/>
                </a:srgbClr>
              </a:gs>
              <a:gs pos="100000">
                <a:srgbClr val="FFF9E0">
                  <a:alpha val="0"/>
                </a:srgbClr>
              </a:gs>
            </a:gsLst>
            <a:lin ang="5400000" scaled="1"/>
          </a:gra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0850" indent="-2730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2682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1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 b="1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4013" indent="-35401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6575" indent="-2682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i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 </a:t>
            </a:r>
          </a:p>
        </p:txBody>
      </p:sp>
      <p:sp>
        <p:nvSpPr>
          <p:cNvPr id="43" name="Vrije vorm: vorm 42">
            <a:extLst>
              <a:ext uri="{FF2B5EF4-FFF2-40B4-BE49-F238E27FC236}">
                <a16:creationId xmlns:a16="http://schemas.microsoft.com/office/drawing/2014/main" id="{4E5C3AE7-6AAB-6EA4-9D49-942D82E1682F}"/>
              </a:ext>
            </a:extLst>
          </p:cNvPr>
          <p:cNvSpPr/>
          <p:nvPr/>
        </p:nvSpPr>
        <p:spPr>
          <a:xfrm>
            <a:off x="1436100" y="268654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49695 w 167268"/>
              <a:gd name="connsiteY6" fmla="*/ 84117 h 167268"/>
              <a:gd name="connsiteX7" fmla="*/ 59732 w 167268"/>
              <a:gd name="connsiteY7" fmla="*/ 59732 h 167268"/>
              <a:gd name="connsiteX8" fmla="*/ 107523 w 167268"/>
              <a:gd name="connsiteY8" fmla="*/ 59732 h 167268"/>
              <a:gd name="connsiteX9" fmla="*/ 107523 w 167268"/>
              <a:gd name="connsiteY9" fmla="*/ 107523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7350"/>
                  <a:pt x="49959" y="102591"/>
                  <a:pt x="49695" y="84117"/>
                </a:cubicBezTo>
                <a:cubicBezTo>
                  <a:pt x="49552" y="74957"/>
                  <a:pt x="53185" y="66143"/>
                  <a:pt x="59732" y="59732"/>
                </a:cubicBezTo>
                <a:cubicBezTo>
                  <a:pt x="72934" y="46534"/>
                  <a:pt x="94321" y="46534"/>
                  <a:pt x="107523" y="59732"/>
                </a:cubicBezTo>
                <a:cubicBezTo>
                  <a:pt x="120725" y="72929"/>
                  <a:pt x="120725" y="94325"/>
                  <a:pt x="107523" y="107523"/>
                </a:cubicBezTo>
                <a:cubicBezTo>
                  <a:pt x="101131" y="113745"/>
                  <a:pt x="92540" y="117182"/>
                  <a:pt x="83627" y="117081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GB"/>
          </a:p>
        </p:txBody>
      </p:sp>
      <p:sp>
        <p:nvSpPr>
          <p:cNvPr id="45" name="Vrije vorm: vorm 44">
            <a:extLst>
              <a:ext uri="{FF2B5EF4-FFF2-40B4-BE49-F238E27FC236}">
                <a16:creationId xmlns:a16="http://schemas.microsoft.com/office/drawing/2014/main" id="{C4C69539-A594-FD56-6A35-58FF5FCE785E}"/>
              </a:ext>
            </a:extLst>
          </p:cNvPr>
          <p:cNvSpPr/>
          <p:nvPr/>
        </p:nvSpPr>
        <p:spPr>
          <a:xfrm>
            <a:off x="2955752" y="268654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49695 w 167268"/>
              <a:gd name="connsiteY6" fmla="*/ 84117 h 167268"/>
              <a:gd name="connsiteX7" fmla="*/ 59732 w 167268"/>
              <a:gd name="connsiteY7" fmla="*/ 59732 h 167268"/>
              <a:gd name="connsiteX8" fmla="*/ 107523 w 167268"/>
              <a:gd name="connsiteY8" fmla="*/ 59732 h 167268"/>
              <a:gd name="connsiteX9" fmla="*/ 107523 w 167268"/>
              <a:gd name="connsiteY9" fmla="*/ 107523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7350"/>
                  <a:pt x="49959" y="102591"/>
                  <a:pt x="49695" y="84117"/>
                </a:cubicBezTo>
                <a:cubicBezTo>
                  <a:pt x="49552" y="74957"/>
                  <a:pt x="53185" y="66143"/>
                  <a:pt x="59732" y="59732"/>
                </a:cubicBezTo>
                <a:cubicBezTo>
                  <a:pt x="72934" y="46534"/>
                  <a:pt x="94321" y="46534"/>
                  <a:pt x="107523" y="59732"/>
                </a:cubicBezTo>
                <a:cubicBezTo>
                  <a:pt x="120725" y="72929"/>
                  <a:pt x="120725" y="94325"/>
                  <a:pt x="107523" y="107523"/>
                </a:cubicBezTo>
                <a:cubicBezTo>
                  <a:pt x="101131" y="113745"/>
                  <a:pt x="92540" y="117182"/>
                  <a:pt x="83627" y="117081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GB"/>
          </a:p>
        </p:txBody>
      </p:sp>
      <p:grpSp>
        <p:nvGrpSpPr>
          <p:cNvPr id="163" name="Groep 162">
            <a:extLst>
              <a:ext uri="{FF2B5EF4-FFF2-40B4-BE49-F238E27FC236}">
                <a16:creationId xmlns:a16="http://schemas.microsoft.com/office/drawing/2014/main" id="{8731AB22-EB0B-7705-3405-9855734AEAE6}"/>
              </a:ext>
            </a:extLst>
          </p:cNvPr>
          <p:cNvGrpSpPr/>
          <p:nvPr userDrawn="1"/>
        </p:nvGrpSpPr>
        <p:grpSpPr>
          <a:xfrm>
            <a:off x="676275" y="1028479"/>
            <a:ext cx="151965" cy="151965"/>
            <a:chOff x="676275" y="1028479"/>
            <a:chExt cx="151965" cy="151965"/>
          </a:xfrm>
        </p:grpSpPr>
        <p:sp>
          <p:nvSpPr>
            <p:cNvPr id="54" name="Vrije vorm: vorm 53">
              <a:extLst>
                <a:ext uri="{FF2B5EF4-FFF2-40B4-BE49-F238E27FC236}">
                  <a16:creationId xmlns:a16="http://schemas.microsoft.com/office/drawing/2014/main" id="{B721ED27-068D-A9AD-5F1D-E603301402F7}"/>
                </a:ext>
              </a:extLst>
            </p:cNvPr>
            <p:cNvSpPr/>
            <p:nvPr/>
          </p:nvSpPr>
          <p:spPr>
            <a:xfrm>
              <a:off x="676275" y="1028479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5" name="Vrije vorm: vorm 54">
              <a:extLst>
                <a:ext uri="{FF2B5EF4-FFF2-40B4-BE49-F238E27FC236}">
                  <a16:creationId xmlns:a16="http://schemas.microsoft.com/office/drawing/2014/main" id="{3EC05E37-E9A5-5895-70A3-26FBCAC9FDF8}"/>
                </a:ext>
              </a:extLst>
            </p:cNvPr>
            <p:cNvSpPr/>
            <p:nvPr/>
          </p:nvSpPr>
          <p:spPr>
            <a:xfrm>
              <a:off x="676275" y="1028479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9732 w 167268"/>
                <a:gd name="connsiteY6" fmla="*/ 107284 h 167268"/>
                <a:gd name="connsiteX7" fmla="*/ 59254 w 167268"/>
                <a:gd name="connsiteY7" fmla="*/ 59975 h 167268"/>
                <a:gd name="connsiteX8" fmla="*/ 59732 w 167268"/>
                <a:gd name="connsiteY8" fmla="*/ 59493 h 167268"/>
                <a:gd name="connsiteX9" fmla="*/ 107045 w 167268"/>
                <a:gd name="connsiteY9" fmla="*/ 59010 h 167268"/>
                <a:gd name="connsiteX10" fmla="*/ 107523 w 167268"/>
                <a:gd name="connsiteY10" fmla="*/ 59493 h 167268"/>
                <a:gd name="connsiteX11" fmla="*/ 108001 w 167268"/>
                <a:gd name="connsiteY11" fmla="*/ 106801 h 167268"/>
                <a:gd name="connsiteX12" fmla="*/ 107523 w 167268"/>
                <a:gd name="connsiteY12" fmla="*/ 107284 h 167268"/>
                <a:gd name="connsiteX13" fmla="*/ 83627 w 167268"/>
                <a:gd name="connsiteY13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74678" y="117093"/>
                    <a:pt x="66100" y="113572"/>
                    <a:pt x="59732" y="107284"/>
                  </a:cubicBezTo>
                  <a:cubicBezTo>
                    <a:pt x="46529" y="94354"/>
                    <a:pt x="46315" y="73173"/>
                    <a:pt x="59254" y="59975"/>
                  </a:cubicBezTo>
                  <a:cubicBezTo>
                    <a:pt x="59409" y="59813"/>
                    <a:pt x="59564" y="59652"/>
                    <a:pt x="59732" y="59493"/>
                  </a:cubicBezTo>
                  <a:cubicBezTo>
                    <a:pt x="72659" y="46295"/>
                    <a:pt x="93843" y="46079"/>
                    <a:pt x="107045" y="59010"/>
                  </a:cubicBezTo>
                  <a:cubicBezTo>
                    <a:pt x="107200" y="59169"/>
                    <a:pt x="107367" y="59330"/>
                    <a:pt x="107523" y="59493"/>
                  </a:cubicBezTo>
                  <a:cubicBezTo>
                    <a:pt x="120725" y="72424"/>
                    <a:pt x="120940" y="93603"/>
                    <a:pt x="108001" y="106801"/>
                  </a:cubicBezTo>
                  <a:cubicBezTo>
                    <a:pt x="107845" y="106963"/>
                    <a:pt x="107690" y="107125"/>
                    <a:pt x="107523" y="107284"/>
                  </a:cubicBezTo>
                  <a:cubicBezTo>
                    <a:pt x="101155" y="113572"/>
                    <a:pt x="92576" y="117093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57" name="Groep 156">
            <a:extLst>
              <a:ext uri="{FF2B5EF4-FFF2-40B4-BE49-F238E27FC236}">
                <a16:creationId xmlns:a16="http://schemas.microsoft.com/office/drawing/2014/main" id="{0B80B5B9-7165-F285-68BA-300394543AC2}"/>
              </a:ext>
            </a:extLst>
          </p:cNvPr>
          <p:cNvGrpSpPr/>
          <p:nvPr userDrawn="1"/>
        </p:nvGrpSpPr>
        <p:grpSpPr>
          <a:xfrm>
            <a:off x="2195927" y="1028479"/>
            <a:ext cx="151965" cy="151965"/>
            <a:chOff x="2195927" y="1028479"/>
            <a:chExt cx="151965" cy="151965"/>
          </a:xfrm>
        </p:grpSpPr>
        <p:sp>
          <p:nvSpPr>
            <p:cNvPr id="56" name="Vrije vorm: vorm 55">
              <a:extLst>
                <a:ext uri="{FF2B5EF4-FFF2-40B4-BE49-F238E27FC236}">
                  <a16:creationId xmlns:a16="http://schemas.microsoft.com/office/drawing/2014/main" id="{ECCEBEA7-6B2E-AA98-177C-74E7A9DD60EB}"/>
                </a:ext>
              </a:extLst>
            </p:cNvPr>
            <p:cNvSpPr/>
            <p:nvPr/>
          </p:nvSpPr>
          <p:spPr>
            <a:xfrm>
              <a:off x="2195927" y="1028479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7" name="Vrije vorm: vorm 56">
              <a:extLst>
                <a:ext uri="{FF2B5EF4-FFF2-40B4-BE49-F238E27FC236}">
                  <a16:creationId xmlns:a16="http://schemas.microsoft.com/office/drawing/2014/main" id="{2AF6DBA9-A6EF-A638-E228-9F1A50B158A5}"/>
                </a:ext>
              </a:extLst>
            </p:cNvPr>
            <p:cNvSpPr/>
            <p:nvPr/>
          </p:nvSpPr>
          <p:spPr>
            <a:xfrm>
              <a:off x="2195927" y="1028479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7 h 167268"/>
                <a:gd name="connsiteX7" fmla="*/ 84105 w 167268"/>
                <a:gd name="connsiteY7" fmla="*/ 50175 h 167268"/>
                <a:gd name="connsiteX8" fmla="*/ 117320 w 167268"/>
                <a:gd name="connsiteY8" fmla="*/ 83869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8"/>
                    <a:pt x="50281" y="101863"/>
                    <a:pt x="50412" y="83387"/>
                  </a:cubicBezTo>
                  <a:cubicBezTo>
                    <a:pt x="50544" y="64912"/>
                    <a:pt x="65634" y="50042"/>
                    <a:pt x="84105" y="50175"/>
                  </a:cubicBezTo>
                  <a:cubicBezTo>
                    <a:pt x="102588" y="50309"/>
                    <a:pt x="117451" y="65393"/>
                    <a:pt x="117320" y="83869"/>
                  </a:cubicBezTo>
                  <a:cubicBezTo>
                    <a:pt x="117260" y="92657"/>
                    <a:pt x="113736" y="101068"/>
                    <a:pt x="107523" y="107284"/>
                  </a:cubicBezTo>
                  <a:cubicBezTo>
                    <a:pt x="101178" y="113593"/>
                    <a:pt x="92576" y="117119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2" name="Groep 161">
            <a:extLst>
              <a:ext uri="{FF2B5EF4-FFF2-40B4-BE49-F238E27FC236}">
                <a16:creationId xmlns:a16="http://schemas.microsoft.com/office/drawing/2014/main" id="{7B7D2BA0-D05A-A0A2-0B6B-6A26CC015F37}"/>
              </a:ext>
            </a:extLst>
          </p:cNvPr>
          <p:cNvGrpSpPr/>
          <p:nvPr userDrawn="1"/>
        </p:nvGrpSpPr>
        <p:grpSpPr>
          <a:xfrm>
            <a:off x="1436100" y="1788305"/>
            <a:ext cx="151965" cy="151965"/>
            <a:chOff x="1436100" y="1788305"/>
            <a:chExt cx="151965" cy="151965"/>
          </a:xfrm>
        </p:grpSpPr>
        <p:sp>
          <p:nvSpPr>
            <p:cNvPr id="68" name="Vrije vorm: vorm 67">
              <a:extLst>
                <a:ext uri="{FF2B5EF4-FFF2-40B4-BE49-F238E27FC236}">
                  <a16:creationId xmlns:a16="http://schemas.microsoft.com/office/drawing/2014/main" id="{8A125716-26D8-31F5-8C30-D9F2919D2C94}"/>
                </a:ext>
              </a:extLst>
            </p:cNvPr>
            <p:cNvSpPr/>
            <p:nvPr/>
          </p:nvSpPr>
          <p:spPr>
            <a:xfrm>
              <a:off x="1436100" y="178830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9" name="Vrije vorm: vorm 68">
              <a:extLst>
                <a:ext uri="{FF2B5EF4-FFF2-40B4-BE49-F238E27FC236}">
                  <a16:creationId xmlns:a16="http://schemas.microsoft.com/office/drawing/2014/main" id="{BB004EFC-EFCE-790B-285E-3BE07FAE7556}"/>
                </a:ext>
              </a:extLst>
            </p:cNvPr>
            <p:cNvSpPr/>
            <p:nvPr/>
          </p:nvSpPr>
          <p:spPr>
            <a:xfrm>
              <a:off x="1436100" y="178830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58" name="Groep 157">
            <a:extLst>
              <a:ext uri="{FF2B5EF4-FFF2-40B4-BE49-F238E27FC236}">
                <a16:creationId xmlns:a16="http://schemas.microsoft.com/office/drawing/2014/main" id="{984FA816-DE39-A0E1-8328-81C54E0D0358}"/>
              </a:ext>
            </a:extLst>
          </p:cNvPr>
          <p:cNvGrpSpPr/>
          <p:nvPr userDrawn="1"/>
        </p:nvGrpSpPr>
        <p:grpSpPr>
          <a:xfrm>
            <a:off x="2955752" y="1788305"/>
            <a:ext cx="151965" cy="151965"/>
            <a:chOff x="2955752" y="1788305"/>
            <a:chExt cx="151965" cy="151965"/>
          </a:xfrm>
        </p:grpSpPr>
        <p:sp>
          <p:nvSpPr>
            <p:cNvPr id="70" name="Vrije vorm: vorm 69">
              <a:extLst>
                <a:ext uri="{FF2B5EF4-FFF2-40B4-BE49-F238E27FC236}">
                  <a16:creationId xmlns:a16="http://schemas.microsoft.com/office/drawing/2014/main" id="{AD86F847-8E61-1D6F-78D0-FB5A19372180}"/>
                </a:ext>
              </a:extLst>
            </p:cNvPr>
            <p:cNvSpPr/>
            <p:nvPr/>
          </p:nvSpPr>
          <p:spPr>
            <a:xfrm>
              <a:off x="2955752" y="178830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1" name="Vrije vorm: vorm 70">
              <a:extLst>
                <a:ext uri="{FF2B5EF4-FFF2-40B4-BE49-F238E27FC236}">
                  <a16:creationId xmlns:a16="http://schemas.microsoft.com/office/drawing/2014/main" id="{FDEAE792-505A-B947-5B3D-F2D7F7551D23}"/>
                </a:ext>
              </a:extLst>
            </p:cNvPr>
            <p:cNvSpPr/>
            <p:nvPr/>
          </p:nvSpPr>
          <p:spPr>
            <a:xfrm>
              <a:off x="2955752" y="178830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4" name="Groep 163">
            <a:extLst>
              <a:ext uri="{FF2B5EF4-FFF2-40B4-BE49-F238E27FC236}">
                <a16:creationId xmlns:a16="http://schemas.microsoft.com/office/drawing/2014/main" id="{B0A7183E-C35F-6C61-AEE0-F1C935378057}"/>
              </a:ext>
            </a:extLst>
          </p:cNvPr>
          <p:cNvGrpSpPr/>
          <p:nvPr userDrawn="1"/>
        </p:nvGrpSpPr>
        <p:grpSpPr>
          <a:xfrm>
            <a:off x="676275" y="2548131"/>
            <a:ext cx="151965" cy="151965"/>
            <a:chOff x="676275" y="2548131"/>
            <a:chExt cx="151965" cy="151965"/>
          </a:xfrm>
        </p:grpSpPr>
        <p:sp>
          <p:nvSpPr>
            <p:cNvPr id="80" name="Vrije vorm: vorm 79">
              <a:extLst>
                <a:ext uri="{FF2B5EF4-FFF2-40B4-BE49-F238E27FC236}">
                  <a16:creationId xmlns:a16="http://schemas.microsoft.com/office/drawing/2014/main" id="{D2E2D6AA-4CA8-D20E-CBDB-5434A2E39CED}"/>
                </a:ext>
              </a:extLst>
            </p:cNvPr>
            <p:cNvSpPr/>
            <p:nvPr/>
          </p:nvSpPr>
          <p:spPr>
            <a:xfrm>
              <a:off x="676275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1" name="Vrije vorm: vorm 80">
              <a:extLst>
                <a:ext uri="{FF2B5EF4-FFF2-40B4-BE49-F238E27FC236}">
                  <a16:creationId xmlns:a16="http://schemas.microsoft.com/office/drawing/2014/main" id="{4301B2DD-311B-2255-EA5B-04951991C33C}"/>
                </a:ext>
              </a:extLst>
            </p:cNvPr>
            <p:cNvSpPr/>
            <p:nvPr/>
          </p:nvSpPr>
          <p:spPr>
            <a:xfrm>
              <a:off x="676275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5" y="101071"/>
                    <a:pt x="107523" y="107284"/>
                  </a:cubicBezTo>
                  <a:cubicBezTo>
                    <a:pt x="101202" y="113628"/>
                    <a:pt x="92588" y="117165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1" name="Groep 160">
            <a:extLst>
              <a:ext uri="{FF2B5EF4-FFF2-40B4-BE49-F238E27FC236}">
                <a16:creationId xmlns:a16="http://schemas.microsoft.com/office/drawing/2014/main" id="{CE4F4FA7-E506-2F57-F370-F6834CB0762A}"/>
              </a:ext>
            </a:extLst>
          </p:cNvPr>
          <p:cNvGrpSpPr/>
          <p:nvPr userDrawn="1"/>
        </p:nvGrpSpPr>
        <p:grpSpPr>
          <a:xfrm>
            <a:off x="2195927" y="2548131"/>
            <a:ext cx="151965" cy="151965"/>
            <a:chOff x="2195927" y="2548131"/>
            <a:chExt cx="151965" cy="151965"/>
          </a:xfrm>
        </p:grpSpPr>
        <p:sp>
          <p:nvSpPr>
            <p:cNvPr id="82" name="Vrije vorm: vorm 81">
              <a:extLst>
                <a:ext uri="{FF2B5EF4-FFF2-40B4-BE49-F238E27FC236}">
                  <a16:creationId xmlns:a16="http://schemas.microsoft.com/office/drawing/2014/main" id="{567D651F-B8AF-EB1B-946A-90EC4F80C48D}"/>
                </a:ext>
              </a:extLst>
            </p:cNvPr>
            <p:cNvSpPr/>
            <p:nvPr/>
          </p:nvSpPr>
          <p:spPr>
            <a:xfrm>
              <a:off x="2195927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3" name="Vrije vorm: vorm 82">
              <a:extLst>
                <a:ext uri="{FF2B5EF4-FFF2-40B4-BE49-F238E27FC236}">
                  <a16:creationId xmlns:a16="http://schemas.microsoft.com/office/drawing/2014/main" id="{C58E6801-4084-0EAD-A0FE-E6C5FE4198EF}"/>
                </a:ext>
              </a:extLst>
            </p:cNvPr>
            <p:cNvSpPr/>
            <p:nvPr/>
          </p:nvSpPr>
          <p:spPr>
            <a:xfrm>
              <a:off x="2195927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0" name="Groep 159">
            <a:extLst>
              <a:ext uri="{FF2B5EF4-FFF2-40B4-BE49-F238E27FC236}">
                <a16:creationId xmlns:a16="http://schemas.microsoft.com/office/drawing/2014/main" id="{C9687D3C-EE2D-58ED-5ED2-6F58BFF75D3D}"/>
              </a:ext>
            </a:extLst>
          </p:cNvPr>
          <p:cNvGrpSpPr/>
          <p:nvPr userDrawn="1"/>
        </p:nvGrpSpPr>
        <p:grpSpPr>
          <a:xfrm>
            <a:off x="3715579" y="2548131"/>
            <a:ext cx="151965" cy="151965"/>
            <a:chOff x="3715579" y="2548131"/>
            <a:chExt cx="151965" cy="151965"/>
          </a:xfrm>
        </p:grpSpPr>
        <p:sp>
          <p:nvSpPr>
            <p:cNvPr id="84" name="Vrije vorm: vorm 83">
              <a:extLst>
                <a:ext uri="{FF2B5EF4-FFF2-40B4-BE49-F238E27FC236}">
                  <a16:creationId xmlns:a16="http://schemas.microsoft.com/office/drawing/2014/main" id="{9CFB7428-1640-7106-71E3-CEEC9C2199A2}"/>
                </a:ext>
              </a:extLst>
            </p:cNvPr>
            <p:cNvSpPr/>
            <p:nvPr/>
          </p:nvSpPr>
          <p:spPr>
            <a:xfrm>
              <a:off x="3715579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5" name="Vrije vorm: vorm 84">
              <a:extLst>
                <a:ext uri="{FF2B5EF4-FFF2-40B4-BE49-F238E27FC236}">
                  <a16:creationId xmlns:a16="http://schemas.microsoft.com/office/drawing/2014/main" id="{E639F2F6-22F6-E6C0-30E7-C9A4563FD620}"/>
                </a:ext>
              </a:extLst>
            </p:cNvPr>
            <p:cNvSpPr/>
            <p:nvPr/>
          </p:nvSpPr>
          <p:spPr>
            <a:xfrm>
              <a:off x="3715579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5" name="Groep 164">
            <a:extLst>
              <a:ext uri="{FF2B5EF4-FFF2-40B4-BE49-F238E27FC236}">
                <a16:creationId xmlns:a16="http://schemas.microsoft.com/office/drawing/2014/main" id="{03DF1EB7-0FEA-269F-398C-FE1B27505950}"/>
              </a:ext>
            </a:extLst>
          </p:cNvPr>
          <p:cNvGrpSpPr/>
          <p:nvPr userDrawn="1"/>
        </p:nvGrpSpPr>
        <p:grpSpPr>
          <a:xfrm>
            <a:off x="1436100" y="3307957"/>
            <a:ext cx="151965" cy="151965"/>
            <a:chOff x="1436100" y="3307957"/>
            <a:chExt cx="151965" cy="151965"/>
          </a:xfrm>
        </p:grpSpPr>
        <p:sp>
          <p:nvSpPr>
            <p:cNvPr id="94" name="Vrije vorm: vorm 93">
              <a:extLst>
                <a:ext uri="{FF2B5EF4-FFF2-40B4-BE49-F238E27FC236}">
                  <a16:creationId xmlns:a16="http://schemas.microsoft.com/office/drawing/2014/main" id="{5E364CBB-B959-5E3F-73C1-837472B06288}"/>
                </a:ext>
              </a:extLst>
            </p:cNvPr>
            <p:cNvSpPr/>
            <p:nvPr/>
          </p:nvSpPr>
          <p:spPr>
            <a:xfrm>
              <a:off x="1436100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5" name="Vrije vorm: vorm 94">
              <a:extLst>
                <a:ext uri="{FF2B5EF4-FFF2-40B4-BE49-F238E27FC236}">
                  <a16:creationId xmlns:a16="http://schemas.microsoft.com/office/drawing/2014/main" id="{CD16A07E-9EFA-E89B-BC1C-46C9F7A82B72}"/>
                </a:ext>
              </a:extLst>
            </p:cNvPr>
            <p:cNvSpPr/>
            <p:nvPr/>
          </p:nvSpPr>
          <p:spPr>
            <a:xfrm>
              <a:off x="1436100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6" name="Groep 165">
            <a:extLst>
              <a:ext uri="{FF2B5EF4-FFF2-40B4-BE49-F238E27FC236}">
                <a16:creationId xmlns:a16="http://schemas.microsoft.com/office/drawing/2014/main" id="{C1B70BE9-407A-0E6A-3837-8939A0171A04}"/>
              </a:ext>
            </a:extLst>
          </p:cNvPr>
          <p:cNvGrpSpPr/>
          <p:nvPr userDrawn="1"/>
        </p:nvGrpSpPr>
        <p:grpSpPr>
          <a:xfrm>
            <a:off x="2955752" y="3307957"/>
            <a:ext cx="151965" cy="151965"/>
            <a:chOff x="2955752" y="3307957"/>
            <a:chExt cx="151965" cy="151965"/>
          </a:xfrm>
        </p:grpSpPr>
        <p:sp>
          <p:nvSpPr>
            <p:cNvPr id="96" name="Vrije vorm: vorm 95">
              <a:extLst>
                <a:ext uri="{FF2B5EF4-FFF2-40B4-BE49-F238E27FC236}">
                  <a16:creationId xmlns:a16="http://schemas.microsoft.com/office/drawing/2014/main" id="{88F45089-4D4B-BB1C-967C-CCCB812909CD}"/>
                </a:ext>
              </a:extLst>
            </p:cNvPr>
            <p:cNvSpPr/>
            <p:nvPr/>
          </p:nvSpPr>
          <p:spPr>
            <a:xfrm>
              <a:off x="2955752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7" name="Vrije vorm: vorm 96">
              <a:extLst>
                <a:ext uri="{FF2B5EF4-FFF2-40B4-BE49-F238E27FC236}">
                  <a16:creationId xmlns:a16="http://schemas.microsoft.com/office/drawing/2014/main" id="{FEB8741D-9861-0DD8-5ED8-7FA803D11C83}"/>
                </a:ext>
              </a:extLst>
            </p:cNvPr>
            <p:cNvSpPr/>
            <p:nvPr/>
          </p:nvSpPr>
          <p:spPr>
            <a:xfrm>
              <a:off x="2955752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7" name="Groep 166">
            <a:extLst>
              <a:ext uri="{FF2B5EF4-FFF2-40B4-BE49-F238E27FC236}">
                <a16:creationId xmlns:a16="http://schemas.microsoft.com/office/drawing/2014/main" id="{E06E8170-EAEE-0BF4-0C2B-18C473117278}"/>
              </a:ext>
            </a:extLst>
          </p:cNvPr>
          <p:cNvGrpSpPr/>
          <p:nvPr userDrawn="1"/>
        </p:nvGrpSpPr>
        <p:grpSpPr>
          <a:xfrm>
            <a:off x="676275" y="4067783"/>
            <a:ext cx="151965" cy="151965"/>
            <a:chOff x="676275" y="4067783"/>
            <a:chExt cx="151965" cy="151965"/>
          </a:xfrm>
        </p:grpSpPr>
        <p:sp>
          <p:nvSpPr>
            <p:cNvPr id="106" name="Vrije vorm: vorm 105">
              <a:extLst>
                <a:ext uri="{FF2B5EF4-FFF2-40B4-BE49-F238E27FC236}">
                  <a16:creationId xmlns:a16="http://schemas.microsoft.com/office/drawing/2014/main" id="{511D45D6-CD2D-0AA6-E1D5-D47F40E65CCC}"/>
                </a:ext>
              </a:extLst>
            </p:cNvPr>
            <p:cNvSpPr/>
            <p:nvPr/>
          </p:nvSpPr>
          <p:spPr>
            <a:xfrm>
              <a:off x="676275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7" name="Vrije vorm: vorm 106">
              <a:extLst>
                <a:ext uri="{FF2B5EF4-FFF2-40B4-BE49-F238E27FC236}">
                  <a16:creationId xmlns:a16="http://schemas.microsoft.com/office/drawing/2014/main" id="{8EAFF20B-5065-ACDD-E494-01B2BB3E9DAC}"/>
                </a:ext>
              </a:extLst>
            </p:cNvPr>
            <p:cNvSpPr/>
            <p:nvPr/>
          </p:nvSpPr>
          <p:spPr>
            <a:xfrm>
              <a:off x="676275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5" y="101071"/>
                    <a:pt x="107523" y="107284"/>
                  </a:cubicBezTo>
                  <a:cubicBezTo>
                    <a:pt x="101202" y="113628"/>
                    <a:pt x="92588" y="117165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8" name="Groep 167">
            <a:extLst>
              <a:ext uri="{FF2B5EF4-FFF2-40B4-BE49-F238E27FC236}">
                <a16:creationId xmlns:a16="http://schemas.microsoft.com/office/drawing/2014/main" id="{1B6FD9A4-DACA-37B9-98F4-C71FEFD0B974}"/>
              </a:ext>
            </a:extLst>
          </p:cNvPr>
          <p:cNvGrpSpPr/>
          <p:nvPr userDrawn="1"/>
        </p:nvGrpSpPr>
        <p:grpSpPr>
          <a:xfrm>
            <a:off x="2195927" y="4067783"/>
            <a:ext cx="151965" cy="151965"/>
            <a:chOff x="2195927" y="4067783"/>
            <a:chExt cx="151965" cy="151965"/>
          </a:xfrm>
        </p:grpSpPr>
        <p:sp>
          <p:nvSpPr>
            <p:cNvPr id="108" name="Vrije vorm: vorm 107">
              <a:extLst>
                <a:ext uri="{FF2B5EF4-FFF2-40B4-BE49-F238E27FC236}">
                  <a16:creationId xmlns:a16="http://schemas.microsoft.com/office/drawing/2014/main" id="{CCED135B-B3C7-89A4-FFCF-16DF9B96CF81}"/>
                </a:ext>
              </a:extLst>
            </p:cNvPr>
            <p:cNvSpPr/>
            <p:nvPr/>
          </p:nvSpPr>
          <p:spPr>
            <a:xfrm>
              <a:off x="2195927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9" name="Vrije vorm: vorm 108">
              <a:extLst>
                <a:ext uri="{FF2B5EF4-FFF2-40B4-BE49-F238E27FC236}">
                  <a16:creationId xmlns:a16="http://schemas.microsoft.com/office/drawing/2014/main" id="{86E06E43-40C0-FE50-372F-270A08CD1B3D}"/>
                </a:ext>
              </a:extLst>
            </p:cNvPr>
            <p:cNvSpPr/>
            <p:nvPr/>
          </p:nvSpPr>
          <p:spPr>
            <a:xfrm>
              <a:off x="2195927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9" name="Groep 168">
            <a:extLst>
              <a:ext uri="{FF2B5EF4-FFF2-40B4-BE49-F238E27FC236}">
                <a16:creationId xmlns:a16="http://schemas.microsoft.com/office/drawing/2014/main" id="{5A57400C-83D1-42EE-0DA7-984A6AF4083F}"/>
              </a:ext>
            </a:extLst>
          </p:cNvPr>
          <p:cNvGrpSpPr/>
          <p:nvPr userDrawn="1"/>
        </p:nvGrpSpPr>
        <p:grpSpPr>
          <a:xfrm>
            <a:off x="3715579" y="4067783"/>
            <a:ext cx="151965" cy="151965"/>
            <a:chOff x="3715579" y="4067783"/>
            <a:chExt cx="151965" cy="151965"/>
          </a:xfrm>
        </p:grpSpPr>
        <p:sp>
          <p:nvSpPr>
            <p:cNvPr id="110" name="Vrije vorm: vorm 109">
              <a:extLst>
                <a:ext uri="{FF2B5EF4-FFF2-40B4-BE49-F238E27FC236}">
                  <a16:creationId xmlns:a16="http://schemas.microsoft.com/office/drawing/2014/main" id="{EABEDE96-38F2-5BAA-68C2-E6590E25BE89}"/>
                </a:ext>
              </a:extLst>
            </p:cNvPr>
            <p:cNvSpPr/>
            <p:nvPr/>
          </p:nvSpPr>
          <p:spPr>
            <a:xfrm>
              <a:off x="3715579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1" name="Vrije vorm: vorm 110">
              <a:extLst>
                <a:ext uri="{FF2B5EF4-FFF2-40B4-BE49-F238E27FC236}">
                  <a16:creationId xmlns:a16="http://schemas.microsoft.com/office/drawing/2014/main" id="{176FE4EA-22C5-CD7D-7E9E-873C98741317}"/>
                </a:ext>
              </a:extLst>
            </p:cNvPr>
            <p:cNvSpPr/>
            <p:nvPr/>
          </p:nvSpPr>
          <p:spPr>
            <a:xfrm>
              <a:off x="3715579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73" name="Groep 172">
            <a:extLst>
              <a:ext uri="{FF2B5EF4-FFF2-40B4-BE49-F238E27FC236}">
                <a16:creationId xmlns:a16="http://schemas.microsoft.com/office/drawing/2014/main" id="{FC4D7A25-396F-3AFA-1066-5827587DA31B}"/>
              </a:ext>
            </a:extLst>
          </p:cNvPr>
          <p:cNvGrpSpPr/>
          <p:nvPr userDrawn="1"/>
        </p:nvGrpSpPr>
        <p:grpSpPr>
          <a:xfrm>
            <a:off x="1436100" y="4827608"/>
            <a:ext cx="151965" cy="151965"/>
            <a:chOff x="1436100" y="4827608"/>
            <a:chExt cx="151965" cy="151965"/>
          </a:xfrm>
        </p:grpSpPr>
        <p:sp>
          <p:nvSpPr>
            <p:cNvPr id="120" name="Vrije vorm: vorm 119">
              <a:extLst>
                <a:ext uri="{FF2B5EF4-FFF2-40B4-BE49-F238E27FC236}">
                  <a16:creationId xmlns:a16="http://schemas.microsoft.com/office/drawing/2014/main" id="{B99BE0C3-DDCF-3D29-E6AA-729C69DF8DCA}"/>
                </a:ext>
              </a:extLst>
            </p:cNvPr>
            <p:cNvSpPr/>
            <p:nvPr/>
          </p:nvSpPr>
          <p:spPr>
            <a:xfrm>
              <a:off x="1436100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1" name="Vrije vorm: vorm 120">
              <a:extLst>
                <a:ext uri="{FF2B5EF4-FFF2-40B4-BE49-F238E27FC236}">
                  <a16:creationId xmlns:a16="http://schemas.microsoft.com/office/drawing/2014/main" id="{95341127-ED96-6205-BED2-8464D0EF171F}"/>
                </a:ext>
              </a:extLst>
            </p:cNvPr>
            <p:cNvSpPr/>
            <p:nvPr/>
          </p:nvSpPr>
          <p:spPr>
            <a:xfrm>
              <a:off x="1436100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72" name="Groep 171">
            <a:extLst>
              <a:ext uri="{FF2B5EF4-FFF2-40B4-BE49-F238E27FC236}">
                <a16:creationId xmlns:a16="http://schemas.microsoft.com/office/drawing/2014/main" id="{28B60DA0-1E7D-BC41-6366-B45B6A63782F}"/>
              </a:ext>
            </a:extLst>
          </p:cNvPr>
          <p:cNvGrpSpPr/>
          <p:nvPr userDrawn="1"/>
        </p:nvGrpSpPr>
        <p:grpSpPr>
          <a:xfrm>
            <a:off x="2955752" y="4827608"/>
            <a:ext cx="151965" cy="151965"/>
            <a:chOff x="2955752" y="4827608"/>
            <a:chExt cx="151965" cy="151965"/>
          </a:xfrm>
        </p:grpSpPr>
        <p:sp>
          <p:nvSpPr>
            <p:cNvPr id="122" name="Vrije vorm: vorm 121">
              <a:extLst>
                <a:ext uri="{FF2B5EF4-FFF2-40B4-BE49-F238E27FC236}">
                  <a16:creationId xmlns:a16="http://schemas.microsoft.com/office/drawing/2014/main" id="{4BB71F70-ACAD-5A30-7281-776037A25D62}"/>
                </a:ext>
              </a:extLst>
            </p:cNvPr>
            <p:cNvSpPr/>
            <p:nvPr/>
          </p:nvSpPr>
          <p:spPr>
            <a:xfrm>
              <a:off x="2955752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3" name="Vrije vorm: vorm 122">
              <a:extLst>
                <a:ext uri="{FF2B5EF4-FFF2-40B4-BE49-F238E27FC236}">
                  <a16:creationId xmlns:a16="http://schemas.microsoft.com/office/drawing/2014/main" id="{5D68C5F5-57DF-AB10-6C5B-3431B86D4D32}"/>
                </a:ext>
              </a:extLst>
            </p:cNvPr>
            <p:cNvSpPr/>
            <p:nvPr/>
          </p:nvSpPr>
          <p:spPr>
            <a:xfrm>
              <a:off x="2955752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74" name="Groep 173">
            <a:extLst>
              <a:ext uri="{FF2B5EF4-FFF2-40B4-BE49-F238E27FC236}">
                <a16:creationId xmlns:a16="http://schemas.microsoft.com/office/drawing/2014/main" id="{28019D78-9898-BF7B-6646-ECCF0ACA1DB8}"/>
              </a:ext>
            </a:extLst>
          </p:cNvPr>
          <p:cNvGrpSpPr/>
          <p:nvPr userDrawn="1"/>
        </p:nvGrpSpPr>
        <p:grpSpPr>
          <a:xfrm>
            <a:off x="676275" y="5587435"/>
            <a:ext cx="151965" cy="151965"/>
            <a:chOff x="676275" y="5587435"/>
            <a:chExt cx="151965" cy="151965"/>
          </a:xfrm>
        </p:grpSpPr>
        <p:sp>
          <p:nvSpPr>
            <p:cNvPr id="132" name="Vrije vorm: vorm 131">
              <a:extLst>
                <a:ext uri="{FF2B5EF4-FFF2-40B4-BE49-F238E27FC236}">
                  <a16:creationId xmlns:a16="http://schemas.microsoft.com/office/drawing/2014/main" id="{0BAFE9C3-BE22-B38D-708F-E80A7E743E01}"/>
                </a:ext>
              </a:extLst>
            </p:cNvPr>
            <p:cNvSpPr/>
            <p:nvPr/>
          </p:nvSpPr>
          <p:spPr>
            <a:xfrm>
              <a:off x="676275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3" name="Vrije vorm: vorm 132">
              <a:extLst>
                <a:ext uri="{FF2B5EF4-FFF2-40B4-BE49-F238E27FC236}">
                  <a16:creationId xmlns:a16="http://schemas.microsoft.com/office/drawing/2014/main" id="{C60C56A3-815B-AE9B-03C5-7AF6E64A4793}"/>
                </a:ext>
              </a:extLst>
            </p:cNvPr>
            <p:cNvSpPr/>
            <p:nvPr/>
          </p:nvSpPr>
          <p:spPr>
            <a:xfrm>
              <a:off x="676275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5" y="101071"/>
                    <a:pt x="107523" y="107284"/>
                  </a:cubicBezTo>
                  <a:cubicBezTo>
                    <a:pt x="101202" y="113628"/>
                    <a:pt x="92588" y="117165"/>
                    <a:pt x="83627" y="117081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/>
            </a:p>
          </p:txBody>
        </p:sp>
      </p:grpSp>
      <p:grpSp>
        <p:nvGrpSpPr>
          <p:cNvPr id="175" name="Groep 174">
            <a:extLst>
              <a:ext uri="{FF2B5EF4-FFF2-40B4-BE49-F238E27FC236}">
                <a16:creationId xmlns:a16="http://schemas.microsoft.com/office/drawing/2014/main" id="{F144AE15-1859-C558-5995-5A64A15E93E7}"/>
              </a:ext>
            </a:extLst>
          </p:cNvPr>
          <p:cNvGrpSpPr/>
          <p:nvPr userDrawn="1"/>
        </p:nvGrpSpPr>
        <p:grpSpPr>
          <a:xfrm>
            <a:off x="2195927" y="5587435"/>
            <a:ext cx="151965" cy="151965"/>
            <a:chOff x="2195927" y="5587435"/>
            <a:chExt cx="151965" cy="151965"/>
          </a:xfrm>
        </p:grpSpPr>
        <p:sp>
          <p:nvSpPr>
            <p:cNvPr id="134" name="Vrije vorm: vorm 133">
              <a:extLst>
                <a:ext uri="{FF2B5EF4-FFF2-40B4-BE49-F238E27FC236}">
                  <a16:creationId xmlns:a16="http://schemas.microsoft.com/office/drawing/2014/main" id="{EA4DC19E-7F78-D7B2-1F34-4DF8F33D195D}"/>
                </a:ext>
              </a:extLst>
            </p:cNvPr>
            <p:cNvSpPr/>
            <p:nvPr/>
          </p:nvSpPr>
          <p:spPr>
            <a:xfrm>
              <a:off x="2195927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5" name="Vrije vorm: vorm 134">
              <a:extLst>
                <a:ext uri="{FF2B5EF4-FFF2-40B4-BE49-F238E27FC236}">
                  <a16:creationId xmlns:a16="http://schemas.microsoft.com/office/drawing/2014/main" id="{E5D83847-8FB2-630F-4432-B7C10E2FC3C2}"/>
                </a:ext>
              </a:extLst>
            </p:cNvPr>
            <p:cNvSpPr/>
            <p:nvPr/>
          </p:nvSpPr>
          <p:spPr>
            <a:xfrm>
              <a:off x="2195927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76" name="Groep 175">
            <a:extLst>
              <a:ext uri="{FF2B5EF4-FFF2-40B4-BE49-F238E27FC236}">
                <a16:creationId xmlns:a16="http://schemas.microsoft.com/office/drawing/2014/main" id="{A9468737-5BF2-67A4-F738-FC0A3656D10C}"/>
              </a:ext>
            </a:extLst>
          </p:cNvPr>
          <p:cNvGrpSpPr/>
          <p:nvPr userDrawn="1"/>
        </p:nvGrpSpPr>
        <p:grpSpPr>
          <a:xfrm>
            <a:off x="3715579" y="5587435"/>
            <a:ext cx="151965" cy="151965"/>
            <a:chOff x="3715579" y="5587435"/>
            <a:chExt cx="151965" cy="151965"/>
          </a:xfrm>
        </p:grpSpPr>
        <p:sp>
          <p:nvSpPr>
            <p:cNvPr id="136" name="Vrije vorm: vorm 135">
              <a:extLst>
                <a:ext uri="{FF2B5EF4-FFF2-40B4-BE49-F238E27FC236}">
                  <a16:creationId xmlns:a16="http://schemas.microsoft.com/office/drawing/2014/main" id="{F97241AD-ECDD-F220-12EA-3C2C973141B2}"/>
                </a:ext>
              </a:extLst>
            </p:cNvPr>
            <p:cNvSpPr/>
            <p:nvPr/>
          </p:nvSpPr>
          <p:spPr>
            <a:xfrm>
              <a:off x="3715579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7" name="Vrije vorm: vorm 136">
              <a:extLst>
                <a:ext uri="{FF2B5EF4-FFF2-40B4-BE49-F238E27FC236}">
                  <a16:creationId xmlns:a16="http://schemas.microsoft.com/office/drawing/2014/main" id="{54FAEAC3-B54A-3D25-2565-095439C1DC7D}"/>
                </a:ext>
              </a:extLst>
            </p:cNvPr>
            <p:cNvSpPr/>
            <p:nvPr/>
          </p:nvSpPr>
          <p:spPr>
            <a:xfrm>
              <a:off x="3715579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/>
            </a:p>
          </p:txBody>
        </p:sp>
      </p:grpSp>
      <p:sp>
        <p:nvSpPr>
          <p:cNvPr id="147" name="Vrije vorm: vorm 146">
            <a:extLst>
              <a:ext uri="{FF2B5EF4-FFF2-40B4-BE49-F238E27FC236}">
                <a16:creationId xmlns:a16="http://schemas.microsoft.com/office/drawing/2014/main" id="{DE56784E-09B2-7D5E-6A60-1DFCF78DEF8F}"/>
              </a:ext>
            </a:extLst>
          </p:cNvPr>
          <p:cNvSpPr/>
          <p:nvPr/>
        </p:nvSpPr>
        <p:spPr>
          <a:xfrm>
            <a:off x="1436100" y="6347260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50412 w 167268"/>
              <a:gd name="connsiteY6" fmla="*/ 83388 h 167268"/>
              <a:gd name="connsiteX7" fmla="*/ 84105 w 167268"/>
              <a:gd name="connsiteY7" fmla="*/ 50174 h 167268"/>
              <a:gd name="connsiteX8" fmla="*/ 117320 w 167268"/>
              <a:gd name="connsiteY8" fmla="*/ 83866 h 167268"/>
              <a:gd name="connsiteX9" fmla="*/ 107523 w 167268"/>
              <a:gd name="connsiteY9" fmla="*/ 107283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6949"/>
                  <a:pt x="50281" y="101859"/>
                  <a:pt x="50412" y="83388"/>
                </a:cubicBezTo>
                <a:cubicBezTo>
                  <a:pt x="50544" y="64917"/>
                  <a:pt x="65634" y="50042"/>
                  <a:pt x="84105" y="50174"/>
                </a:cubicBezTo>
                <a:cubicBezTo>
                  <a:pt x="102588" y="50305"/>
                  <a:pt x="117451" y="65395"/>
                  <a:pt x="117320" y="83866"/>
                </a:cubicBezTo>
                <a:cubicBezTo>
                  <a:pt x="117260" y="92659"/>
                  <a:pt x="113736" y="101071"/>
                  <a:pt x="107523" y="107283"/>
                </a:cubicBezTo>
                <a:cubicBezTo>
                  <a:pt x="101202" y="113640"/>
                  <a:pt x="92588" y="117176"/>
                  <a:pt x="83627" y="117081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GB"/>
          </a:p>
        </p:txBody>
      </p:sp>
      <p:grpSp>
        <p:nvGrpSpPr>
          <p:cNvPr id="178" name="Groep 177">
            <a:extLst>
              <a:ext uri="{FF2B5EF4-FFF2-40B4-BE49-F238E27FC236}">
                <a16:creationId xmlns:a16="http://schemas.microsoft.com/office/drawing/2014/main" id="{1F73781F-BBE0-E7F9-3F98-C90A89CBF082}"/>
              </a:ext>
            </a:extLst>
          </p:cNvPr>
          <p:cNvGrpSpPr/>
          <p:nvPr userDrawn="1"/>
        </p:nvGrpSpPr>
        <p:grpSpPr>
          <a:xfrm>
            <a:off x="2955752" y="6347260"/>
            <a:ext cx="151965" cy="151965"/>
            <a:chOff x="2955752" y="6347260"/>
            <a:chExt cx="151965" cy="151965"/>
          </a:xfrm>
        </p:grpSpPr>
        <p:sp>
          <p:nvSpPr>
            <p:cNvPr id="148" name="Vrije vorm: vorm 147">
              <a:extLst>
                <a:ext uri="{FF2B5EF4-FFF2-40B4-BE49-F238E27FC236}">
                  <a16:creationId xmlns:a16="http://schemas.microsoft.com/office/drawing/2014/main" id="{BEA268CC-E146-B8CC-7A32-1A7A2DBA8F20}"/>
                </a:ext>
              </a:extLst>
            </p:cNvPr>
            <p:cNvSpPr/>
            <p:nvPr/>
          </p:nvSpPr>
          <p:spPr>
            <a:xfrm>
              <a:off x="2955752" y="6347260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9" name="Vrije vorm: vorm 148">
              <a:extLst>
                <a:ext uri="{FF2B5EF4-FFF2-40B4-BE49-F238E27FC236}">
                  <a16:creationId xmlns:a16="http://schemas.microsoft.com/office/drawing/2014/main" id="{65BD0B66-BE91-1D3C-EE40-4FBD0E849A73}"/>
                </a:ext>
              </a:extLst>
            </p:cNvPr>
            <p:cNvSpPr/>
            <p:nvPr/>
          </p:nvSpPr>
          <p:spPr>
            <a:xfrm>
              <a:off x="2955752" y="6347260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3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59"/>
                    <a:pt x="113736" y="101071"/>
                    <a:pt x="107523" y="107283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/>
            </a:p>
          </p:txBody>
        </p:sp>
      </p:grpSp>
      <p:sp>
        <p:nvSpPr>
          <p:cNvPr id="185" name="Vrije vorm: vorm 184">
            <a:extLst>
              <a:ext uri="{FF2B5EF4-FFF2-40B4-BE49-F238E27FC236}">
                <a16:creationId xmlns:a16="http://schemas.microsoft.com/office/drawing/2014/main" id="{1B13F80D-F64F-411F-E09B-DEACB0B05A73}"/>
              </a:ext>
            </a:extLst>
          </p:cNvPr>
          <p:cNvSpPr/>
          <p:nvPr userDrawn="1"/>
        </p:nvSpPr>
        <p:spPr>
          <a:xfrm>
            <a:off x="3726432" y="1028263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50412 w 167268"/>
              <a:gd name="connsiteY6" fmla="*/ 83388 h 167268"/>
              <a:gd name="connsiteX7" fmla="*/ 84105 w 167268"/>
              <a:gd name="connsiteY7" fmla="*/ 50173 h 167268"/>
              <a:gd name="connsiteX8" fmla="*/ 117320 w 167268"/>
              <a:gd name="connsiteY8" fmla="*/ 83866 h 167268"/>
              <a:gd name="connsiteX9" fmla="*/ 107523 w 167268"/>
              <a:gd name="connsiteY9" fmla="*/ 107284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6949"/>
                  <a:pt x="50281" y="101859"/>
                  <a:pt x="50412" y="83388"/>
                </a:cubicBezTo>
                <a:cubicBezTo>
                  <a:pt x="50544" y="64917"/>
                  <a:pt x="65634" y="50042"/>
                  <a:pt x="84105" y="50173"/>
                </a:cubicBezTo>
                <a:cubicBezTo>
                  <a:pt x="102588" y="50305"/>
                  <a:pt x="117451" y="65395"/>
                  <a:pt x="117320" y="83866"/>
                </a:cubicBezTo>
                <a:cubicBezTo>
                  <a:pt x="117260" y="92660"/>
                  <a:pt x="113736" y="101071"/>
                  <a:pt x="107523" y="107284"/>
                </a:cubicBezTo>
                <a:cubicBezTo>
                  <a:pt x="101202" y="113640"/>
                  <a:pt x="92588" y="117176"/>
                  <a:pt x="83627" y="117081"/>
                </a:cubicBezTo>
                <a:close/>
              </a:path>
            </a:pathLst>
          </a:custGeom>
          <a:solidFill>
            <a:schemeClr val="bg1"/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GB"/>
          </a:p>
        </p:txBody>
      </p:sp>
      <p:sp>
        <p:nvSpPr>
          <p:cNvPr id="190" name="Vrije vorm: vorm 189">
            <a:extLst>
              <a:ext uri="{FF2B5EF4-FFF2-40B4-BE49-F238E27FC236}">
                <a16:creationId xmlns:a16="http://schemas.microsoft.com/office/drawing/2014/main" id="{CB2408CD-4200-C813-A0A5-7865C44B31FF}"/>
              </a:ext>
            </a:extLst>
          </p:cNvPr>
          <p:cNvSpPr/>
          <p:nvPr userDrawn="1"/>
        </p:nvSpPr>
        <p:spPr>
          <a:xfrm>
            <a:off x="5159247" y="3039403"/>
            <a:ext cx="2216828" cy="779193"/>
          </a:xfrm>
          <a:custGeom>
            <a:avLst/>
            <a:gdLst>
              <a:gd name="connsiteX0" fmla="*/ 1023336 w 1241615"/>
              <a:gd name="connsiteY0" fmla="*/ 283281 h 436415"/>
              <a:gd name="connsiteX1" fmla="*/ 958240 w 1241615"/>
              <a:gd name="connsiteY1" fmla="*/ 218184 h 436415"/>
              <a:gd name="connsiteX2" fmla="*/ 1023336 w 1241615"/>
              <a:gd name="connsiteY2" fmla="*/ 153087 h 436415"/>
              <a:gd name="connsiteX3" fmla="*/ 1088433 w 1241615"/>
              <a:gd name="connsiteY3" fmla="*/ 218184 h 436415"/>
              <a:gd name="connsiteX4" fmla="*/ 1023336 w 1241615"/>
              <a:gd name="connsiteY4" fmla="*/ 283281 h 436415"/>
              <a:gd name="connsiteX5" fmla="*/ 1023336 w 1241615"/>
              <a:gd name="connsiteY5" fmla="*/ 0 h 436415"/>
              <a:gd name="connsiteX6" fmla="*/ 808403 w 1241615"/>
              <a:gd name="connsiteY6" fmla="*/ 180235 h 436415"/>
              <a:gd name="connsiteX7" fmla="*/ 808403 w 1241615"/>
              <a:gd name="connsiteY7" fmla="*/ 53769 h 436415"/>
              <a:gd name="connsiteX8" fmla="*/ 761899 w 1241615"/>
              <a:gd name="connsiteY8" fmla="*/ 7265 h 436415"/>
              <a:gd name="connsiteX9" fmla="*/ 652305 w 1241615"/>
              <a:gd name="connsiteY9" fmla="*/ 7265 h 436415"/>
              <a:gd name="connsiteX10" fmla="*/ 652305 w 1241615"/>
              <a:gd name="connsiteY10" fmla="*/ 171823 h 436415"/>
              <a:gd name="connsiteX11" fmla="*/ 558579 w 1241615"/>
              <a:gd name="connsiteY11" fmla="*/ 44497 h 436415"/>
              <a:gd name="connsiteX12" fmla="*/ 484210 w 1241615"/>
              <a:gd name="connsiteY12" fmla="*/ 7265 h 436415"/>
              <a:gd name="connsiteX13" fmla="*/ 0 w 1241615"/>
              <a:gd name="connsiteY13" fmla="*/ 7265 h 436415"/>
              <a:gd name="connsiteX14" fmla="*/ 0 w 1241615"/>
              <a:gd name="connsiteY14" fmla="*/ 119392 h 436415"/>
              <a:gd name="connsiteX15" fmla="*/ 45787 w 1241615"/>
              <a:gd name="connsiteY15" fmla="*/ 165227 h 436415"/>
              <a:gd name="connsiteX16" fmla="*/ 118245 w 1241615"/>
              <a:gd name="connsiteY16" fmla="*/ 165227 h 436415"/>
              <a:gd name="connsiteX17" fmla="*/ 118245 w 1241615"/>
              <a:gd name="connsiteY17" fmla="*/ 382742 h 436415"/>
              <a:gd name="connsiteX18" fmla="*/ 164749 w 1241615"/>
              <a:gd name="connsiteY18" fmla="*/ 429246 h 436415"/>
              <a:gd name="connsiteX19" fmla="*/ 283328 w 1241615"/>
              <a:gd name="connsiteY19" fmla="*/ 429246 h 436415"/>
              <a:gd name="connsiteX20" fmla="*/ 283328 w 1241615"/>
              <a:gd name="connsiteY20" fmla="*/ 165179 h 436415"/>
              <a:gd name="connsiteX21" fmla="*/ 383411 w 1241615"/>
              <a:gd name="connsiteY21" fmla="*/ 165179 h 436415"/>
              <a:gd name="connsiteX22" fmla="*/ 383411 w 1241615"/>
              <a:gd name="connsiteY22" fmla="*/ 382694 h 436415"/>
              <a:gd name="connsiteX23" fmla="*/ 429915 w 1241615"/>
              <a:gd name="connsiteY23" fmla="*/ 429199 h 436415"/>
              <a:gd name="connsiteX24" fmla="*/ 539557 w 1241615"/>
              <a:gd name="connsiteY24" fmla="*/ 429199 h 436415"/>
              <a:gd name="connsiteX25" fmla="*/ 539557 w 1241615"/>
              <a:gd name="connsiteY25" fmla="*/ 264641 h 436415"/>
              <a:gd name="connsiteX26" fmla="*/ 632948 w 1241615"/>
              <a:gd name="connsiteY26" fmla="*/ 391966 h 436415"/>
              <a:gd name="connsiteX27" fmla="*/ 707364 w 1241615"/>
              <a:gd name="connsiteY27" fmla="*/ 429199 h 436415"/>
              <a:gd name="connsiteX28" fmla="*/ 808403 w 1241615"/>
              <a:gd name="connsiteY28" fmla="*/ 429199 h 436415"/>
              <a:gd name="connsiteX29" fmla="*/ 808403 w 1241615"/>
              <a:gd name="connsiteY29" fmla="*/ 257663 h 436415"/>
              <a:gd name="connsiteX30" fmla="*/ 1023336 w 1241615"/>
              <a:gd name="connsiteY30" fmla="*/ 436416 h 436415"/>
              <a:gd name="connsiteX31" fmla="*/ 1241616 w 1241615"/>
              <a:gd name="connsiteY31" fmla="*/ 218232 h 436415"/>
              <a:gd name="connsiteX32" fmla="*/ 1023336 w 1241615"/>
              <a:gd name="connsiteY32" fmla="*/ 0 h 436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41615" h="436415">
                <a:moveTo>
                  <a:pt x="1023336" y="283281"/>
                </a:moveTo>
                <a:cubicBezTo>
                  <a:pt x="987395" y="283281"/>
                  <a:pt x="958240" y="254174"/>
                  <a:pt x="958240" y="218184"/>
                </a:cubicBezTo>
                <a:cubicBezTo>
                  <a:pt x="958240" y="182242"/>
                  <a:pt x="987395" y="153087"/>
                  <a:pt x="1023336" y="153087"/>
                </a:cubicBezTo>
                <a:cubicBezTo>
                  <a:pt x="1059278" y="153087"/>
                  <a:pt x="1088433" y="182242"/>
                  <a:pt x="1088433" y="218184"/>
                </a:cubicBezTo>
                <a:cubicBezTo>
                  <a:pt x="1088433" y="254174"/>
                  <a:pt x="1059278" y="283281"/>
                  <a:pt x="1023336" y="283281"/>
                </a:cubicBezTo>
                <a:moveTo>
                  <a:pt x="1023336" y="0"/>
                </a:moveTo>
                <a:cubicBezTo>
                  <a:pt x="912787" y="0"/>
                  <a:pt x="825609" y="75803"/>
                  <a:pt x="808403" y="180235"/>
                </a:cubicBezTo>
                <a:lnTo>
                  <a:pt x="808403" y="53769"/>
                </a:lnTo>
                <a:cubicBezTo>
                  <a:pt x="808403" y="21221"/>
                  <a:pt x="794447" y="7265"/>
                  <a:pt x="761899" y="7265"/>
                </a:cubicBezTo>
                <a:lnTo>
                  <a:pt x="652305" y="7265"/>
                </a:lnTo>
                <a:lnTo>
                  <a:pt x="652305" y="171823"/>
                </a:lnTo>
                <a:lnTo>
                  <a:pt x="558579" y="44497"/>
                </a:lnTo>
                <a:cubicBezTo>
                  <a:pt x="538218" y="17493"/>
                  <a:pt x="518097" y="7265"/>
                  <a:pt x="484210" y="7265"/>
                </a:cubicBezTo>
                <a:lnTo>
                  <a:pt x="0" y="7265"/>
                </a:lnTo>
                <a:lnTo>
                  <a:pt x="0" y="119392"/>
                </a:lnTo>
                <a:cubicBezTo>
                  <a:pt x="0" y="151462"/>
                  <a:pt x="13765" y="165227"/>
                  <a:pt x="45787" y="165227"/>
                </a:cubicBezTo>
                <a:lnTo>
                  <a:pt x="118245" y="165227"/>
                </a:lnTo>
                <a:lnTo>
                  <a:pt x="118245" y="382742"/>
                </a:lnTo>
                <a:cubicBezTo>
                  <a:pt x="118245" y="415242"/>
                  <a:pt x="132201" y="429246"/>
                  <a:pt x="164749" y="429246"/>
                </a:cubicBezTo>
                <a:lnTo>
                  <a:pt x="283328" y="429246"/>
                </a:lnTo>
                <a:lnTo>
                  <a:pt x="283328" y="165179"/>
                </a:lnTo>
                <a:lnTo>
                  <a:pt x="383411" y="165179"/>
                </a:lnTo>
                <a:lnTo>
                  <a:pt x="383411" y="382694"/>
                </a:lnTo>
                <a:cubicBezTo>
                  <a:pt x="383411" y="415195"/>
                  <a:pt x="397415" y="429199"/>
                  <a:pt x="429915" y="429199"/>
                </a:cubicBezTo>
                <a:lnTo>
                  <a:pt x="539557" y="429199"/>
                </a:lnTo>
                <a:lnTo>
                  <a:pt x="539557" y="264641"/>
                </a:lnTo>
                <a:lnTo>
                  <a:pt x="632948" y="391966"/>
                </a:lnTo>
                <a:cubicBezTo>
                  <a:pt x="653356" y="419018"/>
                  <a:pt x="673478" y="429199"/>
                  <a:pt x="707364" y="429199"/>
                </a:cubicBezTo>
                <a:lnTo>
                  <a:pt x="808403" y="429199"/>
                </a:lnTo>
                <a:lnTo>
                  <a:pt x="808403" y="257663"/>
                </a:lnTo>
                <a:cubicBezTo>
                  <a:pt x="825418" y="363337"/>
                  <a:pt x="910349" y="436416"/>
                  <a:pt x="1023336" y="436416"/>
                </a:cubicBezTo>
                <a:cubicBezTo>
                  <a:pt x="1146934" y="436416"/>
                  <a:pt x="1241616" y="341782"/>
                  <a:pt x="1241616" y="218232"/>
                </a:cubicBezTo>
                <a:cubicBezTo>
                  <a:pt x="1241616" y="91623"/>
                  <a:pt x="1149945" y="0"/>
                  <a:pt x="1023336" y="0"/>
                </a:cubicBezTo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6" name="Tijdelijke aanduiding voor tekst 417">
            <a:extLst>
              <a:ext uri="{FF2B5EF4-FFF2-40B4-BE49-F238E27FC236}">
                <a16:creationId xmlns:a16="http://schemas.microsoft.com/office/drawing/2014/main" id="{ADC484E1-43F7-BCD9-2A0F-B8E1A1ADEDC6}"/>
              </a:ext>
            </a:extLst>
          </p:cNvPr>
          <p:cNvSpPr txBox="1">
            <a:spLocks/>
          </p:cNvSpPr>
          <p:nvPr userDrawn="1"/>
        </p:nvSpPr>
        <p:spPr>
          <a:xfrm>
            <a:off x="2246727" y="1113629"/>
            <a:ext cx="1588678" cy="5329418"/>
          </a:xfrm>
          <a:custGeom>
            <a:avLst/>
            <a:gdLst>
              <a:gd name="connsiteX0" fmla="*/ 1513026 w 1588678"/>
              <a:gd name="connsiteY0" fmla="*/ 0 h 5329418"/>
              <a:gd name="connsiteX1" fmla="*/ 1588678 w 1588678"/>
              <a:gd name="connsiteY1" fmla="*/ 0 h 5329418"/>
              <a:gd name="connsiteX2" fmla="*/ 811307 w 1588678"/>
              <a:gd name="connsiteY2" fmla="*/ 790340 h 5329418"/>
              <a:gd name="connsiteX3" fmla="*/ 75652 w 1588678"/>
              <a:gd name="connsiteY3" fmla="*/ 1513026 h 5329418"/>
              <a:gd name="connsiteX4" fmla="*/ 811307 w 1588678"/>
              <a:gd name="connsiteY4" fmla="*/ 2235712 h 5329418"/>
              <a:gd name="connsiteX5" fmla="*/ 1588678 w 1588678"/>
              <a:gd name="connsiteY5" fmla="*/ 3026052 h 5329418"/>
              <a:gd name="connsiteX6" fmla="*/ 811307 w 1588678"/>
              <a:gd name="connsiteY6" fmla="*/ 3816392 h 5329418"/>
              <a:gd name="connsiteX7" fmla="*/ 75652 w 1588678"/>
              <a:gd name="connsiteY7" fmla="*/ 4539078 h 5329418"/>
              <a:gd name="connsiteX8" fmla="*/ 811307 w 1588678"/>
              <a:gd name="connsiteY8" fmla="*/ 5261764 h 5329418"/>
              <a:gd name="connsiteX9" fmla="*/ 777372 w 1588678"/>
              <a:gd name="connsiteY9" fmla="*/ 5329418 h 5329418"/>
              <a:gd name="connsiteX10" fmla="*/ 0 w 1588678"/>
              <a:gd name="connsiteY10" fmla="*/ 4539078 h 5329418"/>
              <a:gd name="connsiteX11" fmla="*/ 777372 w 1588678"/>
              <a:gd name="connsiteY11" fmla="*/ 3748738 h 5329418"/>
              <a:gd name="connsiteX12" fmla="*/ 1513026 w 1588678"/>
              <a:gd name="connsiteY12" fmla="*/ 3026052 h 5329418"/>
              <a:gd name="connsiteX13" fmla="*/ 777372 w 1588678"/>
              <a:gd name="connsiteY13" fmla="*/ 2303366 h 5329418"/>
              <a:gd name="connsiteX14" fmla="*/ 0 w 1588678"/>
              <a:gd name="connsiteY14" fmla="*/ 1513026 h 5329418"/>
              <a:gd name="connsiteX15" fmla="*/ 777372 w 1588678"/>
              <a:gd name="connsiteY15" fmla="*/ 722686 h 5329418"/>
              <a:gd name="connsiteX16" fmla="*/ 1513026 w 1588678"/>
              <a:gd name="connsiteY16" fmla="*/ 0 h 5329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88678" h="5329418">
                <a:moveTo>
                  <a:pt x="1513026" y="0"/>
                </a:moveTo>
                <a:lnTo>
                  <a:pt x="1588678" y="0"/>
                </a:lnTo>
                <a:cubicBezTo>
                  <a:pt x="1588678" y="401600"/>
                  <a:pt x="1193454" y="599266"/>
                  <a:pt x="811307" y="790340"/>
                </a:cubicBezTo>
                <a:cubicBezTo>
                  <a:pt x="433050" y="979468"/>
                  <a:pt x="75652" y="1157789"/>
                  <a:pt x="75652" y="1513026"/>
                </a:cubicBezTo>
                <a:cubicBezTo>
                  <a:pt x="75652" y="1868263"/>
                  <a:pt x="432942" y="2046584"/>
                  <a:pt x="811307" y="2235712"/>
                </a:cubicBezTo>
                <a:cubicBezTo>
                  <a:pt x="1193454" y="2426786"/>
                  <a:pt x="1588678" y="2624776"/>
                  <a:pt x="1588678" y="3026052"/>
                </a:cubicBezTo>
                <a:cubicBezTo>
                  <a:pt x="1588678" y="3427328"/>
                  <a:pt x="1193454" y="3625319"/>
                  <a:pt x="811307" y="3816392"/>
                </a:cubicBezTo>
                <a:cubicBezTo>
                  <a:pt x="433050" y="4005520"/>
                  <a:pt x="75652" y="4183841"/>
                  <a:pt x="75652" y="4539078"/>
                </a:cubicBezTo>
                <a:cubicBezTo>
                  <a:pt x="75652" y="4894315"/>
                  <a:pt x="432942" y="5072636"/>
                  <a:pt x="811307" y="5261764"/>
                </a:cubicBezTo>
                <a:lnTo>
                  <a:pt x="777372" y="5329418"/>
                </a:lnTo>
                <a:cubicBezTo>
                  <a:pt x="395225" y="5138345"/>
                  <a:pt x="0" y="4940354"/>
                  <a:pt x="0" y="4539078"/>
                </a:cubicBezTo>
                <a:cubicBezTo>
                  <a:pt x="0" y="4137802"/>
                  <a:pt x="395225" y="3939812"/>
                  <a:pt x="777372" y="3748738"/>
                </a:cubicBezTo>
                <a:cubicBezTo>
                  <a:pt x="1155628" y="3559610"/>
                  <a:pt x="1513026" y="3381289"/>
                  <a:pt x="1513026" y="3026052"/>
                </a:cubicBezTo>
                <a:cubicBezTo>
                  <a:pt x="1513026" y="2670815"/>
                  <a:pt x="1155736" y="2492494"/>
                  <a:pt x="777372" y="2303366"/>
                </a:cubicBezTo>
                <a:cubicBezTo>
                  <a:pt x="395225" y="2112293"/>
                  <a:pt x="0" y="1914302"/>
                  <a:pt x="0" y="1513026"/>
                </a:cubicBezTo>
                <a:cubicBezTo>
                  <a:pt x="0" y="1111750"/>
                  <a:pt x="395225" y="913760"/>
                  <a:pt x="777372" y="722686"/>
                </a:cubicBezTo>
                <a:cubicBezTo>
                  <a:pt x="1155628" y="533558"/>
                  <a:pt x="1513026" y="355237"/>
                  <a:pt x="1513026" y="0"/>
                </a:cubicBezTo>
                <a:close/>
              </a:path>
            </a:pathLst>
          </a:custGeom>
          <a:gradFill>
            <a:gsLst>
              <a:gs pos="0">
                <a:srgbClr val="FFF9E0">
                  <a:alpha val="19000"/>
                </a:srgbClr>
              </a:gs>
              <a:gs pos="50000">
                <a:srgbClr val="FFF9E0">
                  <a:alpha val="49804"/>
                </a:srgbClr>
              </a:gs>
              <a:gs pos="100000">
                <a:srgbClr val="FFF9E0">
                  <a:alpha val="0"/>
                </a:srgbClr>
              </a:gs>
            </a:gsLst>
            <a:lin ang="5400000" scaled="1"/>
          </a:gra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0850" indent="-2730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2682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1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 b="1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4013" indent="-35401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6575" indent="-2682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i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 </a:t>
            </a:r>
          </a:p>
        </p:txBody>
      </p:sp>
      <p:sp>
        <p:nvSpPr>
          <p:cNvPr id="88" name="Tijdelijke aanduiding voor tekst 416">
            <a:extLst>
              <a:ext uri="{FF2B5EF4-FFF2-40B4-BE49-F238E27FC236}">
                <a16:creationId xmlns:a16="http://schemas.microsoft.com/office/drawing/2014/main" id="{D47B58B3-9CFE-D1C3-CC9C-746A34AA2C29}"/>
              </a:ext>
            </a:extLst>
          </p:cNvPr>
          <p:cNvSpPr txBox="1">
            <a:spLocks/>
          </p:cNvSpPr>
          <p:nvPr userDrawn="1"/>
        </p:nvSpPr>
        <p:spPr>
          <a:xfrm>
            <a:off x="1490214" y="1098475"/>
            <a:ext cx="1588678" cy="4606732"/>
          </a:xfrm>
          <a:custGeom>
            <a:avLst/>
            <a:gdLst>
              <a:gd name="connsiteX0" fmla="*/ 811307 w 1588678"/>
              <a:gd name="connsiteY0" fmla="*/ 0 h 4606732"/>
              <a:gd name="connsiteX1" fmla="*/ 1588678 w 1588678"/>
              <a:gd name="connsiteY1" fmla="*/ 790340 h 4606732"/>
              <a:gd name="connsiteX2" fmla="*/ 811307 w 1588678"/>
              <a:gd name="connsiteY2" fmla="*/ 1580680 h 4606732"/>
              <a:gd name="connsiteX3" fmla="*/ 75652 w 1588678"/>
              <a:gd name="connsiteY3" fmla="*/ 2303366 h 4606732"/>
              <a:gd name="connsiteX4" fmla="*/ 811307 w 1588678"/>
              <a:gd name="connsiteY4" fmla="*/ 3026052 h 4606732"/>
              <a:gd name="connsiteX5" fmla="*/ 1588678 w 1588678"/>
              <a:gd name="connsiteY5" fmla="*/ 3816392 h 4606732"/>
              <a:gd name="connsiteX6" fmla="*/ 811307 w 1588678"/>
              <a:gd name="connsiteY6" fmla="*/ 4606732 h 4606732"/>
              <a:gd name="connsiteX7" fmla="*/ 777372 w 1588678"/>
              <a:gd name="connsiteY7" fmla="*/ 4539078 h 4606732"/>
              <a:gd name="connsiteX8" fmla="*/ 1513026 w 1588678"/>
              <a:gd name="connsiteY8" fmla="*/ 3816392 h 4606732"/>
              <a:gd name="connsiteX9" fmla="*/ 777372 w 1588678"/>
              <a:gd name="connsiteY9" fmla="*/ 3093706 h 4606732"/>
              <a:gd name="connsiteX10" fmla="*/ 0 w 1588678"/>
              <a:gd name="connsiteY10" fmla="*/ 2303366 h 4606732"/>
              <a:gd name="connsiteX11" fmla="*/ 777372 w 1588678"/>
              <a:gd name="connsiteY11" fmla="*/ 1513026 h 4606732"/>
              <a:gd name="connsiteX12" fmla="*/ 1513026 w 1588678"/>
              <a:gd name="connsiteY12" fmla="*/ 790340 h 4606732"/>
              <a:gd name="connsiteX13" fmla="*/ 777372 w 1588678"/>
              <a:gd name="connsiteY13" fmla="*/ 67654 h 4606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588678" h="4606732">
                <a:moveTo>
                  <a:pt x="811307" y="0"/>
                </a:moveTo>
                <a:cubicBezTo>
                  <a:pt x="1193454" y="191074"/>
                  <a:pt x="1588678" y="389064"/>
                  <a:pt x="1588678" y="790340"/>
                </a:cubicBezTo>
                <a:cubicBezTo>
                  <a:pt x="1588678" y="1191616"/>
                  <a:pt x="1193454" y="1389606"/>
                  <a:pt x="811307" y="1580680"/>
                </a:cubicBezTo>
                <a:cubicBezTo>
                  <a:pt x="433050" y="1769808"/>
                  <a:pt x="75652" y="1948129"/>
                  <a:pt x="75652" y="2303366"/>
                </a:cubicBezTo>
                <a:cubicBezTo>
                  <a:pt x="75652" y="2658603"/>
                  <a:pt x="432942" y="2836924"/>
                  <a:pt x="811307" y="3026052"/>
                </a:cubicBezTo>
                <a:cubicBezTo>
                  <a:pt x="1193454" y="3217126"/>
                  <a:pt x="1588678" y="3415116"/>
                  <a:pt x="1588678" y="3816392"/>
                </a:cubicBezTo>
                <a:cubicBezTo>
                  <a:pt x="1588678" y="4217668"/>
                  <a:pt x="1193454" y="4415659"/>
                  <a:pt x="811307" y="4606732"/>
                </a:cubicBezTo>
                <a:lnTo>
                  <a:pt x="777372" y="4539078"/>
                </a:lnTo>
                <a:cubicBezTo>
                  <a:pt x="1155628" y="4349950"/>
                  <a:pt x="1513026" y="4171629"/>
                  <a:pt x="1513026" y="3816392"/>
                </a:cubicBezTo>
                <a:cubicBezTo>
                  <a:pt x="1513026" y="3461155"/>
                  <a:pt x="1155736" y="3282834"/>
                  <a:pt x="777372" y="3093706"/>
                </a:cubicBezTo>
                <a:cubicBezTo>
                  <a:pt x="395225" y="2902633"/>
                  <a:pt x="0" y="2704642"/>
                  <a:pt x="0" y="2303366"/>
                </a:cubicBezTo>
                <a:cubicBezTo>
                  <a:pt x="0" y="1902090"/>
                  <a:pt x="395225" y="1704100"/>
                  <a:pt x="777372" y="1513026"/>
                </a:cubicBezTo>
                <a:cubicBezTo>
                  <a:pt x="1155628" y="1323898"/>
                  <a:pt x="1513026" y="1145577"/>
                  <a:pt x="1513026" y="790340"/>
                </a:cubicBezTo>
                <a:cubicBezTo>
                  <a:pt x="1513026" y="435103"/>
                  <a:pt x="1155736" y="256782"/>
                  <a:pt x="777372" y="67654"/>
                </a:cubicBezTo>
                <a:close/>
              </a:path>
            </a:pathLst>
          </a:custGeom>
          <a:gradFill>
            <a:gsLst>
              <a:gs pos="0">
                <a:srgbClr val="FFF9E0">
                  <a:alpha val="19000"/>
                </a:srgbClr>
              </a:gs>
              <a:gs pos="50000">
                <a:srgbClr val="FFF9E0">
                  <a:alpha val="49804"/>
                </a:srgbClr>
              </a:gs>
              <a:gs pos="100000">
                <a:srgbClr val="FFF9E0">
                  <a:alpha val="0"/>
                </a:srgbClr>
              </a:gs>
            </a:gsLst>
            <a:lin ang="5400000" scaled="1"/>
          </a:gra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0850" indent="-2730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2682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1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 b="1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4013" indent="-35401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6575" indent="-2682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i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 </a:t>
            </a:r>
          </a:p>
        </p:txBody>
      </p:sp>
      <p:grpSp>
        <p:nvGrpSpPr>
          <p:cNvPr id="91" name="Groep 90">
            <a:extLst>
              <a:ext uri="{FF2B5EF4-FFF2-40B4-BE49-F238E27FC236}">
                <a16:creationId xmlns:a16="http://schemas.microsoft.com/office/drawing/2014/main" id="{F57A31A3-FE58-E4BD-543A-E6C8F5BCD89E}"/>
              </a:ext>
            </a:extLst>
          </p:cNvPr>
          <p:cNvGrpSpPr/>
          <p:nvPr userDrawn="1"/>
        </p:nvGrpSpPr>
        <p:grpSpPr>
          <a:xfrm>
            <a:off x="-66454" y="268654"/>
            <a:ext cx="151965" cy="151965"/>
            <a:chOff x="1436100" y="268654"/>
            <a:chExt cx="151965" cy="151965"/>
          </a:xfrm>
        </p:grpSpPr>
        <p:sp>
          <p:nvSpPr>
            <p:cNvPr id="92" name="Vrije vorm: vorm 91">
              <a:extLst>
                <a:ext uri="{FF2B5EF4-FFF2-40B4-BE49-F238E27FC236}">
                  <a16:creationId xmlns:a16="http://schemas.microsoft.com/office/drawing/2014/main" id="{A6C9CE4D-07F3-1842-5C4C-DA8FC80D1764}"/>
                </a:ext>
              </a:extLst>
            </p:cNvPr>
            <p:cNvSpPr/>
            <p:nvPr/>
          </p:nvSpPr>
          <p:spPr>
            <a:xfrm>
              <a:off x="1436100" y="268654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66BE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3" name="Vrije vorm: vorm 92">
              <a:extLst>
                <a:ext uri="{FF2B5EF4-FFF2-40B4-BE49-F238E27FC236}">
                  <a16:creationId xmlns:a16="http://schemas.microsoft.com/office/drawing/2014/main" id="{44177170-AD99-DC9A-118D-1583C2A228AA}"/>
                </a:ext>
              </a:extLst>
            </p:cNvPr>
            <p:cNvSpPr/>
            <p:nvPr/>
          </p:nvSpPr>
          <p:spPr>
            <a:xfrm>
              <a:off x="1436100" y="268654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49695 w 167268"/>
                <a:gd name="connsiteY6" fmla="*/ 84117 h 167268"/>
                <a:gd name="connsiteX7" fmla="*/ 59732 w 167268"/>
                <a:gd name="connsiteY7" fmla="*/ 59732 h 167268"/>
                <a:gd name="connsiteX8" fmla="*/ 107523 w 167268"/>
                <a:gd name="connsiteY8" fmla="*/ 59732 h 167268"/>
                <a:gd name="connsiteX9" fmla="*/ 107523 w 167268"/>
                <a:gd name="connsiteY9" fmla="*/ 107523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7350"/>
                    <a:pt x="49959" y="102591"/>
                    <a:pt x="49695" y="84117"/>
                  </a:cubicBezTo>
                  <a:cubicBezTo>
                    <a:pt x="49552" y="74957"/>
                    <a:pt x="53185" y="66143"/>
                    <a:pt x="59732" y="59732"/>
                  </a:cubicBezTo>
                  <a:cubicBezTo>
                    <a:pt x="72934" y="46534"/>
                    <a:pt x="94321" y="46534"/>
                    <a:pt x="107523" y="59732"/>
                  </a:cubicBezTo>
                  <a:cubicBezTo>
                    <a:pt x="120725" y="72929"/>
                    <a:pt x="120725" y="94325"/>
                    <a:pt x="107523" y="107523"/>
                  </a:cubicBezTo>
                  <a:cubicBezTo>
                    <a:pt x="101131" y="113745"/>
                    <a:pt x="92540" y="117182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422513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6" presetClass="emph" presetSubtype="0" autoRev="1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10" dur="100" fill="hold"/>
                                        <p:tgtEl>
                                          <p:spTgt spid="18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6" presetClass="emph" presetSubtype="0" autoRev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16" dur="100" fill="hold"/>
                                        <p:tgtEl>
                                          <p:spTgt spid="16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6" presetClass="emph" presetSubtype="0" autoRev="1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22" dur="100" fill="hold"/>
                                        <p:tgtEl>
                                          <p:spTgt spid="15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6" presetClass="emph" presetSubtype="0" autoRev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28" dur="100" fill="hold"/>
                                        <p:tgtEl>
                                          <p:spTgt spid="17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6" presetClass="emph" presetSubtype="0" autoRev="1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Scale>
                                      <p:cBhvr>
                                        <p:cTn id="34" dur="100" fill="hold"/>
                                        <p:tgtEl>
                                          <p:spTgt spid="17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2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6" presetClass="emph" presetSubtype="0" autoRev="1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Scale>
                                      <p:cBhvr>
                                        <p:cTn id="40" dur="100" fill="hold"/>
                                        <p:tgtEl>
                                          <p:spTgt spid="16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41" presetID="2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6" presetClass="emph" presetSubtype="0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46" dur="100" fill="hold"/>
                                        <p:tgtEl>
                                          <p:spTgt spid="160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47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6" presetClass="emph" presetSubtype="0" autoRev="1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52" dur="100" fill="hold"/>
                                        <p:tgtEl>
                                          <p:spTgt spid="16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3" presetClass="entr" presetSubtype="16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6" presetClass="emph" presetSubtype="0" autoRev="1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58" dur="100" fill="hold"/>
                                        <p:tgtEl>
                                          <p:spTgt spid="17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23" presetClass="entr" presetSubtype="16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6" presetClass="emph" presetSubtype="0" autoRev="1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64" dur="100" fill="hold"/>
                                        <p:tgtEl>
                                          <p:spTgt spid="162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65" presetID="2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6" presetClass="emph" presetSubtype="0" autoRev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70" dur="100" fill="hold"/>
                                        <p:tgtEl>
                                          <p:spTgt spid="161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71" presetID="2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6" presetClass="emph" presetSubtype="0" autoRev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76" dur="100" fill="hold"/>
                                        <p:tgtEl>
                                          <p:spTgt spid="178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77" presetID="23" presetClass="entr" presetSubtype="16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6" presetClass="emph" presetSubtype="0" autoRev="1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animScale>
                                      <p:cBhvr>
                                        <p:cTn id="82" dur="100" fill="hold"/>
                                        <p:tgtEl>
                                          <p:spTgt spid="17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83" presetID="2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6" presetClass="emph" presetSubtype="0" autoRev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88" dur="100" fill="hold"/>
                                        <p:tgtEl>
                                          <p:spTgt spid="169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89" presetID="23" presetClass="entr" presetSubtype="16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6" presetClass="emph" presetSubtype="0" autoRev="1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animScale>
                                      <p:cBhvr>
                                        <p:cTn id="94" dur="100" fill="hold"/>
                                        <p:tgtEl>
                                          <p:spTgt spid="158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5" presetID="23" presetClass="entr" presetSubtype="16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6" presetClass="emph" presetSubtype="0" autoRev="1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animScale>
                                      <p:cBhvr>
                                        <p:cTn id="100" dur="100" fill="hold"/>
                                        <p:tgtEl>
                                          <p:spTgt spid="168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01" presetID="2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6" presetClass="emph" presetSubtype="0" autoRev="1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106" dur="100" fill="hold"/>
                                        <p:tgtEl>
                                          <p:spTgt spid="16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07" presetID="2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6" presetClass="emph" presetSubtype="0" autoRev="1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112" dur="100" fill="hold"/>
                                        <p:tgtEl>
                                          <p:spTgt spid="16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13" presetID="2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6" presetClass="emph" presetSubtype="0" autoRev="1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118" dur="100" fill="hold"/>
                                        <p:tgtEl>
                                          <p:spTgt spid="172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" presetClass="entr" presetSubtype="8" decel="10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2" presetClass="entr" presetSubtype="8" decel="100000" fill="hold" grpId="0" nodeType="withEffect">
                                  <p:stCondLst>
                                    <p:cond delay="265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8" decel="100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1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1000"/>
                                        <p:tgtEl>
                                          <p:spTgt spid="8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100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1000"/>
                                        <p:tgtEl>
                                          <p:spTgt spid="8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5" dur="1000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1000"/>
                                        <p:tgtEl>
                                          <p:spTgt spid="8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1000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6" presetClass="emph" presetSubtype="0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157" dur="100" fill="hold"/>
                                        <p:tgtEl>
                                          <p:spTgt spid="91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58" presetID="2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6" presetClass="emph" presetSubtype="0" autoRev="1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163" dur="100" fill="hold"/>
                                        <p:tgtEl>
                                          <p:spTgt spid="4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64" presetID="2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6" presetClass="emph" presetSubtype="0" autoRev="1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169" dur="100" fill="hold"/>
                                        <p:tgtEl>
                                          <p:spTgt spid="4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0" presetID="2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4" presetID="6" presetClass="emph" presetSubtype="0" autoRev="1" fill="hold" grpId="1" nodeType="withEffect">
                                  <p:stCondLst>
                                    <p:cond delay="1250"/>
                                  </p:stCondLst>
                                  <p:childTnLst>
                                    <p:animScale>
                                      <p:cBhvr>
                                        <p:cTn id="175" dur="100" fill="hold"/>
                                        <p:tgtEl>
                                          <p:spTgt spid="14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" grpId="0" animBg="1"/>
      <p:bldP spid="192" grpId="0" animBg="1"/>
      <p:bldP spid="203" grpId="0" animBg="1"/>
      <p:bldP spid="87" grpId="0" uiExpand="1" build="p" animBg="1">
        <p:tmplLst>
          <p:tmpl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1000"/>
                        <p:tgtEl>
                          <p:spTgt spid="8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1000"/>
                        <p:tgtEl>
                          <p:spTgt spid="8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animBg="1"/>
      <p:bldP spid="43" grpId="1" animBg="1"/>
      <p:bldP spid="45" grpId="0" animBg="1"/>
      <p:bldP spid="45" grpId="1" animBg="1"/>
      <p:bldP spid="147" grpId="0" animBg="1"/>
      <p:bldP spid="147" grpId="1" animBg="1"/>
      <p:bldP spid="185" grpId="0" animBg="1"/>
      <p:bldP spid="185" grpId="1" animBg="1"/>
      <p:bldP spid="190" grpId="0" animBg="1"/>
      <p:bldP spid="86" grpId="0" uiExpand="1" build="p" animBg="1">
        <p:tmplLst>
          <p:tmpl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1000"/>
                        <p:tgtEl>
                          <p:spTgt spid="8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1000"/>
                        <p:tgtEl>
                          <p:spTgt spid="8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8" grpId="0" uiExpand="1" build="p" animBg="1">
        <p:tmplLst>
          <p:tmpl>
            <p:tnLst>
              <p:par>
                <p:cTn presetID="22" presetClass="entr" presetSubtype="4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1000"/>
                        <p:tgtEl>
                          <p:spTgt spid="8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22" presetClass="entr" presetSubtype="4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1000"/>
                        <p:tgtEl>
                          <p:spTgt spid="8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Safet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hthoek 152">
            <a:extLst>
              <a:ext uri="{FF2B5EF4-FFF2-40B4-BE49-F238E27FC236}">
                <a16:creationId xmlns:a16="http://schemas.microsoft.com/office/drawing/2014/main" id="{F50AF329-6F26-2310-D7F2-4EA5444F404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D7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/>
          </a:p>
        </p:txBody>
      </p:sp>
      <p:sp>
        <p:nvSpPr>
          <p:cNvPr id="198" name="Vrije vorm: vorm 197">
            <a:extLst>
              <a:ext uri="{FF2B5EF4-FFF2-40B4-BE49-F238E27FC236}">
                <a16:creationId xmlns:a16="http://schemas.microsoft.com/office/drawing/2014/main" id="{857F210E-B01D-43E7-8688-7793F9C6BEF6}"/>
              </a:ext>
            </a:extLst>
          </p:cNvPr>
          <p:cNvSpPr/>
          <p:nvPr userDrawn="1"/>
        </p:nvSpPr>
        <p:spPr>
          <a:xfrm>
            <a:off x="8242567" y="3480414"/>
            <a:ext cx="612961" cy="331953"/>
          </a:xfrm>
          <a:custGeom>
            <a:avLst/>
            <a:gdLst>
              <a:gd name="connsiteX0" fmla="*/ 499893 w 612961"/>
              <a:gd name="connsiteY0" fmla="*/ 119555 h 331953"/>
              <a:gd name="connsiteX1" fmla="*/ 444083 w 612961"/>
              <a:gd name="connsiteY1" fmla="*/ 181422 h 331953"/>
              <a:gd name="connsiteX2" fmla="*/ 556725 w 612961"/>
              <a:gd name="connsiteY2" fmla="*/ 181422 h 331953"/>
              <a:gd name="connsiteX3" fmla="*/ 499893 w 612961"/>
              <a:gd name="connsiteY3" fmla="*/ 119555 h 331953"/>
              <a:gd name="connsiteX4" fmla="*/ 130391 w 612961"/>
              <a:gd name="connsiteY4" fmla="*/ 88237 h 331953"/>
              <a:gd name="connsiteX5" fmla="*/ 184323 w 612961"/>
              <a:gd name="connsiteY5" fmla="*/ 88237 h 331953"/>
              <a:gd name="connsiteX6" fmla="*/ 184323 w 612961"/>
              <a:gd name="connsiteY6" fmla="*/ 325383 h 331953"/>
              <a:gd name="connsiteX7" fmla="*/ 130391 w 612961"/>
              <a:gd name="connsiteY7" fmla="*/ 325383 h 331953"/>
              <a:gd name="connsiteX8" fmla="*/ 499893 w 612961"/>
              <a:gd name="connsiteY8" fmla="*/ 81836 h 331953"/>
              <a:gd name="connsiteX9" fmla="*/ 612961 w 612961"/>
              <a:gd name="connsiteY9" fmla="*/ 206340 h 331953"/>
              <a:gd name="connsiteX10" fmla="*/ 612961 w 612961"/>
              <a:gd name="connsiteY10" fmla="*/ 214617 h 331953"/>
              <a:gd name="connsiteX11" fmla="*/ 443142 w 612961"/>
              <a:gd name="connsiteY11" fmla="*/ 214617 h 331953"/>
              <a:gd name="connsiteX12" fmla="*/ 443142 w 612961"/>
              <a:gd name="connsiteY12" fmla="*/ 216069 h 331953"/>
              <a:gd name="connsiteX13" fmla="*/ 504074 w 612961"/>
              <a:gd name="connsiteY13" fmla="*/ 291847 h 331953"/>
              <a:gd name="connsiteX14" fmla="*/ 559455 w 612961"/>
              <a:gd name="connsiteY14" fmla="*/ 251653 h 331953"/>
              <a:gd name="connsiteX15" fmla="*/ 610656 w 612961"/>
              <a:gd name="connsiteY15" fmla="*/ 257200 h 331953"/>
              <a:gd name="connsiteX16" fmla="*/ 501342 w 612961"/>
              <a:gd name="connsiteY16" fmla="*/ 331953 h 331953"/>
              <a:gd name="connsiteX17" fmla="*/ 386396 w 612961"/>
              <a:gd name="connsiteY17" fmla="*/ 207365 h 331953"/>
              <a:gd name="connsiteX18" fmla="*/ 499893 w 612961"/>
              <a:gd name="connsiteY18" fmla="*/ 81836 h 331953"/>
              <a:gd name="connsiteX19" fmla="*/ 130391 w 612961"/>
              <a:gd name="connsiteY19" fmla="*/ 5205 h 331953"/>
              <a:gd name="connsiteX20" fmla="*/ 184323 w 612961"/>
              <a:gd name="connsiteY20" fmla="*/ 5205 h 331953"/>
              <a:gd name="connsiteX21" fmla="*/ 184323 w 612961"/>
              <a:gd name="connsiteY21" fmla="*/ 49409 h 331953"/>
              <a:gd name="connsiteX22" fmla="*/ 130391 w 612961"/>
              <a:gd name="connsiteY22" fmla="*/ 49409 h 331953"/>
              <a:gd name="connsiteX23" fmla="*/ 0 w 612961"/>
              <a:gd name="connsiteY23" fmla="*/ 5121 h 331953"/>
              <a:gd name="connsiteX24" fmla="*/ 53931 w 612961"/>
              <a:gd name="connsiteY24" fmla="*/ 5121 h 331953"/>
              <a:gd name="connsiteX25" fmla="*/ 53931 w 612961"/>
              <a:gd name="connsiteY25" fmla="*/ 325383 h 331953"/>
              <a:gd name="connsiteX26" fmla="*/ 0 w 612961"/>
              <a:gd name="connsiteY26" fmla="*/ 325383 h 331953"/>
              <a:gd name="connsiteX27" fmla="*/ 342535 w 612961"/>
              <a:gd name="connsiteY27" fmla="*/ 0 h 331953"/>
              <a:gd name="connsiteX28" fmla="*/ 388274 w 612961"/>
              <a:gd name="connsiteY28" fmla="*/ 4182 h 331953"/>
              <a:gd name="connsiteX29" fmla="*/ 388274 w 612961"/>
              <a:gd name="connsiteY29" fmla="*/ 42924 h 331953"/>
              <a:gd name="connsiteX30" fmla="*/ 356870 w 612961"/>
              <a:gd name="connsiteY30" fmla="*/ 39682 h 331953"/>
              <a:gd name="connsiteX31" fmla="*/ 317615 w 612961"/>
              <a:gd name="connsiteY31" fmla="*/ 81752 h 331953"/>
              <a:gd name="connsiteX32" fmla="*/ 317615 w 612961"/>
              <a:gd name="connsiteY32" fmla="*/ 88237 h 331953"/>
              <a:gd name="connsiteX33" fmla="*/ 375303 w 612961"/>
              <a:gd name="connsiteY33" fmla="*/ 88237 h 331953"/>
              <a:gd name="connsiteX34" fmla="*/ 375303 w 612961"/>
              <a:gd name="connsiteY34" fmla="*/ 124590 h 331953"/>
              <a:gd name="connsiteX35" fmla="*/ 318554 w 612961"/>
              <a:gd name="connsiteY35" fmla="*/ 124590 h 331953"/>
              <a:gd name="connsiteX36" fmla="*/ 318554 w 612961"/>
              <a:gd name="connsiteY36" fmla="*/ 325297 h 331953"/>
              <a:gd name="connsiteX37" fmla="*/ 266500 w 612961"/>
              <a:gd name="connsiteY37" fmla="*/ 325297 h 331953"/>
              <a:gd name="connsiteX38" fmla="*/ 266500 w 612961"/>
              <a:gd name="connsiteY38" fmla="*/ 124504 h 331953"/>
              <a:gd name="connsiteX39" fmla="*/ 227247 w 612961"/>
              <a:gd name="connsiteY39" fmla="*/ 124504 h 331953"/>
              <a:gd name="connsiteX40" fmla="*/ 227247 w 612961"/>
              <a:gd name="connsiteY40" fmla="*/ 88151 h 331953"/>
              <a:gd name="connsiteX41" fmla="*/ 266500 w 612961"/>
              <a:gd name="connsiteY41" fmla="*/ 88151 h 331953"/>
              <a:gd name="connsiteX42" fmla="*/ 266500 w 612961"/>
              <a:gd name="connsiteY42" fmla="*/ 83543 h 331953"/>
              <a:gd name="connsiteX43" fmla="*/ 342535 w 612961"/>
              <a:gd name="connsiteY43" fmla="*/ 0 h 331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612961" h="331953">
                <a:moveTo>
                  <a:pt x="499893" y="119555"/>
                </a:moveTo>
                <a:cubicBezTo>
                  <a:pt x="468999" y="119555"/>
                  <a:pt x="447326" y="141657"/>
                  <a:pt x="444083" y="181422"/>
                </a:cubicBezTo>
                <a:lnTo>
                  <a:pt x="556725" y="181422"/>
                </a:lnTo>
                <a:cubicBezTo>
                  <a:pt x="555359" y="140804"/>
                  <a:pt x="535048" y="119555"/>
                  <a:pt x="499893" y="119555"/>
                </a:cubicBezTo>
                <a:close/>
                <a:moveTo>
                  <a:pt x="130391" y="88237"/>
                </a:moveTo>
                <a:lnTo>
                  <a:pt x="184323" y="88237"/>
                </a:lnTo>
                <a:lnTo>
                  <a:pt x="184323" y="325383"/>
                </a:lnTo>
                <a:lnTo>
                  <a:pt x="130391" y="325383"/>
                </a:lnTo>
                <a:close/>
                <a:moveTo>
                  <a:pt x="499893" y="81836"/>
                </a:moveTo>
                <a:cubicBezTo>
                  <a:pt x="568757" y="81836"/>
                  <a:pt x="612961" y="129282"/>
                  <a:pt x="612961" y="206340"/>
                </a:cubicBezTo>
                <a:lnTo>
                  <a:pt x="612961" y="214617"/>
                </a:lnTo>
                <a:lnTo>
                  <a:pt x="443142" y="214617"/>
                </a:lnTo>
                <a:lnTo>
                  <a:pt x="443142" y="216069"/>
                </a:lnTo>
                <a:cubicBezTo>
                  <a:pt x="443142" y="264538"/>
                  <a:pt x="466696" y="291847"/>
                  <a:pt x="504074" y="291847"/>
                </a:cubicBezTo>
                <a:cubicBezTo>
                  <a:pt x="529929" y="291847"/>
                  <a:pt x="550751" y="277510"/>
                  <a:pt x="559455" y="251653"/>
                </a:cubicBezTo>
                <a:lnTo>
                  <a:pt x="610656" y="257200"/>
                </a:lnTo>
                <a:cubicBezTo>
                  <a:pt x="593589" y="305670"/>
                  <a:pt x="555359" y="331953"/>
                  <a:pt x="501342" y="331953"/>
                </a:cubicBezTo>
                <a:cubicBezTo>
                  <a:pt x="432051" y="331953"/>
                  <a:pt x="386396" y="282630"/>
                  <a:pt x="386396" y="207365"/>
                </a:cubicBezTo>
                <a:cubicBezTo>
                  <a:pt x="386396" y="132100"/>
                  <a:pt x="432476" y="81836"/>
                  <a:pt x="499893" y="81836"/>
                </a:cubicBezTo>
                <a:close/>
                <a:moveTo>
                  <a:pt x="130391" y="5205"/>
                </a:moveTo>
                <a:lnTo>
                  <a:pt x="184323" y="5205"/>
                </a:lnTo>
                <a:lnTo>
                  <a:pt x="184323" y="49409"/>
                </a:lnTo>
                <a:lnTo>
                  <a:pt x="130391" y="49409"/>
                </a:lnTo>
                <a:close/>
                <a:moveTo>
                  <a:pt x="0" y="5121"/>
                </a:moveTo>
                <a:lnTo>
                  <a:pt x="53931" y="5121"/>
                </a:lnTo>
                <a:lnTo>
                  <a:pt x="53931" y="325383"/>
                </a:lnTo>
                <a:lnTo>
                  <a:pt x="0" y="325383"/>
                </a:lnTo>
                <a:close/>
                <a:moveTo>
                  <a:pt x="342535" y="0"/>
                </a:moveTo>
                <a:cubicBezTo>
                  <a:pt x="358748" y="0"/>
                  <a:pt x="373937" y="939"/>
                  <a:pt x="388274" y="4182"/>
                </a:cubicBezTo>
                <a:lnTo>
                  <a:pt x="388274" y="42924"/>
                </a:lnTo>
                <a:cubicBezTo>
                  <a:pt x="374874" y="40619"/>
                  <a:pt x="364721" y="39682"/>
                  <a:pt x="356870" y="39682"/>
                </a:cubicBezTo>
                <a:cubicBezTo>
                  <a:pt x="329137" y="39682"/>
                  <a:pt x="317615" y="52651"/>
                  <a:pt x="317615" y="81752"/>
                </a:cubicBezTo>
                <a:lnTo>
                  <a:pt x="317615" y="88237"/>
                </a:lnTo>
                <a:lnTo>
                  <a:pt x="375303" y="88237"/>
                </a:lnTo>
                <a:lnTo>
                  <a:pt x="375303" y="124590"/>
                </a:lnTo>
                <a:lnTo>
                  <a:pt x="318554" y="124590"/>
                </a:lnTo>
                <a:lnTo>
                  <a:pt x="318554" y="325297"/>
                </a:lnTo>
                <a:lnTo>
                  <a:pt x="266500" y="325297"/>
                </a:lnTo>
                <a:lnTo>
                  <a:pt x="266500" y="124504"/>
                </a:lnTo>
                <a:lnTo>
                  <a:pt x="227247" y="124504"/>
                </a:lnTo>
                <a:lnTo>
                  <a:pt x="227247" y="88151"/>
                </a:lnTo>
                <a:lnTo>
                  <a:pt x="266500" y="88151"/>
                </a:lnTo>
                <a:lnTo>
                  <a:pt x="266500" y="83543"/>
                </a:lnTo>
                <a:cubicBezTo>
                  <a:pt x="266500" y="26710"/>
                  <a:pt x="290480" y="0"/>
                  <a:pt x="342535" y="0"/>
                </a:cubicBezTo>
                <a:close/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92" name="Vrije vorm: vorm 191">
            <a:extLst>
              <a:ext uri="{FF2B5EF4-FFF2-40B4-BE49-F238E27FC236}">
                <a16:creationId xmlns:a16="http://schemas.microsoft.com/office/drawing/2014/main" id="{9F123195-9A29-4656-E853-17AE6C8F6F1B}"/>
              </a:ext>
            </a:extLst>
          </p:cNvPr>
          <p:cNvSpPr/>
          <p:nvPr/>
        </p:nvSpPr>
        <p:spPr>
          <a:xfrm>
            <a:off x="7558010" y="3050751"/>
            <a:ext cx="2177659" cy="326577"/>
          </a:xfrm>
          <a:custGeom>
            <a:avLst/>
            <a:gdLst>
              <a:gd name="connsiteX0" fmla="*/ 1107982 w 1219677"/>
              <a:gd name="connsiteY0" fmla="*/ 46504 h 182911"/>
              <a:gd name="connsiteX1" fmla="*/ 1107982 w 1219677"/>
              <a:gd name="connsiteY1" fmla="*/ 179327 h 182911"/>
              <a:gd name="connsiteX2" fmla="*/ 1137184 w 1219677"/>
              <a:gd name="connsiteY2" fmla="*/ 179327 h 182911"/>
              <a:gd name="connsiteX3" fmla="*/ 1137184 w 1219677"/>
              <a:gd name="connsiteY3" fmla="*/ 103333 h 182911"/>
              <a:gd name="connsiteX4" fmla="*/ 1167964 w 1219677"/>
              <a:gd name="connsiteY4" fmla="*/ 65575 h 182911"/>
              <a:gd name="connsiteX5" fmla="*/ 1190476 w 1219677"/>
              <a:gd name="connsiteY5" fmla="*/ 94538 h 182911"/>
              <a:gd name="connsiteX6" fmla="*/ 1190476 w 1219677"/>
              <a:gd name="connsiteY6" fmla="*/ 179279 h 182911"/>
              <a:gd name="connsiteX7" fmla="*/ 1219678 w 1219677"/>
              <a:gd name="connsiteY7" fmla="*/ 179279 h 182911"/>
              <a:gd name="connsiteX8" fmla="*/ 1219678 w 1219677"/>
              <a:gd name="connsiteY8" fmla="*/ 94299 h 182911"/>
              <a:gd name="connsiteX9" fmla="*/ 1176519 w 1219677"/>
              <a:gd name="connsiteY9" fmla="*/ 42872 h 182911"/>
              <a:gd name="connsiteX10" fmla="*/ 1135416 w 1219677"/>
              <a:gd name="connsiteY10" fmla="*/ 69207 h 182911"/>
              <a:gd name="connsiteX11" fmla="*/ 1135368 w 1219677"/>
              <a:gd name="connsiteY11" fmla="*/ 46457 h 182911"/>
              <a:gd name="connsiteX12" fmla="*/ 1107982 w 1219677"/>
              <a:gd name="connsiteY12" fmla="*/ 46457 h 182911"/>
              <a:gd name="connsiteX13" fmla="*/ 1017171 w 1219677"/>
              <a:gd name="connsiteY13" fmla="*/ 64571 h 182911"/>
              <a:gd name="connsiteX14" fmla="*/ 1048954 w 1219677"/>
              <a:gd name="connsiteY14" fmla="*/ 112892 h 182911"/>
              <a:gd name="connsiteX15" fmla="*/ 1017171 w 1219677"/>
              <a:gd name="connsiteY15" fmla="*/ 160973 h 182911"/>
              <a:gd name="connsiteX16" fmla="*/ 985626 w 1219677"/>
              <a:gd name="connsiteY16" fmla="*/ 112892 h 182911"/>
              <a:gd name="connsiteX17" fmla="*/ 1017171 w 1219677"/>
              <a:gd name="connsiteY17" fmla="*/ 64571 h 182911"/>
              <a:gd name="connsiteX18" fmla="*/ 1017171 w 1219677"/>
              <a:gd name="connsiteY18" fmla="*/ 42872 h 182911"/>
              <a:gd name="connsiteX19" fmla="*/ 953843 w 1219677"/>
              <a:gd name="connsiteY19" fmla="*/ 112892 h 182911"/>
              <a:gd name="connsiteX20" fmla="*/ 1017171 w 1219677"/>
              <a:gd name="connsiteY20" fmla="*/ 182911 h 182911"/>
              <a:gd name="connsiteX21" fmla="*/ 1080739 w 1219677"/>
              <a:gd name="connsiteY21" fmla="*/ 112892 h 182911"/>
              <a:gd name="connsiteX22" fmla="*/ 1017171 w 1219677"/>
              <a:gd name="connsiteY22" fmla="*/ 42872 h 182911"/>
              <a:gd name="connsiteX23" fmla="*/ 896633 w 1219677"/>
              <a:gd name="connsiteY23" fmla="*/ 179327 h 182911"/>
              <a:gd name="connsiteX24" fmla="*/ 926838 w 1219677"/>
              <a:gd name="connsiteY24" fmla="*/ 179327 h 182911"/>
              <a:gd name="connsiteX25" fmla="*/ 926838 w 1219677"/>
              <a:gd name="connsiteY25" fmla="*/ 46504 h 182911"/>
              <a:gd name="connsiteX26" fmla="*/ 896633 w 1219677"/>
              <a:gd name="connsiteY26" fmla="*/ 46504 h 182911"/>
              <a:gd name="connsiteX27" fmla="*/ 896633 w 1219677"/>
              <a:gd name="connsiteY27" fmla="*/ 179327 h 182911"/>
              <a:gd name="connsiteX28" fmla="*/ 896633 w 1219677"/>
              <a:gd name="connsiteY28" fmla="*/ 24758 h 182911"/>
              <a:gd name="connsiteX29" fmla="*/ 926838 w 1219677"/>
              <a:gd name="connsiteY29" fmla="*/ 24758 h 182911"/>
              <a:gd name="connsiteX30" fmla="*/ 926838 w 1219677"/>
              <a:gd name="connsiteY30" fmla="*/ 0 h 182911"/>
              <a:gd name="connsiteX31" fmla="*/ 896633 w 1219677"/>
              <a:gd name="connsiteY31" fmla="*/ 0 h 182911"/>
              <a:gd name="connsiteX32" fmla="*/ 896633 w 1219677"/>
              <a:gd name="connsiteY32" fmla="*/ 24758 h 182911"/>
              <a:gd name="connsiteX33" fmla="*/ 831775 w 1219677"/>
              <a:gd name="connsiteY33" fmla="*/ 9798 h 182911"/>
              <a:gd name="connsiteX34" fmla="*/ 803862 w 1219677"/>
              <a:gd name="connsiteY34" fmla="*/ 12092 h 182911"/>
              <a:gd name="connsiteX35" fmla="*/ 802859 w 1219677"/>
              <a:gd name="connsiteY35" fmla="*/ 46457 h 182911"/>
              <a:gd name="connsiteX36" fmla="*/ 779821 w 1219677"/>
              <a:gd name="connsiteY36" fmla="*/ 46457 h 182911"/>
              <a:gd name="connsiteX37" fmla="*/ 779821 w 1219677"/>
              <a:gd name="connsiteY37" fmla="*/ 66865 h 182911"/>
              <a:gd name="connsiteX38" fmla="*/ 802046 w 1219677"/>
              <a:gd name="connsiteY38" fmla="*/ 66865 h 182911"/>
              <a:gd name="connsiteX39" fmla="*/ 802046 w 1219677"/>
              <a:gd name="connsiteY39" fmla="*/ 133300 h 182911"/>
              <a:gd name="connsiteX40" fmla="*/ 843867 w 1219677"/>
              <a:gd name="connsiteY40" fmla="*/ 182863 h 182911"/>
              <a:gd name="connsiteX41" fmla="*/ 865088 w 1219677"/>
              <a:gd name="connsiteY41" fmla="*/ 180283 h 182911"/>
              <a:gd name="connsiteX42" fmla="*/ 865088 w 1219677"/>
              <a:gd name="connsiteY42" fmla="*/ 157293 h 182911"/>
              <a:gd name="connsiteX43" fmla="*/ 850319 w 1219677"/>
              <a:gd name="connsiteY43" fmla="*/ 159109 h 182911"/>
              <a:gd name="connsiteX44" fmla="*/ 831727 w 1219677"/>
              <a:gd name="connsiteY44" fmla="*/ 131197 h 182911"/>
              <a:gd name="connsiteX45" fmla="*/ 831727 w 1219677"/>
              <a:gd name="connsiteY45" fmla="*/ 66913 h 182911"/>
              <a:gd name="connsiteX46" fmla="*/ 861407 w 1219677"/>
              <a:gd name="connsiteY46" fmla="*/ 66913 h 182911"/>
              <a:gd name="connsiteX47" fmla="*/ 861407 w 1219677"/>
              <a:gd name="connsiteY47" fmla="*/ 46504 h 182911"/>
              <a:gd name="connsiteX48" fmla="*/ 831727 w 1219677"/>
              <a:gd name="connsiteY48" fmla="*/ 46504 h 182911"/>
              <a:gd name="connsiteX49" fmla="*/ 831727 w 1219677"/>
              <a:gd name="connsiteY49" fmla="*/ 9798 h 182911"/>
              <a:gd name="connsiteX50" fmla="*/ 728681 w 1219677"/>
              <a:gd name="connsiteY50" fmla="*/ 113178 h 182911"/>
              <a:gd name="connsiteX51" fmla="*/ 728681 w 1219677"/>
              <a:gd name="connsiteY51" fmla="*/ 122737 h 182911"/>
              <a:gd name="connsiteX52" fmla="*/ 693790 w 1219677"/>
              <a:gd name="connsiteY52" fmla="*/ 161308 h 182911"/>
              <a:gd name="connsiteX53" fmla="*/ 669989 w 1219677"/>
              <a:gd name="connsiteY53" fmla="*/ 141377 h 182911"/>
              <a:gd name="connsiteX54" fmla="*/ 721990 w 1219677"/>
              <a:gd name="connsiteY54" fmla="*/ 113178 h 182911"/>
              <a:gd name="connsiteX55" fmla="*/ 728681 w 1219677"/>
              <a:gd name="connsiteY55" fmla="*/ 113178 h 182911"/>
              <a:gd name="connsiteX56" fmla="*/ 642125 w 1219677"/>
              <a:gd name="connsiteY56" fmla="*/ 80869 h 182911"/>
              <a:gd name="connsiteX57" fmla="*/ 670036 w 1219677"/>
              <a:gd name="connsiteY57" fmla="*/ 84262 h 182911"/>
              <a:gd name="connsiteX58" fmla="*/ 701055 w 1219677"/>
              <a:gd name="connsiteY58" fmla="*/ 63567 h 182911"/>
              <a:gd name="connsiteX59" fmla="*/ 728729 w 1219677"/>
              <a:gd name="connsiteY59" fmla="*/ 88373 h 182911"/>
              <a:gd name="connsiteX60" fmla="*/ 728729 w 1219677"/>
              <a:gd name="connsiteY60" fmla="*/ 95351 h 182911"/>
              <a:gd name="connsiteX61" fmla="*/ 725910 w 1219677"/>
              <a:gd name="connsiteY61" fmla="*/ 95351 h 182911"/>
              <a:gd name="connsiteX62" fmla="*/ 638540 w 1219677"/>
              <a:gd name="connsiteY62" fmla="*/ 142907 h 182911"/>
              <a:gd name="connsiteX63" fmla="*/ 684231 w 1219677"/>
              <a:gd name="connsiteY63" fmla="*/ 182672 h 182911"/>
              <a:gd name="connsiteX64" fmla="*/ 729255 w 1219677"/>
              <a:gd name="connsiteY64" fmla="*/ 156337 h 182911"/>
              <a:gd name="connsiteX65" fmla="*/ 732074 w 1219677"/>
              <a:gd name="connsiteY65" fmla="*/ 179327 h 182911"/>
              <a:gd name="connsiteX66" fmla="*/ 761804 w 1219677"/>
              <a:gd name="connsiteY66" fmla="*/ 179327 h 182911"/>
              <a:gd name="connsiteX67" fmla="*/ 757932 w 1219677"/>
              <a:gd name="connsiteY67" fmla="*/ 152992 h 182911"/>
              <a:gd name="connsiteX68" fmla="*/ 757932 w 1219677"/>
              <a:gd name="connsiteY68" fmla="*/ 95064 h 182911"/>
              <a:gd name="connsiteX69" fmla="*/ 704210 w 1219677"/>
              <a:gd name="connsiteY69" fmla="*/ 42872 h 182911"/>
              <a:gd name="connsiteX70" fmla="*/ 642125 w 1219677"/>
              <a:gd name="connsiteY70" fmla="*/ 80869 h 182911"/>
              <a:gd name="connsiteX71" fmla="*/ 549546 w 1219677"/>
              <a:gd name="connsiteY71" fmla="*/ 179327 h 182911"/>
              <a:gd name="connsiteX72" fmla="*/ 576693 w 1219677"/>
              <a:gd name="connsiteY72" fmla="*/ 179327 h 182911"/>
              <a:gd name="connsiteX73" fmla="*/ 623723 w 1219677"/>
              <a:gd name="connsiteY73" fmla="*/ 46504 h 182911"/>
              <a:gd name="connsiteX74" fmla="*/ 599157 w 1219677"/>
              <a:gd name="connsiteY74" fmla="*/ 46504 h 182911"/>
              <a:gd name="connsiteX75" fmla="*/ 566082 w 1219677"/>
              <a:gd name="connsiteY75" fmla="*/ 147591 h 182911"/>
              <a:gd name="connsiteX76" fmla="*/ 533248 w 1219677"/>
              <a:gd name="connsiteY76" fmla="*/ 46504 h 182911"/>
              <a:gd name="connsiteX77" fmla="*/ 502993 w 1219677"/>
              <a:gd name="connsiteY77" fmla="*/ 46504 h 182911"/>
              <a:gd name="connsiteX78" fmla="*/ 549546 w 1219677"/>
              <a:gd name="connsiteY78" fmla="*/ 179327 h 182911"/>
              <a:gd name="connsiteX79" fmla="*/ 426235 w 1219677"/>
              <a:gd name="connsiteY79" fmla="*/ 64571 h 182911"/>
              <a:gd name="connsiteX80" fmla="*/ 458067 w 1219677"/>
              <a:gd name="connsiteY80" fmla="*/ 112892 h 182911"/>
              <a:gd name="connsiteX81" fmla="*/ 426235 w 1219677"/>
              <a:gd name="connsiteY81" fmla="*/ 160973 h 182911"/>
              <a:gd name="connsiteX82" fmla="*/ 394691 w 1219677"/>
              <a:gd name="connsiteY82" fmla="*/ 112892 h 182911"/>
              <a:gd name="connsiteX83" fmla="*/ 426235 w 1219677"/>
              <a:gd name="connsiteY83" fmla="*/ 64571 h 182911"/>
              <a:gd name="connsiteX84" fmla="*/ 426235 w 1219677"/>
              <a:gd name="connsiteY84" fmla="*/ 42872 h 182911"/>
              <a:gd name="connsiteX85" fmla="*/ 362954 w 1219677"/>
              <a:gd name="connsiteY85" fmla="*/ 112892 h 182911"/>
              <a:gd name="connsiteX86" fmla="*/ 426235 w 1219677"/>
              <a:gd name="connsiteY86" fmla="*/ 182911 h 182911"/>
              <a:gd name="connsiteX87" fmla="*/ 489802 w 1219677"/>
              <a:gd name="connsiteY87" fmla="*/ 112892 h 182911"/>
              <a:gd name="connsiteX88" fmla="*/ 426235 w 1219677"/>
              <a:gd name="connsiteY88" fmla="*/ 42872 h 182911"/>
              <a:gd name="connsiteX89" fmla="*/ 224302 w 1219677"/>
              <a:gd name="connsiteY89" fmla="*/ 46504 h 182911"/>
              <a:gd name="connsiteX90" fmla="*/ 224302 w 1219677"/>
              <a:gd name="connsiteY90" fmla="*/ 179327 h 182911"/>
              <a:gd name="connsiteX91" fmla="*/ 253456 w 1219677"/>
              <a:gd name="connsiteY91" fmla="*/ 179327 h 182911"/>
              <a:gd name="connsiteX92" fmla="*/ 253456 w 1219677"/>
              <a:gd name="connsiteY92" fmla="*/ 103333 h 182911"/>
              <a:gd name="connsiteX93" fmla="*/ 284236 w 1219677"/>
              <a:gd name="connsiteY93" fmla="*/ 65575 h 182911"/>
              <a:gd name="connsiteX94" fmla="*/ 306699 w 1219677"/>
              <a:gd name="connsiteY94" fmla="*/ 94538 h 182911"/>
              <a:gd name="connsiteX95" fmla="*/ 306699 w 1219677"/>
              <a:gd name="connsiteY95" fmla="*/ 179279 h 182911"/>
              <a:gd name="connsiteX96" fmla="*/ 335903 w 1219677"/>
              <a:gd name="connsiteY96" fmla="*/ 179279 h 182911"/>
              <a:gd name="connsiteX97" fmla="*/ 335903 w 1219677"/>
              <a:gd name="connsiteY97" fmla="*/ 94299 h 182911"/>
              <a:gd name="connsiteX98" fmla="*/ 292792 w 1219677"/>
              <a:gd name="connsiteY98" fmla="*/ 42872 h 182911"/>
              <a:gd name="connsiteX99" fmla="*/ 251688 w 1219677"/>
              <a:gd name="connsiteY99" fmla="*/ 69207 h 182911"/>
              <a:gd name="connsiteX100" fmla="*/ 251640 w 1219677"/>
              <a:gd name="connsiteY100" fmla="*/ 46457 h 182911"/>
              <a:gd name="connsiteX101" fmla="*/ 224302 w 1219677"/>
              <a:gd name="connsiteY101" fmla="*/ 46457 h 182911"/>
              <a:gd name="connsiteX102" fmla="*/ 77189 w 1219677"/>
              <a:gd name="connsiteY102" fmla="*/ 46504 h 182911"/>
              <a:gd name="connsiteX103" fmla="*/ 77189 w 1219677"/>
              <a:gd name="connsiteY103" fmla="*/ 179327 h 182911"/>
              <a:gd name="connsiteX104" fmla="*/ 106391 w 1219677"/>
              <a:gd name="connsiteY104" fmla="*/ 179327 h 182911"/>
              <a:gd name="connsiteX105" fmla="*/ 106391 w 1219677"/>
              <a:gd name="connsiteY105" fmla="*/ 103333 h 182911"/>
              <a:gd name="connsiteX106" fmla="*/ 137172 w 1219677"/>
              <a:gd name="connsiteY106" fmla="*/ 65575 h 182911"/>
              <a:gd name="connsiteX107" fmla="*/ 159635 w 1219677"/>
              <a:gd name="connsiteY107" fmla="*/ 94538 h 182911"/>
              <a:gd name="connsiteX108" fmla="*/ 159635 w 1219677"/>
              <a:gd name="connsiteY108" fmla="*/ 179279 h 182911"/>
              <a:gd name="connsiteX109" fmla="*/ 188838 w 1219677"/>
              <a:gd name="connsiteY109" fmla="*/ 179279 h 182911"/>
              <a:gd name="connsiteX110" fmla="*/ 188838 w 1219677"/>
              <a:gd name="connsiteY110" fmla="*/ 94299 h 182911"/>
              <a:gd name="connsiteX111" fmla="*/ 145679 w 1219677"/>
              <a:gd name="connsiteY111" fmla="*/ 42872 h 182911"/>
              <a:gd name="connsiteX112" fmla="*/ 104623 w 1219677"/>
              <a:gd name="connsiteY112" fmla="*/ 69207 h 182911"/>
              <a:gd name="connsiteX113" fmla="*/ 104575 w 1219677"/>
              <a:gd name="connsiteY113" fmla="*/ 46457 h 182911"/>
              <a:gd name="connsiteX114" fmla="*/ 77189 w 1219677"/>
              <a:gd name="connsiteY114" fmla="*/ 46457 h 182911"/>
              <a:gd name="connsiteX115" fmla="*/ 0 w 1219677"/>
              <a:gd name="connsiteY115" fmla="*/ 179327 h 182911"/>
              <a:gd name="connsiteX116" fmla="*/ 30207 w 1219677"/>
              <a:gd name="connsiteY116" fmla="*/ 179327 h 182911"/>
              <a:gd name="connsiteX117" fmla="*/ 30207 w 1219677"/>
              <a:gd name="connsiteY117" fmla="*/ 46504 h 182911"/>
              <a:gd name="connsiteX118" fmla="*/ 0 w 1219677"/>
              <a:gd name="connsiteY118" fmla="*/ 46504 h 182911"/>
              <a:gd name="connsiteX119" fmla="*/ 0 w 1219677"/>
              <a:gd name="connsiteY119" fmla="*/ 179327 h 182911"/>
              <a:gd name="connsiteX120" fmla="*/ 0 w 1219677"/>
              <a:gd name="connsiteY120" fmla="*/ 24758 h 182911"/>
              <a:gd name="connsiteX121" fmla="*/ 30207 w 1219677"/>
              <a:gd name="connsiteY121" fmla="*/ 24758 h 182911"/>
              <a:gd name="connsiteX122" fmla="*/ 30207 w 1219677"/>
              <a:gd name="connsiteY122" fmla="*/ 0 h 182911"/>
              <a:gd name="connsiteX123" fmla="*/ 0 w 1219677"/>
              <a:gd name="connsiteY123" fmla="*/ 0 h 182911"/>
              <a:gd name="connsiteX124" fmla="*/ 0 w 1219677"/>
              <a:gd name="connsiteY124" fmla="*/ 24758 h 182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</a:cxnLst>
            <a:rect l="l" t="t" r="r" b="b"/>
            <a:pathLst>
              <a:path w="1219677" h="182911">
                <a:moveTo>
                  <a:pt x="1107982" y="46504"/>
                </a:moveTo>
                <a:lnTo>
                  <a:pt x="1107982" y="179327"/>
                </a:lnTo>
                <a:lnTo>
                  <a:pt x="1137184" y="179327"/>
                </a:lnTo>
                <a:lnTo>
                  <a:pt x="1137184" y="103333"/>
                </a:lnTo>
                <a:cubicBezTo>
                  <a:pt x="1137232" y="80343"/>
                  <a:pt x="1150662" y="65575"/>
                  <a:pt x="1167964" y="65575"/>
                </a:cubicBezTo>
                <a:cubicBezTo>
                  <a:pt x="1182445" y="65575"/>
                  <a:pt x="1190476" y="75373"/>
                  <a:pt x="1190476" y="94538"/>
                </a:cubicBezTo>
                <a:lnTo>
                  <a:pt x="1190476" y="179279"/>
                </a:lnTo>
                <a:lnTo>
                  <a:pt x="1219678" y="179279"/>
                </a:lnTo>
                <a:lnTo>
                  <a:pt x="1219678" y="94299"/>
                </a:lnTo>
                <a:cubicBezTo>
                  <a:pt x="1219678" y="59935"/>
                  <a:pt x="1205483" y="42872"/>
                  <a:pt x="1176519" y="42872"/>
                </a:cubicBezTo>
                <a:cubicBezTo>
                  <a:pt x="1158691" y="42872"/>
                  <a:pt x="1144975" y="51666"/>
                  <a:pt x="1135416" y="69207"/>
                </a:cubicBezTo>
                <a:lnTo>
                  <a:pt x="1135368" y="46457"/>
                </a:lnTo>
                <a:lnTo>
                  <a:pt x="1107982" y="46457"/>
                </a:lnTo>
                <a:close/>
                <a:moveTo>
                  <a:pt x="1017171" y="64571"/>
                </a:moveTo>
                <a:cubicBezTo>
                  <a:pt x="1036576" y="64571"/>
                  <a:pt x="1048954" y="81873"/>
                  <a:pt x="1048954" y="112892"/>
                </a:cubicBezTo>
                <a:cubicBezTo>
                  <a:pt x="1048954" y="143911"/>
                  <a:pt x="1036576" y="160973"/>
                  <a:pt x="1017171" y="160973"/>
                </a:cubicBezTo>
                <a:cubicBezTo>
                  <a:pt x="997527" y="160973"/>
                  <a:pt x="985626" y="144150"/>
                  <a:pt x="985626" y="112892"/>
                </a:cubicBezTo>
                <a:cubicBezTo>
                  <a:pt x="985626" y="81634"/>
                  <a:pt x="997479" y="64571"/>
                  <a:pt x="1017171" y="64571"/>
                </a:cubicBezTo>
                <a:moveTo>
                  <a:pt x="1017171" y="42872"/>
                </a:moveTo>
                <a:cubicBezTo>
                  <a:pt x="979652" y="42872"/>
                  <a:pt x="953843" y="70259"/>
                  <a:pt x="953843" y="112892"/>
                </a:cubicBezTo>
                <a:cubicBezTo>
                  <a:pt x="953843" y="155573"/>
                  <a:pt x="979413" y="182911"/>
                  <a:pt x="1017171" y="182911"/>
                </a:cubicBezTo>
                <a:cubicBezTo>
                  <a:pt x="1054929" y="182911"/>
                  <a:pt x="1080739" y="155573"/>
                  <a:pt x="1080739" y="112892"/>
                </a:cubicBezTo>
                <a:cubicBezTo>
                  <a:pt x="1080739" y="70259"/>
                  <a:pt x="1054881" y="42872"/>
                  <a:pt x="1017171" y="42872"/>
                </a:cubicBezTo>
                <a:moveTo>
                  <a:pt x="896633" y="179327"/>
                </a:moveTo>
                <a:lnTo>
                  <a:pt x="926838" y="179327"/>
                </a:lnTo>
                <a:lnTo>
                  <a:pt x="926838" y="46504"/>
                </a:lnTo>
                <a:lnTo>
                  <a:pt x="896633" y="46504"/>
                </a:lnTo>
                <a:lnTo>
                  <a:pt x="896633" y="179327"/>
                </a:lnTo>
                <a:close/>
                <a:moveTo>
                  <a:pt x="896633" y="24758"/>
                </a:moveTo>
                <a:lnTo>
                  <a:pt x="926838" y="24758"/>
                </a:lnTo>
                <a:lnTo>
                  <a:pt x="926838" y="0"/>
                </a:lnTo>
                <a:lnTo>
                  <a:pt x="896633" y="0"/>
                </a:lnTo>
                <a:lnTo>
                  <a:pt x="896633" y="24758"/>
                </a:lnTo>
                <a:close/>
                <a:moveTo>
                  <a:pt x="831775" y="9798"/>
                </a:moveTo>
                <a:lnTo>
                  <a:pt x="803862" y="12092"/>
                </a:lnTo>
                <a:lnTo>
                  <a:pt x="802859" y="46457"/>
                </a:lnTo>
                <a:lnTo>
                  <a:pt x="779821" y="46457"/>
                </a:lnTo>
                <a:lnTo>
                  <a:pt x="779821" y="66865"/>
                </a:lnTo>
                <a:lnTo>
                  <a:pt x="802046" y="66865"/>
                </a:lnTo>
                <a:lnTo>
                  <a:pt x="802046" y="133300"/>
                </a:lnTo>
                <a:cubicBezTo>
                  <a:pt x="802046" y="167904"/>
                  <a:pt x="812131" y="182863"/>
                  <a:pt x="843867" y="182863"/>
                </a:cubicBezTo>
                <a:cubicBezTo>
                  <a:pt x="850845" y="182863"/>
                  <a:pt x="857823" y="181812"/>
                  <a:pt x="865088" y="180283"/>
                </a:cubicBezTo>
                <a:lnTo>
                  <a:pt x="865088" y="157293"/>
                </a:lnTo>
                <a:cubicBezTo>
                  <a:pt x="859925" y="158584"/>
                  <a:pt x="855004" y="159109"/>
                  <a:pt x="850319" y="159109"/>
                </a:cubicBezTo>
                <a:cubicBezTo>
                  <a:pt x="834547" y="159109"/>
                  <a:pt x="831727" y="150602"/>
                  <a:pt x="831727" y="131197"/>
                </a:cubicBezTo>
                <a:lnTo>
                  <a:pt x="831727" y="66913"/>
                </a:lnTo>
                <a:lnTo>
                  <a:pt x="861407" y="66913"/>
                </a:lnTo>
                <a:lnTo>
                  <a:pt x="861407" y="46504"/>
                </a:lnTo>
                <a:lnTo>
                  <a:pt x="831727" y="46504"/>
                </a:lnTo>
                <a:lnTo>
                  <a:pt x="831727" y="9798"/>
                </a:lnTo>
                <a:close/>
                <a:moveTo>
                  <a:pt x="728681" y="113178"/>
                </a:moveTo>
                <a:lnTo>
                  <a:pt x="728681" y="122737"/>
                </a:lnTo>
                <a:cubicBezTo>
                  <a:pt x="728681" y="144484"/>
                  <a:pt x="713195" y="161308"/>
                  <a:pt x="693790" y="161308"/>
                </a:cubicBezTo>
                <a:cubicBezTo>
                  <a:pt x="679022" y="161308"/>
                  <a:pt x="669989" y="153278"/>
                  <a:pt x="669989" y="141377"/>
                </a:cubicBezTo>
                <a:cubicBezTo>
                  <a:pt x="669989" y="122737"/>
                  <a:pt x="687291" y="113178"/>
                  <a:pt x="721990" y="113178"/>
                </a:cubicBezTo>
                <a:lnTo>
                  <a:pt x="728681" y="113178"/>
                </a:lnTo>
                <a:close/>
                <a:moveTo>
                  <a:pt x="642125" y="80869"/>
                </a:moveTo>
                <a:lnTo>
                  <a:pt x="670036" y="84262"/>
                </a:lnTo>
                <a:cubicBezTo>
                  <a:pt x="672857" y="70545"/>
                  <a:pt x="683228" y="63567"/>
                  <a:pt x="701055" y="63567"/>
                </a:cubicBezTo>
                <a:cubicBezTo>
                  <a:pt x="719696" y="63567"/>
                  <a:pt x="728729" y="71549"/>
                  <a:pt x="728729" y="88373"/>
                </a:cubicBezTo>
                <a:lnTo>
                  <a:pt x="728729" y="95351"/>
                </a:lnTo>
                <a:lnTo>
                  <a:pt x="725910" y="95351"/>
                </a:lnTo>
                <a:cubicBezTo>
                  <a:pt x="667169" y="95351"/>
                  <a:pt x="638540" y="110836"/>
                  <a:pt x="638540" y="142907"/>
                </a:cubicBezTo>
                <a:cubicBezTo>
                  <a:pt x="638540" y="166135"/>
                  <a:pt x="656368" y="182672"/>
                  <a:pt x="684231" y="182672"/>
                </a:cubicBezTo>
                <a:cubicBezTo>
                  <a:pt x="704163" y="182672"/>
                  <a:pt x="720221" y="173400"/>
                  <a:pt x="729255" y="156337"/>
                </a:cubicBezTo>
                <a:cubicBezTo>
                  <a:pt x="729494" y="164845"/>
                  <a:pt x="730306" y="172396"/>
                  <a:pt x="732074" y="179327"/>
                </a:cubicBezTo>
                <a:lnTo>
                  <a:pt x="761804" y="179327"/>
                </a:lnTo>
                <a:cubicBezTo>
                  <a:pt x="758935" y="172396"/>
                  <a:pt x="757932" y="163602"/>
                  <a:pt x="757932" y="152992"/>
                </a:cubicBezTo>
                <a:lnTo>
                  <a:pt x="757932" y="95064"/>
                </a:lnTo>
                <a:cubicBezTo>
                  <a:pt x="757932" y="58883"/>
                  <a:pt x="742686" y="42872"/>
                  <a:pt x="704210" y="42872"/>
                </a:cubicBezTo>
                <a:cubicBezTo>
                  <a:pt x="668985" y="42872"/>
                  <a:pt x="648051" y="55777"/>
                  <a:pt x="642125" y="80869"/>
                </a:cubicBezTo>
                <a:moveTo>
                  <a:pt x="549546" y="179327"/>
                </a:moveTo>
                <a:lnTo>
                  <a:pt x="576693" y="179327"/>
                </a:lnTo>
                <a:lnTo>
                  <a:pt x="623723" y="46504"/>
                </a:lnTo>
                <a:lnTo>
                  <a:pt x="599157" y="46504"/>
                </a:lnTo>
                <a:lnTo>
                  <a:pt x="566082" y="147591"/>
                </a:lnTo>
                <a:lnTo>
                  <a:pt x="533248" y="46504"/>
                </a:lnTo>
                <a:lnTo>
                  <a:pt x="502993" y="46504"/>
                </a:lnTo>
                <a:lnTo>
                  <a:pt x="549546" y="179327"/>
                </a:lnTo>
                <a:close/>
                <a:moveTo>
                  <a:pt x="426235" y="64571"/>
                </a:moveTo>
                <a:cubicBezTo>
                  <a:pt x="445640" y="64571"/>
                  <a:pt x="458067" y="81873"/>
                  <a:pt x="458067" y="112892"/>
                </a:cubicBezTo>
                <a:cubicBezTo>
                  <a:pt x="458067" y="143911"/>
                  <a:pt x="445640" y="160973"/>
                  <a:pt x="426235" y="160973"/>
                </a:cubicBezTo>
                <a:cubicBezTo>
                  <a:pt x="406592" y="160973"/>
                  <a:pt x="394691" y="144150"/>
                  <a:pt x="394691" y="112892"/>
                </a:cubicBezTo>
                <a:cubicBezTo>
                  <a:pt x="394738" y="81634"/>
                  <a:pt x="406592" y="64571"/>
                  <a:pt x="426235" y="64571"/>
                </a:cubicBezTo>
                <a:moveTo>
                  <a:pt x="426235" y="42872"/>
                </a:moveTo>
                <a:cubicBezTo>
                  <a:pt x="388764" y="42872"/>
                  <a:pt x="362954" y="70259"/>
                  <a:pt x="362954" y="112892"/>
                </a:cubicBezTo>
                <a:cubicBezTo>
                  <a:pt x="362954" y="155573"/>
                  <a:pt x="388477" y="182911"/>
                  <a:pt x="426235" y="182911"/>
                </a:cubicBezTo>
                <a:cubicBezTo>
                  <a:pt x="463993" y="182911"/>
                  <a:pt x="489802" y="155573"/>
                  <a:pt x="489802" y="112892"/>
                </a:cubicBezTo>
                <a:cubicBezTo>
                  <a:pt x="489802" y="70259"/>
                  <a:pt x="463993" y="42872"/>
                  <a:pt x="426235" y="42872"/>
                </a:cubicBezTo>
                <a:moveTo>
                  <a:pt x="224302" y="46504"/>
                </a:moveTo>
                <a:lnTo>
                  <a:pt x="224302" y="179327"/>
                </a:lnTo>
                <a:lnTo>
                  <a:pt x="253456" y="179327"/>
                </a:lnTo>
                <a:lnTo>
                  <a:pt x="253456" y="103333"/>
                </a:lnTo>
                <a:cubicBezTo>
                  <a:pt x="253504" y="80343"/>
                  <a:pt x="266982" y="65575"/>
                  <a:pt x="284236" y="65575"/>
                </a:cubicBezTo>
                <a:cubicBezTo>
                  <a:pt x="298718" y="65575"/>
                  <a:pt x="306699" y="75373"/>
                  <a:pt x="306699" y="94538"/>
                </a:cubicBezTo>
                <a:lnTo>
                  <a:pt x="306699" y="179279"/>
                </a:lnTo>
                <a:lnTo>
                  <a:pt x="335903" y="179279"/>
                </a:lnTo>
                <a:lnTo>
                  <a:pt x="335903" y="94299"/>
                </a:lnTo>
                <a:cubicBezTo>
                  <a:pt x="335903" y="59935"/>
                  <a:pt x="321708" y="42872"/>
                  <a:pt x="292792" y="42872"/>
                </a:cubicBezTo>
                <a:cubicBezTo>
                  <a:pt x="274964" y="42872"/>
                  <a:pt x="261247" y="51666"/>
                  <a:pt x="251688" y="69207"/>
                </a:cubicBezTo>
                <a:lnTo>
                  <a:pt x="251640" y="46457"/>
                </a:lnTo>
                <a:lnTo>
                  <a:pt x="224302" y="46457"/>
                </a:lnTo>
                <a:close/>
                <a:moveTo>
                  <a:pt x="77189" y="46504"/>
                </a:moveTo>
                <a:lnTo>
                  <a:pt x="77189" y="179327"/>
                </a:lnTo>
                <a:lnTo>
                  <a:pt x="106391" y="179327"/>
                </a:lnTo>
                <a:lnTo>
                  <a:pt x="106391" y="103333"/>
                </a:lnTo>
                <a:cubicBezTo>
                  <a:pt x="106439" y="80343"/>
                  <a:pt x="119870" y="65575"/>
                  <a:pt x="137172" y="65575"/>
                </a:cubicBezTo>
                <a:cubicBezTo>
                  <a:pt x="151653" y="65575"/>
                  <a:pt x="159635" y="75373"/>
                  <a:pt x="159635" y="94538"/>
                </a:cubicBezTo>
                <a:lnTo>
                  <a:pt x="159635" y="179279"/>
                </a:lnTo>
                <a:lnTo>
                  <a:pt x="188838" y="179279"/>
                </a:lnTo>
                <a:lnTo>
                  <a:pt x="188838" y="94299"/>
                </a:lnTo>
                <a:cubicBezTo>
                  <a:pt x="188838" y="59935"/>
                  <a:pt x="174643" y="42872"/>
                  <a:pt x="145679" y="42872"/>
                </a:cubicBezTo>
                <a:cubicBezTo>
                  <a:pt x="127851" y="42872"/>
                  <a:pt x="114182" y="51666"/>
                  <a:pt x="104623" y="69207"/>
                </a:cubicBezTo>
                <a:lnTo>
                  <a:pt x="104575" y="46457"/>
                </a:lnTo>
                <a:lnTo>
                  <a:pt x="77189" y="46457"/>
                </a:lnTo>
                <a:close/>
                <a:moveTo>
                  <a:pt x="0" y="179327"/>
                </a:moveTo>
                <a:lnTo>
                  <a:pt x="30207" y="179327"/>
                </a:lnTo>
                <a:lnTo>
                  <a:pt x="30207" y="46504"/>
                </a:lnTo>
                <a:lnTo>
                  <a:pt x="0" y="46504"/>
                </a:lnTo>
                <a:lnTo>
                  <a:pt x="0" y="179327"/>
                </a:lnTo>
                <a:close/>
                <a:moveTo>
                  <a:pt x="0" y="24758"/>
                </a:moveTo>
                <a:lnTo>
                  <a:pt x="30207" y="24758"/>
                </a:lnTo>
                <a:lnTo>
                  <a:pt x="30207" y="0"/>
                </a:lnTo>
                <a:lnTo>
                  <a:pt x="0" y="0"/>
                </a:lnTo>
                <a:lnTo>
                  <a:pt x="0" y="24758"/>
                </a:lnTo>
                <a:close/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03" name="Vrije vorm: vorm 202">
            <a:extLst>
              <a:ext uri="{FF2B5EF4-FFF2-40B4-BE49-F238E27FC236}">
                <a16:creationId xmlns:a16="http://schemas.microsoft.com/office/drawing/2014/main" id="{61507882-5C09-AFEB-B812-B6EAEF4772AD}"/>
              </a:ext>
            </a:extLst>
          </p:cNvPr>
          <p:cNvSpPr/>
          <p:nvPr userDrawn="1"/>
        </p:nvSpPr>
        <p:spPr>
          <a:xfrm>
            <a:off x="7536165" y="3480414"/>
            <a:ext cx="568159" cy="331869"/>
          </a:xfrm>
          <a:custGeom>
            <a:avLst/>
            <a:gdLst>
              <a:gd name="connsiteX0" fmla="*/ 283398 w 568159"/>
              <a:gd name="connsiteY0" fmla="*/ 120492 h 331869"/>
              <a:gd name="connsiteX1" fmla="*/ 227076 w 568159"/>
              <a:gd name="connsiteY1" fmla="*/ 206853 h 331869"/>
              <a:gd name="connsiteX2" fmla="*/ 283398 w 568159"/>
              <a:gd name="connsiteY2" fmla="*/ 292700 h 331869"/>
              <a:gd name="connsiteX3" fmla="*/ 340230 w 568159"/>
              <a:gd name="connsiteY3" fmla="*/ 206853 h 331869"/>
              <a:gd name="connsiteX4" fmla="*/ 283398 w 568159"/>
              <a:gd name="connsiteY4" fmla="*/ 120492 h 331869"/>
              <a:gd name="connsiteX5" fmla="*/ 555700 w 568159"/>
              <a:gd name="connsiteY5" fmla="*/ 81752 h 331869"/>
              <a:gd name="connsiteX6" fmla="*/ 568159 w 568159"/>
              <a:gd name="connsiteY6" fmla="*/ 82263 h 331869"/>
              <a:gd name="connsiteX7" fmla="*/ 568159 w 568159"/>
              <a:gd name="connsiteY7" fmla="*/ 133378 h 331869"/>
              <a:gd name="connsiteX8" fmla="*/ 556638 w 568159"/>
              <a:gd name="connsiteY8" fmla="*/ 132867 h 331869"/>
              <a:gd name="connsiteX9" fmla="*/ 493406 w 568159"/>
              <a:gd name="connsiteY9" fmla="*/ 207706 h 331869"/>
              <a:gd name="connsiteX10" fmla="*/ 493406 w 568159"/>
              <a:gd name="connsiteY10" fmla="*/ 325297 h 331869"/>
              <a:gd name="connsiteX11" fmla="*/ 440413 w 568159"/>
              <a:gd name="connsiteY11" fmla="*/ 325297 h 331869"/>
              <a:gd name="connsiteX12" fmla="*/ 440413 w 568159"/>
              <a:gd name="connsiteY12" fmla="*/ 88151 h 331869"/>
              <a:gd name="connsiteX13" fmla="*/ 488798 w 568159"/>
              <a:gd name="connsiteY13" fmla="*/ 88151 h 331869"/>
              <a:gd name="connsiteX14" fmla="*/ 488798 w 568159"/>
              <a:gd name="connsiteY14" fmla="*/ 139352 h 331869"/>
              <a:gd name="connsiteX15" fmla="*/ 555700 w 568159"/>
              <a:gd name="connsiteY15" fmla="*/ 81752 h 331869"/>
              <a:gd name="connsiteX16" fmla="*/ 283398 w 568159"/>
              <a:gd name="connsiteY16" fmla="*/ 81752 h 331869"/>
              <a:gd name="connsiteX17" fmla="*/ 396893 w 568159"/>
              <a:gd name="connsiteY17" fmla="*/ 206853 h 331869"/>
              <a:gd name="connsiteX18" fmla="*/ 283398 w 568159"/>
              <a:gd name="connsiteY18" fmla="*/ 331869 h 331869"/>
              <a:gd name="connsiteX19" fmla="*/ 170413 w 568159"/>
              <a:gd name="connsiteY19" fmla="*/ 206853 h 331869"/>
              <a:gd name="connsiteX20" fmla="*/ 283398 w 568159"/>
              <a:gd name="connsiteY20" fmla="*/ 81752 h 331869"/>
              <a:gd name="connsiteX21" fmla="*/ 115372 w 568159"/>
              <a:gd name="connsiteY21" fmla="*/ 0 h 331869"/>
              <a:gd name="connsiteX22" fmla="*/ 161027 w 568159"/>
              <a:gd name="connsiteY22" fmla="*/ 4182 h 331869"/>
              <a:gd name="connsiteX23" fmla="*/ 161113 w 568159"/>
              <a:gd name="connsiteY23" fmla="*/ 4182 h 331869"/>
              <a:gd name="connsiteX24" fmla="*/ 161113 w 568159"/>
              <a:gd name="connsiteY24" fmla="*/ 42924 h 331869"/>
              <a:gd name="connsiteX25" fmla="*/ 129709 w 568159"/>
              <a:gd name="connsiteY25" fmla="*/ 39682 h 331869"/>
              <a:gd name="connsiteX26" fmla="*/ 90454 w 568159"/>
              <a:gd name="connsiteY26" fmla="*/ 81752 h 331869"/>
              <a:gd name="connsiteX27" fmla="*/ 90454 w 568159"/>
              <a:gd name="connsiteY27" fmla="*/ 88237 h 331869"/>
              <a:gd name="connsiteX28" fmla="*/ 148142 w 568159"/>
              <a:gd name="connsiteY28" fmla="*/ 88237 h 331869"/>
              <a:gd name="connsiteX29" fmla="*/ 148142 w 568159"/>
              <a:gd name="connsiteY29" fmla="*/ 124590 h 331869"/>
              <a:gd name="connsiteX30" fmla="*/ 91393 w 568159"/>
              <a:gd name="connsiteY30" fmla="*/ 124590 h 331869"/>
              <a:gd name="connsiteX31" fmla="*/ 91393 w 568159"/>
              <a:gd name="connsiteY31" fmla="*/ 325297 h 331869"/>
              <a:gd name="connsiteX32" fmla="*/ 39255 w 568159"/>
              <a:gd name="connsiteY32" fmla="*/ 325297 h 331869"/>
              <a:gd name="connsiteX33" fmla="*/ 39255 w 568159"/>
              <a:gd name="connsiteY33" fmla="*/ 124504 h 331869"/>
              <a:gd name="connsiteX34" fmla="*/ 0 w 568159"/>
              <a:gd name="connsiteY34" fmla="*/ 124504 h 331869"/>
              <a:gd name="connsiteX35" fmla="*/ 0 w 568159"/>
              <a:gd name="connsiteY35" fmla="*/ 88151 h 331869"/>
              <a:gd name="connsiteX36" fmla="*/ 39255 w 568159"/>
              <a:gd name="connsiteY36" fmla="*/ 88151 h 331869"/>
              <a:gd name="connsiteX37" fmla="*/ 39255 w 568159"/>
              <a:gd name="connsiteY37" fmla="*/ 83543 h 331869"/>
              <a:gd name="connsiteX38" fmla="*/ 115372 w 568159"/>
              <a:gd name="connsiteY38" fmla="*/ 0 h 331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568159" h="331869">
                <a:moveTo>
                  <a:pt x="283398" y="120492"/>
                </a:moveTo>
                <a:cubicBezTo>
                  <a:pt x="248324" y="120492"/>
                  <a:pt x="227076" y="150872"/>
                  <a:pt x="227076" y="206853"/>
                </a:cubicBezTo>
                <a:cubicBezTo>
                  <a:pt x="227076" y="262662"/>
                  <a:pt x="248324" y="292700"/>
                  <a:pt x="283398" y="292700"/>
                </a:cubicBezTo>
                <a:cubicBezTo>
                  <a:pt x="318042" y="292700"/>
                  <a:pt x="340230" y="262235"/>
                  <a:pt x="340230" y="206853"/>
                </a:cubicBezTo>
                <a:cubicBezTo>
                  <a:pt x="340230" y="151384"/>
                  <a:pt x="318042" y="120492"/>
                  <a:pt x="283398" y="120492"/>
                </a:cubicBezTo>
                <a:close/>
                <a:moveTo>
                  <a:pt x="555700" y="81752"/>
                </a:moveTo>
                <a:cubicBezTo>
                  <a:pt x="559369" y="81752"/>
                  <a:pt x="563551" y="81752"/>
                  <a:pt x="568159" y="82263"/>
                </a:cubicBezTo>
                <a:lnTo>
                  <a:pt x="568159" y="133378"/>
                </a:lnTo>
                <a:cubicBezTo>
                  <a:pt x="563124" y="132867"/>
                  <a:pt x="558943" y="132867"/>
                  <a:pt x="556638" y="132867"/>
                </a:cubicBezTo>
                <a:cubicBezTo>
                  <a:pt x="518408" y="132867"/>
                  <a:pt x="493492" y="161027"/>
                  <a:pt x="493406" y="207706"/>
                </a:cubicBezTo>
                <a:lnTo>
                  <a:pt x="493406" y="325297"/>
                </a:lnTo>
                <a:lnTo>
                  <a:pt x="440413" y="325297"/>
                </a:lnTo>
                <a:lnTo>
                  <a:pt x="440413" y="88151"/>
                </a:lnTo>
                <a:lnTo>
                  <a:pt x="488798" y="88151"/>
                </a:lnTo>
                <a:lnTo>
                  <a:pt x="488798" y="139352"/>
                </a:lnTo>
                <a:cubicBezTo>
                  <a:pt x="500746" y="100610"/>
                  <a:pt x="522420" y="81752"/>
                  <a:pt x="555700" y="81752"/>
                </a:cubicBezTo>
                <a:close/>
                <a:moveTo>
                  <a:pt x="283398" y="81752"/>
                </a:moveTo>
                <a:cubicBezTo>
                  <a:pt x="350812" y="81752"/>
                  <a:pt x="396893" y="130648"/>
                  <a:pt x="396893" y="206853"/>
                </a:cubicBezTo>
                <a:cubicBezTo>
                  <a:pt x="396893" y="282971"/>
                  <a:pt x="350812" y="331869"/>
                  <a:pt x="283398" y="331869"/>
                </a:cubicBezTo>
                <a:cubicBezTo>
                  <a:pt x="216067" y="331869"/>
                  <a:pt x="170413" y="282971"/>
                  <a:pt x="170413" y="206853"/>
                </a:cubicBezTo>
                <a:cubicBezTo>
                  <a:pt x="170413" y="130648"/>
                  <a:pt x="216495" y="81752"/>
                  <a:pt x="283398" y="81752"/>
                </a:cubicBezTo>
                <a:close/>
                <a:moveTo>
                  <a:pt x="115372" y="0"/>
                </a:moveTo>
                <a:cubicBezTo>
                  <a:pt x="131501" y="0"/>
                  <a:pt x="146690" y="939"/>
                  <a:pt x="161027" y="4182"/>
                </a:cubicBezTo>
                <a:lnTo>
                  <a:pt x="161113" y="4182"/>
                </a:lnTo>
                <a:lnTo>
                  <a:pt x="161113" y="42924"/>
                </a:lnTo>
                <a:cubicBezTo>
                  <a:pt x="147715" y="40619"/>
                  <a:pt x="137559" y="39682"/>
                  <a:pt x="129709" y="39682"/>
                </a:cubicBezTo>
                <a:cubicBezTo>
                  <a:pt x="101976" y="39682"/>
                  <a:pt x="90454" y="52651"/>
                  <a:pt x="90454" y="81752"/>
                </a:cubicBezTo>
                <a:lnTo>
                  <a:pt x="90454" y="88237"/>
                </a:lnTo>
                <a:lnTo>
                  <a:pt x="148142" y="88237"/>
                </a:lnTo>
                <a:lnTo>
                  <a:pt x="148142" y="124590"/>
                </a:lnTo>
                <a:lnTo>
                  <a:pt x="91393" y="124590"/>
                </a:lnTo>
                <a:lnTo>
                  <a:pt x="91393" y="325297"/>
                </a:lnTo>
                <a:lnTo>
                  <a:pt x="39255" y="325297"/>
                </a:lnTo>
                <a:lnTo>
                  <a:pt x="39255" y="124504"/>
                </a:lnTo>
                <a:lnTo>
                  <a:pt x="0" y="124504"/>
                </a:lnTo>
                <a:lnTo>
                  <a:pt x="0" y="88151"/>
                </a:lnTo>
                <a:lnTo>
                  <a:pt x="39255" y="88151"/>
                </a:lnTo>
                <a:lnTo>
                  <a:pt x="39255" y="83543"/>
                </a:lnTo>
                <a:cubicBezTo>
                  <a:pt x="39255" y="26710"/>
                  <a:pt x="63233" y="0"/>
                  <a:pt x="115372" y="0"/>
                </a:cubicBezTo>
                <a:close/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04" name="Rechthoek 203">
            <a:extLst>
              <a:ext uri="{FF2B5EF4-FFF2-40B4-BE49-F238E27FC236}">
                <a16:creationId xmlns:a16="http://schemas.microsoft.com/office/drawing/2014/main" id="{D2823E83-337B-EBE8-2DC9-AC1B405239E1}"/>
              </a:ext>
            </a:extLst>
          </p:cNvPr>
          <p:cNvSpPr/>
          <p:nvPr userDrawn="1"/>
        </p:nvSpPr>
        <p:spPr>
          <a:xfrm>
            <a:off x="0" y="0"/>
            <a:ext cx="7397922" cy="6858000"/>
          </a:xfrm>
          <a:prstGeom prst="rect">
            <a:avLst/>
          </a:prstGeom>
          <a:solidFill>
            <a:srgbClr val="8D7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/>
          </a:p>
        </p:txBody>
      </p:sp>
      <p:sp>
        <p:nvSpPr>
          <p:cNvPr id="6" name="Vrije vorm: vorm 5">
            <a:extLst>
              <a:ext uri="{FF2B5EF4-FFF2-40B4-BE49-F238E27FC236}">
                <a16:creationId xmlns:a16="http://schemas.microsoft.com/office/drawing/2014/main" id="{AE0434C8-2448-7E69-74EF-3C0916E3AC85}"/>
              </a:ext>
            </a:extLst>
          </p:cNvPr>
          <p:cNvSpPr/>
          <p:nvPr/>
        </p:nvSpPr>
        <p:spPr>
          <a:xfrm>
            <a:off x="0" y="1823361"/>
            <a:ext cx="1508078" cy="76254"/>
          </a:xfrm>
          <a:custGeom>
            <a:avLst/>
            <a:gdLst>
              <a:gd name="connsiteX0" fmla="*/ 0 w 3050191"/>
              <a:gd name="connsiteY0" fmla="*/ 0 h 76254"/>
              <a:gd name="connsiteX1" fmla="*/ 3050192 w 3050191"/>
              <a:gd name="connsiteY1" fmla="*/ 0 h 76254"/>
              <a:gd name="connsiteX2" fmla="*/ 3050192 w 3050191"/>
              <a:gd name="connsiteY2" fmla="*/ 76255 h 76254"/>
              <a:gd name="connsiteX3" fmla="*/ 0 w 3050191"/>
              <a:gd name="connsiteY3" fmla="*/ 76255 h 76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0191" h="76254">
                <a:moveTo>
                  <a:pt x="0" y="0"/>
                </a:moveTo>
                <a:lnTo>
                  <a:pt x="3050192" y="0"/>
                </a:lnTo>
                <a:lnTo>
                  <a:pt x="3050192" y="76255"/>
                </a:lnTo>
                <a:lnTo>
                  <a:pt x="0" y="76255"/>
                </a:lnTo>
                <a:close/>
              </a:path>
            </a:pathLst>
          </a:custGeom>
          <a:gradFill>
            <a:gsLst>
              <a:gs pos="0">
                <a:srgbClr val="F1EDFA"/>
              </a:gs>
              <a:gs pos="50000">
                <a:srgbClr val="F1EDFA">
                  <a:alpha val="61961"/>
                </a:srgbClr>
              </a:gs>
              <a:gs pos="100000">
                <a:srgbClr val="F1EDFA">
                  <a:alpha val="23922"/>
                </a:srgbClr>
              </a:gs>
            </a:gsLst>
            <a:lin ang="0" scaled="1"/>
          </a:gradFill>
          <a:ln w="10881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29" name="Vrije vorm: vorm 128">
            <a:extLst>
              <a:ext uri="{FF2B5EF4-FFF2-40B4-BE49-F238E27FC236}">
                <a16:creationId xmlns:a16="http://schemas.microsoft.com/office/drawing/2014/main" id="{8EC822B2-4364-D1FB-6149-3CD26B561A03}"/>
              </a:ext>
            </a:extLst>
          </p:cNvPr>
          <p:cNvSpPr/>
          <p:nvPr/>
        </p:nvSpPr>
        <p:spPr>
          <a:xfrm>
            <a:off x="0" y="4094230"/>
            <a:ext cx="745531" cy="76255"/>
          </a:xfrm>
          <a:custGeom>
            <a:avLst/>
            <a:gdLst>
              <a:gd name="connsiteX0" fmla="*/ 0 w 745531"/>
              <a:gd name="connsiteY0" fmla="*/ 0 h 76255"/>
              <a:gd name="connsiteX1" fmla="*/ 745531 w 745531"/>
              <a:gd name="connsiteY1" fmla="*/ 0 h 76255"/>
              <a:gd name="connsiteX2" fmla="*/ 745531 w 745531"/>
              <a:gd name="connsiteY2" fmla="*/ 76255 h 76255"/>
              <a:gd name="connsiteX3" fmla="*/ 0 w 745531"/>
              <a:gd name="connsiteY3" fmla="*/ 76255 h 76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5531" h="76255">
                <a:moveTo>
                  <a:pt x="0" y="0"/>
                </a:moveTo>
                <a:lnTo>
                  <a:pt x="745531" y="0"/>
                </a:lnTo>
                <a:lnTo>
                  <a:pt x="745531" y="76255"/>
                </a:lnTo>
                <a:lnTo>
                  <a:pt x="0" y="76255"/>
                </a:lnTo>
                <a:close/>
              </a:path>
            </a:pathLst>
          </a:custGeom>
          <a:gradFill>
            <a:gsLst>
              <a:gs pos="0">
                <a:srgbClr val="F1EDFA"/>
              </a:gs>
              <a:gs pos="50000">
                <a:srgbClr val="F1EDFA">
                  <a:alpha val="61961"/>
                </a:srgbClr>
              </a:gs>
              <a:gs pos="100000">
                <a:srgbClr val="F1EDFA">
                  <a:alpha val="23922"/>
                </a:srgbClr>
              </a:gs>
            </a:gsLst>
            <a:lin ang="10800000" scaled="1"/>
          </a:gradFill>
          <a:ln w="1088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B"/>
          </a:p>
        </p:txBody>
      </p:sp>
      <p:sp>
        <p:nvSpPr>
          <p:cNvPr id="8" name="Vrije vorm: vorm 7">
            <a:extLst>
              <a:ext uri="{FF2B5EF4-FFF2-40B4-BE49-F238E27FC236}">
                <a16:creationId xmlns:a16="http://schemas.microsoft.com/office/drawing/2014/main" id="{79DD668C-A24B-A35D-3241-5A8D2F134F95}"/>
              </a:ext>
            </a:extLst>
          </p:cNvPr>
          <p:cNvSpPr/>
          <p:nvPr/>
        </p:nvSpPr>
        <p:spPr>
          <a:xfrm>
            <a:off x="732912" y="297365"/>
            <a:ext cx="2341458" cy="2341566"/>
          </a:xfrm>
          <a:custGeom>
            <a:avLst/>
            <a:gdLst>
              <a:gd name="connsiteX0" fmla="*/ 53814 w 2341458"/>
              <a:gd name="connsiteY0" fmla="*/ 2341567 h 2341566"/>
              <a:gd name="connsiteX1" fmla="*/ 0 w 2341458"/>
              <a:gd name="connsiteY1" fmla="*/ 2287644 h 2341566"/>
              <a:gd name="connsiteX2" fmla="*/ 2287644 w 2341458"/>
              <a:gd name="connsiteY2" fmla="*/ 0 h 2341566"/>
              <a:gd name="connsiteX3" fmla="*/ 2341458 w 2341458"/>
              <a:gd name="connsiteY3" fmla="*/ 53923 h 2341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8" h="2341566">
                <a:moveTo>
                  <a:pt x="53814" y="2341567"/>
                </a:moveTo>
                <a:lnTo>
                  <a:pt x="0" y="2287644"/>
                </a:lnTo>
                <a:lnTo>
                  <a:pt x="2287644" y="0"/>
                </a:lnTo>
                <a:lnTo>
                  <a:pt x="2341458" y="53923"/>
                </a:lnTo>
                <a:close/>
              </a:path>
            </a:pathLst>
          </a:custGeom>
          <a:gradFill>
            <a:gsLst>
              <a:gs pos="0">
                <a:srgbClr val="F1EDFA"/>
              </a:gs>
              <a:gs pos="50000">
                <a:srgbClr val="F1EDFA">
                  <a:alpha val="61961"/>
                </a:srgbClr>
              </a:gs>
              <a:gs pos="100000">
                <a:srgbClr val="F1EDFA">
                  <a:alpha val="23922"/>
                </a:srgbClr>
              </a:gs>
            </a:gsLst>
            <a:lin ang="0" scaled="1"/>
          </a:gradFill>
          <a:ln w="10881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0" name="Vrije vorm: vorm 129">
            <a:extLst>
              <a:ext uri="{FF2B5EF4-FFF2-40B4-BE49-F238E27FC236}">
                <a16:creationId xmlns:a16="http://schemas.microsoft.com/office/drawing/2014/main" id="{77B535B1-BF6D-E247-0A1F-F378E90D4ED3}"/>
              </a:ext>
            </a:extLst>
          </p:cNvPr>
          <p:cNvSpPr/>
          <p:nvPr/>
        </p:nvSpPr>
        <p:spPr>
          <a:xfrm>
            <a:off x="-1" y="4105342"/>
            <a:ext cx="772439" cy="826399"/>
          </a:xfrm>
          <a:custGeom>
            <a:avLst/>
            <a:gdLst>
              <a:gd name="connsiteX0" fmla="*/ 718625 w 772439"/>
              <a:gd name="connsiteY0" fmla="*/ 0 h 826399"/>
              <a:gd name="connsiteX1" fmla="*/ 772439 w 772439"/>
              <a:gd name="connsiteY1" fmla="*/ 53923 h 826399"/>
              <a:gd name="connsiteX2" fmla="*/ 0 w 772439"/>
              <a:gd name="connsiteY2" fmla="*/ 826399 h 826399"/>
              <a:gd name="connsiteX3" fmla="*/ 0 w 772439"/>
              <a:gd name="connsiteY3" fmla="*/ 718591 h 826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2439" h="826399">
                <a:moveTo>
                  <a:pt x="718625" y="0"/>
                </a:moveTo>
                <a:lnTo>
                  <a:pt x="772439" y="53923"/>
                </a:lnTo>
                <a:lnTo>
                  <a:pt x="0" y="826399"/>
                </a:lnTo>
                <a:lnTo>
                  <a:pt x="0" y="718591"/>
                </a:lnTo>
                <a:close/>
              </a:path>
            </a:pathLst>
          </a:custGeom>
          <a:gradFill>
            <a:gsLst>
              <a:gs pos="0">
                <a:srgbClr val="F1EDFA"/>
              </a:gs>
              <a:gs pos="50000">
                <a:srgbClr val="F1EDFA">
                  <a:alpha val="61961"/>
                </a:srgbClr>
              </a:gs>
              <a:gs pos="100000">
                <a:srgbClr val="F1EDFA">
                  <a:alpha val="23922"/>
                </a:srgbClr>
              </a:gs>
            </a:gsLst>
            <a:lin ang="10800000" scaled="1"/>
          </a:gradFill>
          <a:ln w="1088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B"/>
          </a:p>
        </p:txBody>
      </p:sp>
      <p:sp>
        <p:nvSpPr>
          <p:cNvPr id="13" name="Vrije vorm: vorm 12">
            <a:extLst>
              <a:ext uri="{FF2B5EF4-FFF2-40B4-BE49-F238E27FC236}">
                <a16:creationId xmlns:a16="http://schemas.microsoft.com/office/drawing/2014/main" id="{79191DC5-3F3B-854F-47F4-1AD15BAEC707}"/>
              </a:ext>
            </a:extLst>
          </p:cNvPr>
          <p:cNvSpPr/>
          <p:nvPr/>
        </p:nvSpPr>
        <p:spPr>
          <a:xfrm>
            <a:off x="718623" y="4105341"/>
            <a:ext cx="2341458" cy="2341566"/>
          </a:xfrm>
          <a:custGeom>
            <a:avLst/>
            <a:gdLst>
              <a:gd name="connsiteX0" fmla="*/ 2287644 w 2341458"/>
              <a:gd name="connsiteY0" fmla="*/ 2341567 h 2341566"/>
              <a:gd name="connsiteX1" fmla="*/ 0 w 2341458"/>
              <a:gd name="connsiteY1" fmla="*/ 53923 h 2341566"/>
              <a:gd name="connsiteX2" fmla="*/ 53814 w 2341458"/>
              <a:gd name="connsiteY2" fmla="*/ 0 h 2341566"/>
              <a:gd name="connsiteX3" fmla="*/ 2341458 w 2341458"/>
              <a:gd name="connsiteY3" fmla="*/ 2287644 h 2341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8" h="2341566">
                <a:moveTo>
                  <a:pt x="2287644" y="2341567"/>
                </a:moveTo>
                <a:lnTo>
                  <a:pt x="0" y="53923"/>
                </a:lnTo>
                <a:lnTo>
                  <a:pt x="53814" y="0"/>
                </a:lnTo>
                <a:lnTo>
                  <a:pt x="2341458" y="2287644"/>
                </a:lnTo>
                <a:close/>
              </a:path>
            </a:pathLst>
          </a:custGeom>
          <a:gradFill>
            <a:gsLst>
              <a:gs pos="0">
                <a:srgbClr val="F1EDFA"/>
              </a:gs>
              <a:gs pos="50000">
                <a:srgbClr val="F1EDFA">
                  <a:alpha val="61961"/>
                </a:srgbClr>
              </a:gs>
              <a:gs pos="100000">
                <a:srgbClr val="F1EDFA">
                  <a:alpha val="23922"/>
                </a:srgbClr>
              </a:gs>
            </a:gsLst>
            <a:lin ang="0" scaled="1"/>
          </a:gradFill>
          <a:ln w="10881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4" name="Vrije vorm: vorm 13">
            <a:extLst>
              <a:ext uri="{FF2B5EF4-FFF2-40B4-BE49-F238E27FC236}">
                <a16:creationId xmlns:a16="http://schemas.microsoft.com/office/drawing/2014/main" id="{9BFA9729-F601-337B-2A6A-F2DEEE3A9753}"/>
              </a:ext>
            </a:extLst>
          </p:cNvPr>
          <p:cNvSpPr/>
          <p:nvPr/>
        </p:nvSpPr>
        <p:spPr>
          <a:xfrm>
            <a:off x="703383" y="2580245"/>
            <a:ext cx="3104005" cy="3104114"/>
          </a:xfrm>
          <a:custGeom>
            <a:avLst/>
            <a:gdLst>
              <a:gd name="connsiteX0" fmla="*/ 3050192 w 3104005"/>
              <a:gd name="connsiteY0" fmla="*/ 3104115 h 3104114"/>
              <a:gd name="connsiteX1" fmla="*/ 0 w 3104005"/>
              <a:gd name="connsiteY1" fmla="*/ 53923 h 3104114"/>
              <a:gd name="connsiteX2" fmla="*/ 53814 w 3104005"/>
              <a:gd name="connsiteY2" fmla="*/ 0 h 3104114"/>
              <a:gd name="connsiteX3" fmla="*/ 3104006 w 3104005"/>
              <a:gd name="connsiteY3" fmla="*/ 3050192 h 3104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04005" h="3104114">
                <a:moveTo>
                  <a:pt x="3050192" y="3104115"/>
                </a:moveTo>
                <a:lnTo>
                  <a:pt x="0" y="53923"/>
                </a:lnTo>
                <a:lnTo>
                  <a:pt x="53814" y="0"/>
                </a:lnTo>
                <a:lnTo>
                  <a:pt x="3104006" y="3050192"/>
                </a:lnTo>
                <a:close/>
              </a:path>
            </a:pathLst>
          </a:custGeom>
          <a:gradFill>
            <a:gsLst>
              <a:gs pos="0">
                <a:srgbClr val="F1EDFA"/>
              </a:gs>
              <a:gs pos="50000">
                <a:srgbClr val="F1EDFA">
                  <a:alpha val="61961"/>
                </a:srgbClr>
              </a:gs>
              <a:gs pos="100000">
                <a:srgbClr val="F1EDFA">
                  <a:alpha val="23922"/>
                </a:srgbClr>
              </a:gs>
            </a:gsLst>
            <a:lin ang="0" scaled="1"/>
          </a:gradFill>
          <a:ln w="10881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28" name="Vrije vorm: vorm 127">
            <a:extLst>
              <a:ext uri="{FF2B5EF4-FFF2-40B4-BE49-F238E27FC236}">
                <a16:creationId xmlns:a16="http://schemas.microsoft.com/office/drawing/2014/main" id="{C2D24CC4-AE89-ACAD-0126-69BF02DAAAA5}"/>
              </a:ext>
            </a:extLst>
          </p:cNvPr>
          <p:cNvSpPr/>
          <p:nvPr userDrawn="1"/>
        </p:nvSpPr>
        <p:spPr>
          <a:xfrm>
            <a:off x="0" y="3321973"/>
            <a:ext cx="783332" cy="837293"/>
          </a:xfrm>
          <a:custGeom>
            <a:avLst/>
            <a:gdLst>
              <a:gd name="connsiteX0" fmla="*/ 0 w 783332"/>
              <a:gd name="connsiteY0" fmla="*/ 0 h 837293"/>
              <a:gd name="connsiteX1" fmla="*/ 783332 w 783332"/>
              <a:gd name="connsiteY1" fmla="*/ 783369 h 837293"/>
              <a:gd name="connsiteX2" fmla="*/ 729518 w 783332"/>
              <a:gd name="connsiteY2" fmla="*/ 837293 h 837293"/>
              <a:gd name="connsiteX3" fmla="*/ 0 w 783332"/>
              <a:gd name="connsiteY3" fmla="*/ 107810 h 837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3332" h="837293">
                <a:moveTo>
                  <a:pt x="0" y="0"/>
                </a:moveTo>
                <a:lnTo>
                  <a:pt x="783332" y="783369"/>
                </a:lnTo>
                <a:lnTo>
                  <a:pt x="729518" y="837293"/>
                </a:lnTo>
                <a:lnTo>
                  <a:pt x="0" y="107810"/>
                </a:lnTo>
                <a:close/>
              </a:path>
            </a:pathLst>
          </a:custGeom>
          <a:gradFill>
            <a:gsLst>
              <a:gs pos="0">
                <a:srgbClr val="F1EEFA"/>
              </a:gs>
              <a:gs pos="50000">
                <a:srgbClr val="F1EEFA">
                  <a:alpha val="49804"/>
                </a:srgbClr>
              </a:gs>
              <a:gs pos="100000">
                <a:srgbClr val="F1EEFA">
                  <a:alpha val="0"/>
                </a:srgbClr>
              </a:gs>
            </a:gsLst>
            <a:lin ang="2700000" scaled="1"/>
          </a:gradFill>
          <a:ln w="1088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B"/>
          </a:p>
        </p:txBody>
      </p:sp>
      <p:sp>
        <p:nvSpPr>
          <p:cNvPr id="19" name="Vrije vorm: vorm 18">
            <a:extLst>
              <a:ext uri="{FF2B5EF4-FFF2-40B4-BE49-F238E27FC236}">
                <a16:creationId xmlns:a16="http://schemas.microsoft.com/office/drawing/2014/main" id="{8196DABD-960E-A993-D9AA-6518B8DD192C}"/>
              </a:ext>
            </a:extLst>
          </p:cNvPr>
          <p:cNvSpPr/>
          <p:nvPr/>
        </p:nvSpPr>
        <p:spPr>
          <a:xfrm>
            <a:off x="1481171" y="1817697"/>
            <a:ext cx="1578910" cy="1579018"/>
          </a:xfrm>
          <a:custGeom>
            <a:avLst/>
            <a:gdLst>
              <a:gd name="connsiteX0" fmla="*/ 1525096 w 1578910"/>
              <a:gd name="connsiteY0" fmla="*/ 1579019 h 1579018"/>
              <a:gd name="connsiteX1" fmla="*/ 0 w 1578910"/>
              <a:gd name="connsiteY1" fmla="*/ 53923 h 1579018"/>
              <a:gd name="connsiteX2" fmla="*/ 53814 w 1578910"/>
              <a:gd name="connsiteY2" fmla="*/ 0 h 1579018"/>
              <a:gd name="connsiteX3" fmla="*/ 1578910 w 1578910"/>
              <a:gd name="connsiteY3" fmla="*/ 1525096 h 1579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78910" h="1579018">
                <a:moveTo>
                  <a:pt x="1525096" y="1579019"/>
                </a:moveTo>
                <a:lnTo>
                  <a:pt x="0" y="53923"/>
                </a:lnTo>
                <a:lnTo>
                  <a:pt x="53814" y="0"/>
                </a:lnTo>
                <a:lnTo>
                  <a:pt x="1578910" y="1525096"/>
                </a:lnTo>
                <a:close/>
              </a:path>
            </a:pathLst>
          </a:custGeom>
          <a:gradFill>
            <a:gsLst>
              <a:gs pos="0">
                <a:srgbClr val="F1EDFA"/>
              </a:gs>
              <a:gs pos="50000">
                <a:srgbClr val="F1EDFA">
                  <a:alpha val="61961"/>
                </a:srgbClr>
              </a:gs>
              <a:gs pos="100000">
                <a:srgbClr val="F1EDFA">
                  <a:alpha val="23922"/>
                </a:srgbClr>
              </a:gs>
            </a:gsLst>
            <a:lin ang="10800000" scaled="1"/>
          </a:gradFill>
          <a:ln w="10881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0" name="Vrije vorm: vorm 19">
            <a:extLst>
              <a:ext uri="{FF2B5EF4-FFF2-40B4-BE49-F238E27FC236}">
                <a16:creationId xmlns:a16="http://schemas.microsoft.com/office/drawing/2014/main" id="{8895D56B-C384-1A50-BEBF-9103DE5E4669}"/>
              </a:ext>
            </a:extLst>
          </p:cNvPr>
          <p:cNvSpPr/>
          <p:nvPr/>
        </p:nvSpPr>
        <p:spPr>
          <a:xfrm>
            <a:off x="1481171" y="3342793"/>
            <a:ext cx="1578910" cy="1579018"/>
          </a:xfrm>
          <a:custGeom>
            <a:avLst/>
            <a:gdLst>
              <a:gd name="connsiteX0" fmla="*/ 53814 w 1578910"/>
              <a:gd name="connsiteY0" fmla="*/ 1579019 h 1579018"/>
              <a:gd name="connsiteX1" fmla="*/ 0 w 1578910"/>
              <a:gd name="connsiteY1" fmla="*/ 1525096 h 1579018"/>
              <a:gd name="connsiteX2" fmla="*/ 1525096 w 1578910"/>
              <a:gd name="connsiteY2" fmla="*/ 0 h 1579018"/>
              <a:gd name="connsiteX3" fmla="*/ 1578910 w 1578910"/>
              <a:gd name="connsiteY3" fmla="*/ 53923 h 1579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78910" h="1579018">
                <a:moveTo>
                  <a:pt x="53814" y="1579019"/>
                </a:moveTo>
                <a:lnTo>
                  <a:pt x="0" y="1525096"/>
                </a:lnTo>
                <a:lnTo>
                  <a:pt x="1525096" y="0"/>
                </a:lnTo>
                <a:lnTo>
                  <a:pt x="1578910" y="53923"/>
                </a:lnTo>
                <a:close/>
              </a:path>
            </a:pathLst>
          </a:custGeom>
          <a:gradFill>
            <a:gsLst>
              <a:gs pos="0">
                <a:srgbClr val="F1EEFA"/>
              </a:gs>
              <a:gs pos="50000">
                <a:srgbClr val="F1EEFA">
                  <a:alpha val="49804"/>
                </a:srgbClr>
              </a:gs>
              <a:gs pos="100000">
                <a:srgbClr val="F1EEFA">
                  <a:alpha val="0"/>
                </a:srgbClr>
              </a:gs>
            </a:gsLst>
            <a:lin ang="8100000" scaled="1"/>
          </a:gradFill>
          <a:ln w="10881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43" name="Vrije vorm: vorm 42">
            <a:extLst>
              <a:ext uri="{FF2B5EF4-FFF2-40B4-BE49-F238E27FC236}">
                <a16:creationId xmlns:a16="http://schemas.microsoft.com/office/drawing/2014/main" id="{4E5C3AE7-6AAB-6EA4-9D49-942D82E1682F}"/>
              </a:ext>
            </a:extLst>
          </p:cNvPr>
          <p:cNvSpPr/>
          <p:nvPr/>
        </p:nvSpPr>
        <p:spPr>
          <a:xfrm>
            <a:off x="1436100" y="268654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49695 w 167268"/>
              <a:gd name="connsiteY6" fmla="*/ 84117 h 167268"/>
              <a:gd name="connsiteX7" fmla="*/ 59732 w 167268"/>
              <a:gd name="connsiteY7" fmla="*/ 59732 h 167268"/>
              <a:gd name="connsiteX8" fmla="*/ 107523 w 167268"/>
              <a:gd name="connsiteY8" fmla="*/ 59732 h 167268"/>
              <a:gd name="connsiteX9" fmla="*/ 107523 w 167268"/>
              <a:gd name="connsiteY9" fmla="*/ 107523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7350"/>
                  <a:pt x="49959" y="102591"/>
                  <a:pt x="49695" y="84117"/>
                </a:cubicBezTo>
                <a:cubicBezTo>
                  <a:pt x="49552" y="74957"/>
                  <a:pt x="53185" y="66143"/>
                  <a:pt x="59732" y="59732"/>
                </a:cubicBezTo>
                <a:cubicBezTo>
                  <a:pt x="72934" y="46534"/>
                  <a:pt x="94321" y="46534"/>
                  <a:pt x="107523" y="59732"/>
                </a:cubicBezTo>
                <a:cubicBezTo>
                  <a:pt x="120725" y="72929"/>
                  <a:pt x="120725" y="94325"/>
                  <a:pt x="107523" y="107523"/>
                </a:cubicBezTo>
                <a:cubicBezTo>
                  <a:pt x="101131" y="113745"/>
                  <a:pt x="92540" y="117182"/>
                  <a:pt x="83627" y="117081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GB"/>
          </a:p>
        </p:txBody>
      </p:sp>
      <p:grpSp>
        <p:nvGrpSpPr>
          <p:cNvPr id="155" name="Groep 154">
            <a:extLst>
              <a:ext uri="{FF2B5EF4-FFF2-40B4-BE49-F238E27FC236}">
                <a16:creationId xmlns:a16="http://schemas.microsoft.com/office/drawing/2014/main" id="{0221F5E5-E3DD-E6D5-76D9-9912C5026246}"/>
              </a:ext>
            </a:extLst>
          </p:cNvPr>
          <p:cNvGrpSpPr>
            <a:grpSpLocks/>
          </p:cNvGrpSpPr>
          <p:nvPr userDrawn="1"/>
        </p:nvGrpSpPr>
        <p:grpSpPr>
          <a:xfrm>
            <a:off x="2955752" y="268654"/>
            <a:ext cx="151965" cy="151965"/>
            <a:chOff x="2955752" y="268654"/>
            <a:chExt cx="151965" cy="151965"/>
          </a:xfrm>
        </p:grpSpPr>
        <p:sp>
          <p:nvSpPr>
            <p:cNvPr id="44" name="Vrije vorm: vorm 43">
              <a:extLst>
                <a:ext uri="{FF2B5EF4-FFF2-40B4-BE49-F238E27FC236}">
                  <a16:creationId xmlns:a16="http://schemas.microsoft.com/office/drawing/2014/main" id="{A618F5AB-7911-F8D7-1D03-1E3F48595249}"/>
                </a:ext>
              </a:extLst>
            </p:cNvPr>
            <p:cNvSpPr/>
            <p:nvPr/>
          </p:nvSpPr>
          <p:spPr>
            <a:xfrm>
              <a:off x="2955752" y="268654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8D70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Vrije vorm: vorm 44">
              <a:extLst>
                <a:ext uri="{FF2B5EF4-FFF2-40B4-BE49-F238E27FC236}">
                  <a16:creationId xmlns:a16="http://schemas.microsoft.com/office/drawing/2014/main" id="{C4C69539-A594-FD56-6A35-58FF5FCE785E}"/>
                </a:ext>
              </a:extLst>
            </p:cNvPr>
            <p:cNvSpPr/>
            <p:nvPr/>
          </p:nvSpPr>
          <p:spPr>
            <a:xfrm>
              <a:off x="2955752" y="268654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49695 w 167268"/>
                <a:gd name="connsiteY6" fmla="*/ 84117 h 167268"/>
                <a:gd name="connsiteX7" fmla="*/ 59732 w 167268"/>
                <a:gd name="connsiteY7" fmla="*/ 59732 h 167268"/>
                <a:gd name="connsiteX8" fmla="*/ 107523 w 167268"/>
                <a:gd name="connsiteY8" fmla="*/ 59732 h 167268"/>
                <a:gd name="connsiteX9" fmla="*/ 107523 w 167268"/>
                <a:gd name="connsiteY9" fmla="*/ 107523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7350"/>
                    <a:pt x="49959" y="102591"/>
                    <a:pt x="49695" y="84117"/>
                  </a:cubicBezTo>
                  <a:cubicBezTo>
                    <a:pt x="49552" y="74957"/>
                    <a:pt x="53185" y="66143"/>
                    <a:pt x="59732" y="59732"/>
                  </a:cubicBezTo>
                  <a:cubicBezTo>
                    <a:pt x="72934" y="46534"/>
                    <a:pt x="94321" y="46534"/>
                    <a:pt x="107523" y="59732"/>
                  </a:cubicBezTo>
                  <a:cubicBezTo>
                    <a:pt x="120725" y="72929"/>
                    <a:pt x="120725" y="94325"/>
                    <a:pt x="107523" y="107523"/>
                  </a:cubicBezTo>
                  <a:cubicBezTo>
                    <a:pt x="101131" y="113745"/>
                    <a:pt x="92540" y="117182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55" name="Vrije vorm: vorm 54">
            <a:extLst>
              <a:ext uri="{FF2B5EF4-FFF2-40B4-BE49-F238E27FC236}">
                <a16:creationId xmlns:a16="http://schemas.microsoft.com/office/drawing/2014/main" id="{3EC05E37-E9A5-5895-70A3-26FBCAC9FDF8}"/>
              </a:ext>
            </a:extLst>
          </p:cNvPr>
          <p:cNvSpPr/>
          <p:nvPr/>
        </p:nvSpPr>
        <p:spPr>
          <a:xfrm>
            <a:off x="676275" y="1028479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59732 w 167268"/>
              <a:gd name="connsiteY6" fmla="*/ 107284 h 167268"/>
              <a:gd name="connsiteX7" fmla="*/ 59254 w 167268"/>
              <a:gd name="connsiteY7" fmla="*/ 59975 h 167268"/>
              <a:gd name="connsiteX8" fmla="*/ 59732 w 167268"/>
              <a:gd name="connsiteY8" fmla="*/ 59493 h 167268"/>
              <a:gd name="connsiteX9" fmla="*/ 107045 w 167268"/>
              <a:gd name="connsiteY9" fmla="*/ 59010 h 167268"/>
              <a:gd name="connsiteX10" fmla="*/ 107523 w 167268"/>
              <a:gd name="connsiteY10" fmla="*/ 59493 h 167268"/>
              <a:gd name="connsiteX11" fmla="*/ 108001 w 167268"/>
              <a:gd name="connsiteY11" fmla="*/ 106801 h 167268"/>
              <a:gd name="connsiteX12" fmla="*/ 107523 w 167268"/>
              <a:gd name="connsiteY12" fmla="*/ 107284 h 167268"/>
              <a:gd name="connsiteX13" fmla="*/ 83627 w 167268"/>
              <a:gd name="connsiteY13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74678" y="117093"/>
                  <a:pt x="66100" y="113572"/>
                  <a:pt x="59732" y="107284"/>
                </a:cubicBezTo>
                <a:cubicBezTo>
                  <a:pt x="46529" y="94354"/>
                  <a:pt x="46315" y="73173"/>
                  <a:pt x="59254" y="59975"/>
                </a:cubicBezTo>
                <a:cubicBezTo>
                  <a:pt x="59409" y="59813"/>
                  <a:pt x="59564" y="59652"/>
                  <a:pt x="59732" y="59493"/>
                </a:cubicBezTo>
                <a:cubicBezTo>
                  <a:pt x="72659" y="46295"/>
                  <a:pt x="93843" y="46079"/>
                  <a:pt x="107045" y="59010"/>
                </a:cubicBezTo>
                <a:cubicBezTo>
                  <a:pt x="107200" y="59169"/>
                  <a:pt x="107367" y="59330"/>
                  <a:pt x="107523" y="59493"/>
                </a:cubicBezTo>
                <a:cubicBezTo>
                  <a:pt x="120725" y="72424"/>
                  <a:pt x="120940" y="93603"/>
                  <a:pt x="108001" y="106801"/>
                </a:cubicBezTo>
                <a:cubicBezTo>
                  <a:pt x="107845" y="106963"/>
                  <a:pt x="107690" y="107125"/>
                  <a:pt x="107523" y="107284"/>
                </a:cubicBezTo>
                <a:cubicBezTo>
                  <a:pt x="101155" y="113572"/>
                  <a:pt x="92576" y="117093"/>
                  <a:pt x="83627" y="117081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GB"/>
          </a:p>
        </p:txBody>
      </p:sp>
      <p:grpSp>
        <p:nvGrpSpPr>
          <p:cNvPr id="157" name="Groep 156">
            <a:extLst>
              <a:ext uri="{FF2B5EF4-FFF2-40B4-BE49-F238E27FC236}">
                <a16:creationId xmlns:a16="http://schemas.microsoft.com/office/drawing/2014/main" id="{0B80B5B9-7165-F285-68BA-300394543AC2}"/>
              </a:ext>
            </a:extLst>
          </p:cNvPr>
          <p:cNvGrpSpPr/>
          <p:nvPr userDrawn="1"/>
        </p:nvGrpSpPr>
        <p:grpSpPr>
          <a:xfrm>
            <a:off x="2195927" y="1028479"/>
            <a:ext cx="151965" cy="151965"/>
            <a:chOff x="2195927" y="1028479"/>
            <a:chExt cx="151965" cy="151965"/>
          </a:xfrm>
        </p:grpSpPr>
        <p:sp>
          <p:nvSpPr>
            <p:cNvPr id="56" name="Vrije vorm: vorm 55">
              <a:extLst>
                <a:ext uri="{FF2B5EF4-FFF2-40B4-BE49-F238E27FC236}">
                  <a16:creationId xmlns:a16="http://schemas.microsoft.com/office/drawing/2014/main" id="{ECCEBEA7-6B2E-AA98-177C-74E7A9DD60EB}"/>
                </a:ext>
              </a:extLst>
            </p:cNvPr>
            <p:cNvSpPr/>
            <p:nvPr/>
          </p:nvSpPr>
          <p:spPr>
            <a:xfrm>
              <a:off x="2195927" y="1028479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8D70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7" name="Vrije vorm: vorm 56">
              <a:extLst>
                <a:ext uri="{FF2B5EF4-FFF2-40B4-BE49-F238E27FC236}">
                  <a16:creationId xmlns:a16="http://schemas.microsoft.com/office/drawing/2014/main" id="{2AF6DBA9-A6EF-A638-E228-9F1A50B158A5}"/>
                </a:ext>
              </a:extLst>
            </p:cNvPr>
            <p:cNvSpPr/>
            <p:nvPr/>
          </p:nvSpPr>
          <p:spPr>
            <a:xfrm>
              <a:off x="2195927" y="1028479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7 h 167268"/>
                <a:gd name="connsiteX7" fmla="*/ 84105 w 167268"/>
                <a:gd name="connsiteY7" fmla="*/ 50175 h 167268"/>
                <a:gd name="connsiteX8" fmla="*/ 117320 w 167268"/>
                <a:gd name="connsiteY8" fmla="*/ 83869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8"/>
                    <a:pt x="50281" y="101863"/>
                    <a:pt x="50412" y="83387"/>
                  </a:cubicBezTo>
                  <a:cubicBezTo>
                    <a:pt x="50544" y="64912"/>
                    <a:pt x="65634" y="50042"/>
                    <a:pt x="84105" y="50175"/>
                  </a:cubicBezTo>
                  <a:cubicBezTo>
                    <a:pt x="102588" y="50309"/>
                    <a:pt x="117451" y="65393"/>
                    <a:pt x="117320" y="83869"/>
                  </a:cubicBezTo>
                  <a:cubicBezTo>
                    <a:pt x="117260" y="92657"/>
                    <a:pt x="113736" y="101068"/>
                    <a:pt x="107523" y="107284"/>
                  </a:cubicBezTo>
                  <a:cubicBezTo>
                    <a:pt x="101178" y="113593"/>
                    <a:pt x="92576" y="117119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2" name="Groep 161">
            <a:extLst>
              <a:ext uri="{FF2B5EF4-FFF2-40B4-BE49-F238E27FC236}">
                <a16:creationId xmlns:a16="http://schemas.microsoft.com/office/drawing/2014/main" id="{7B7D2BA0-D05A-A0A2-0B6B-6A26CC015F37}"/>
              </a:ext>
            </a:extLst>
          </p:cNvPr>
          <p:cNvGrpSpPr/>
          <p:nvPr userDrawn="1"/>
        </p:nvGrpSpPr>
        <p:grpSpPr>
          <a:xfrm>
            <a:off x="1436100" y="1788305"/>
            <a:ext cx="151965" cy="151965"/>
            <a:chOff x="1436100" y="1788305"/>
            <a:chExt cx="151965" cy="151965"/>
          </a:xfrm>
        </p:grpSpPr>
        <p:sp>
          <p:nvSpPr>
            <p:cNvPr id="68" name="Vrije vorm: vorm 67">
              <a:extLst>
                <a:ext uri="{FF2B5EF4-FFF2-40B4-BE49-F238E27FC236}">
                  <a16:creationId xmlns:a16="http://schemas.microsoft.com/office/drawing/2014/main" id="{8A125716-26D8-31F5-8C30-D9F2919D2C94}"/>
                </a:ext>
              </a:extLst>
            </p:cNvPr>
            <p:cNvSpPr/>
            <p:nvPr/>
          </p:nvSpPr>
          <p:spPr>
            <a:xfrm>
              <a:off x="1436100" y="178830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8D70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9" name="Vrije vorm: vorm 68">
              <a:extLst>
                <a:ext uri="{FF2B5EF4-FFF2-40B4-BE49-F238E27FC236}">
                  <a16:creationId xmlns:a16="http://schemas.microsoft.com/office/drawing/2014/main" id="{BB004EFC-EFCE-790B-285E-3BE07FAE7556}"/>
                </a:ext>
              </a:extLst>
            </p:cNvPr>
            <p:cNvSpPr/>
            <p:nvPr/>
          </p:nvSpPr>
          <p:spPr>
            <a:xfrm>
              <a:off x="1436100" y="178830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71" name="Vrije vorm: vorm 70">
            <a:extLst>
              <a:ext uri="{FF2B5EF4-FFF2-40B4-BE49-F238E27FC236}">
                <a16:creationId xmlns:a16="http://schemas.microsoft.com/office/drawing/2014/main" id="{FDEAE792-505A-B947-5B3D-F2D7F7551D23}"/>
              </a:ext>
            </a:extLst>
          </p:cNvPr>
          <p:cNvSpPr/>
          <p:nvPr/>
        </p:nvSpPr>
        <p:spPr>
          <a:xfrm>
            <a:off x="2955752" y="1788305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50412 w 167268"/>
              <a:gd name="connsiteY6" fmla="*/ 83388 h 167268"/>
              <a:gd name="connsiteX7" fmla="*/ 84105 w 167268"/>
              <a:gd name="connsiteY7" fmla="*/ 50173 h 167268"/>
              <a:gd name="connsiteX8" fmla="*/ 117320 w 167268"/>
              <a:gd name="connsiteY8" fmla="*/ 83866 h 167268"/>
              <a:gd name="connsiteX9" fmla="*/ 107523 w 167268"/>
              <a:gd name="connsiteY9" fmla="*/ 107284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6949"/>
                  <a:pt x="50281" y="101859"/>
                  <a:pt x="50412" y="83388"/>
                </a:cubicBezTo>
                <a:cubicBezTo>
                  <a:pt x="50544" y="64917"/>
                  <a:pt x="65634" y="50042"/>
                  <a:pt x="84105" y="50173"/>
                </a:cubicBezTo>
                <a:cubicBezTo>
                  <a:pt x="102588" y="50305"/>
                  <a:pt x="117451" y="65395"/>
                  <a:pt x="117320" y="83866"/>
                </a:cubicBezTo>
                <a:cubicBezTo>
                  <a:pt x="117260" y="92660"/>
                  <a:pt x="113736" y="101071"/>
                  <a:pt x="107523" y="107284"/>
                </a:cubicBezTo>
                <a:cubicBezTo>
                  <a:pt x="101202" y="113640"/>
                  <a:pt x="92588" y="117176"/>
                  <a:pt x="83627" y="117081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GB"/>
          </a:p>
        </p:txBody>
      </p:sp>
      <p:grpSp>
        <p:nvGrpSpPr>
          <p:cNvPr id="164" name="Groep 163">
            <a:extLst>
              <a:ext uri="{FF2B5EF4-FFF2-40B4-BE49-F238E27FC236}">
                <a16:creationId xmlns:a16="http://schemas.microsoft.com/office/drawing/2014/main" id="{B0A7183E-C35F-6C61-AEE0-F1C935378057}"/>
              </a:ext>
            </a:extLst>
          </p:cNvPr>
          <p:cNvGrpSpPr/>
          <p:nvPr userDrawn="1"/>
        </p:nvGrpSpPr>
        <p:grpSpPr>
          <a:xfrm>
            <a:off x="676275" y="2548131"/>
            <a:ext cx="151965" cy="151965"/>
            <a:chOff x="676275" y="2548131"/>
            <a:chExt cx="151965" cy="151965"/>
          </a:xfrm>
        </p:grpSpPr>
        <p:sp>
          <p:nvSpPr>
            <p:cNvPr id="80" name="Vrije vorm: vorm 79">
              <a:extLst>
                <a:ext uri="{FF2B5EF4-FFF2-40B4-BE49-F238E27FC236}">
                  <a16:creationId xmlns:a16="http://schemas.microsoft.com/office/drawing/2014/main" id="{D2E2D6AA-4CA8-D20E-CBDB-5434A2E39CED}"/>
                </a:ext>
              </a:extLst>
            </p:cNvPr>
            <p:cNvSpPr/>
            <p:nvPr/>
          </p:nvSpPr>
          <p:spPr>
            <a:xfrm>
              <a:off x="676275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8D70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1" name="Vrije vorm: vorm 80">
              <a:extLst>
                <a:ext uri="{FF2B5EF4-FFF2-40B4-BE49-F238E27FC236}">
                  <a16:creationId xmlns:a16="http://schemas.microsoft.com/office/drawing/2014/main" id="{4301B2DD-311B-2255-EA5B-04951991C33C}"/>
                </a:ext>
              </a:extLst>
            </p:cNvPr>
            <p:cNvSpPr/>
            <p:nvPr/>
          </p:nvSpPr>
          <p:spPr>
            <a:xfrm>
              <a:off x="676275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5" y="101071"/>
                    <a:pt x="107523" y="107284"/>
                  </a:cubicBezTo>
                  <a:cubicBezTo>
                    <a:pt x="101202" y="113628"/>
                    <a:pt x="92588" y="117165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1" name="Groep 160">
            <a:extLst>
              <a:ext uri="{FF2B5EF4-FFF2-40B4-BE49-F238E27FC236}">
                <a16:creationId xmlns:a16="http://schemas.microsoft.com/office/drawing/2014/main" id="{CE4F4FA7-E506-2F57-F370-F6834CB0762A}"/>
              </a:ext>
            </a:extLst>
          </p:cNvPr>
          <p:cNvGrpSpPr/>
          <p:nvPr userDrawn="1"/>
        </p:nvGrpSpPr>
        <p:grpSpPr>
          <a:xfrm>
            <a:off x="2195927" y="2548131"/>
            <a:ext cx="151965" cy="151965"/>
            <a:chOff x="2195927" y="2548131"/>
            <a:chExt cx="151965" cy="151965"/>
          </a:xfrm>
        </p:grpSpPr>
        <p:sp>
          <p:nvSpPr>
            <p:cNvPr id="82" name="Vrije vorm: vorm 81">
              <a:extLst>
                <a:ext uri="{FF2B5EF4-FFF2-40B4-BE49-F238E27FC236}">
                  <a16:creationId xmlns:a16="http://schemas.microsoft.com/office/drawing/2014/main" id="{567D651F-B8AF-EB1B-946A-90EC4F80C48D}"/>
                </a:ext>
              </a:extLst>
            </p:cNvPr>
            <p:cNvSpPr/>
            <p:nvPr/>
          </p:nvSpPr>
          <p:spPr>
            <a:xfrm>
              <a:off x="2195927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8D70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3" name="Vrije vorm: vorm 82">
              <a:extLst>
                <a:ext uri="{FF2B5EF4-FFF2-40B4-BE49-F238E27FC236}">
                  <a16:creationId xmlns:a16="http://schemas.microsoft.com/office/drawing/2014/main" id="{C58E6801-4084-0EAD-A0FE-E6C5FE4198EF}"/>
                </a:ext>
              </a:extLst>
            </p:cNvPr>
            <p:cNvSpPr/>
            <p:nvPr/>
          </p:nvSpPr>
          <p:spPr>
            <a:xfrm>
              <a:off x="2195927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0" name="Groep 159">
            <a:extLst>
              <a:ext uri="{FF2B5EF4-FFF2-40B4-BE49-F238E27FC236}">
                <a16:creationId xmlns:a16="http://schemas.microsoft.com/office/drawing/2014/main" id="{C9687D3C-EE2D-58ED-5ED2-6F58BFF75D3D}"/>
              </a:ext>
            </a:extLst>
          </p:cNvPr>
          <p:cNvGrpSpPr/>
          <p:nvPr userDrawn="1"/>
        </p:nvGrpSpPr>
        <p:grpSpPr>
          <a:xfrm>
            <a:off x="3715579" y="2548131"/>
            <a:ext cx="151965" cy="151965"/>
            <a:chOff x="3715579" y="2548131"/>
            <a:chExt cx="151965" cy="151965"/>
          </a:xfrm>
        </p:grpSpPr>
        <p:sp>
          <p:nvSpPr>
            <p:cNvPr id="84" name="Vrije vorm: vorm 83">
              <a:extLst>
                <a:ext uri="{FF2B5EF4-FFF2-40B4-BE49-F238E27FC236}">
                  <a16:creationId xmlns:a16="http://schemas.microsoft.com/office/drawing/2014/main" id="{9CFB7428-1640-7106-71E3-CEEC9C2199A2}"/>
                </a:ext>
              </a:extLst>
            </p:cNvPr>
            <p:cNvSpPr/>
            <p:nvPr/>
          </p:nvSpPr>
          <p:spPr>
            <a:xfrm>
              <a:off x="3715579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8D70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5" name="Vrije vorm: vorm 84">
              <a:extLst>
                <a:ext uri="{FF2B5EF4-FFF2-40B4-BE49-F238E27FC236}">
                  <a16:creationId xmlns:a16="http://schemas.microsoft.com/office/drawing/2014/main" id="{E639F2F6-22F6-E6C0-30E7-C9A4563FD620}"/>
                </a:ext>
              </a:extLst>
            </p:cNvPr>
            <p:cNvSpPr/>
            <p:nvPr/>
          </p:nvSpPr>
          <p:spPr>
            <a:xfrm>
              <a:off x="3715579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5" name="Groep 164">
            <a:extLst>
              <a:ext uri="{FF2B5EF4-FFF2-40B4-BE49-F238E27FC236}">
                <a16:creationId xmlns:a16="http://schemas.microsoft.com/office/drawing/2014/main" id="{03DF1EB7-0FEA-269F-398C-FE1B27505950}"/>
              </a:ext>
            </a:extLst>
          </p:cNvPr>
          <p:cNvGrpSpPr/>
          <p:nvPr userDrawn="1"/>
        </p:nvGrpSpPr>
        <p:grpSpPr>
          <a:xfrm>
            <a:off x="1436100" y="3307957"/>
            <a:ext cx="151965" cy="151965"/>
            <a:chOff x="1436100" y="3307957"/>
            <a:chExt cx="151965" cy="151965"/>
          </a:xfrm>
        </p:grpSpPr>
        <p:sp>
          <p:nvSpPr>
            <p:cNvPr id="94" name="Vrije vorm: vorm 93">
              <a:extLst>
                <a:ext uri="{FF2B5EF4-FFF2-40B4-BE49-F238E27FC236}">
                  <a16:creationId xmlns:a16="http://schemas.microsoft.com/office/drawing/2014/main" id="{5E364CBB-B959-5E3F-73C1-837472B06288}"/>
                </a:ext>
              </a:extLst>
            </p:cNvPr>
            <p:cNvSpPr/>
            <p:nvPr/>
          </p:nvSpPr>
          <p:spPr>
            <a:xfrm>
              <a:off x="1436100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8D70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5" name="Vrije vorm: vorm 94">
              <a:extLst>
                <a:ext uri="{FF2B5EF4-FFF2-40B4-BE49-F238E27FC236}">
                  <a16:creationId xmlns:a16="http://schemas.microsoft.com/office/drawing/2014/main" id="{CD16A07E-9EFA-E89B-BC1C-46C9F7A82B72}"/>
                </a:ext>
              </a:extLst>
            </p:cNvPr>
            <p:cNvSpPr/>
            <p:nvPr/>
          </p:nvSpPr>
          <p:spPr>
            <a:xfrm>
              <a:off x="1436100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6" name="Groep 165">
            <a:extLst>
              <a:ext uri="{FF2B5EF4-FFF2-40B4-BE49-F238E27FC236}">
                <a16:creationId xmlns:a16="http://schemas.microsoft.com/office/drawing/2014/main" id="{C1B70BE9-407A-0E6A-3837-8939A0171A04}"/>
              </a:ext>
            </a:extLst>
          </p:cNvPr>
          <p:cNvGrpSpPr/>
          <p:nvPr userDrawn="1"/>
        </p:nvGrpSpPr>
        <p:grpSpPr>
          <a:xfrm>
            <a:off x="2955752" y="3307957"/>
            <a:ext cx="151965" cy="151965"/>
            <a:chOff x="2955752" y="3307957"/>
            <a:chExt cx="151965" cy="151965"/>
          </a:xfrm>
        </p:grpSpPr>
        <p:sp>
          <p:nvSpPr>
            <p:cNvPr id="96" name="Vrije vorm: vorm 95">
              <a:extLst>
                <a:ext uri="{FF2B5EF4-FFF2-40B4-BE49-F238E27FC236}">
                  <a16:creationId xmlns:a16="http://schemas.microsoft.com/office/drawing/2014/main" id="{88F45089-4D4B-BB1C-967C-CCCB812909CD}"/>
                </a:ext>
              </a:extLst>
            </p:cNvPr>
            <p:cNvSpPr/>
            <p:nvPr/>
          </p:nvSpPr>
          <p:spPr>
            <a:xfrm>
              <a:off x="2955752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8D70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7" name="Vrije vorm: vorm 96">
              <a:extLst>
                <a:ext uri="{FF2B5EF4-FFF2-40B4-BE49-F238E27FC236}">
                  <a16:creationId xmlns:a16="http://schemas.microsoft.com/office/drawing/2014/main" id="{FEB8741D-9861-0DD8-5ED8-7FA803D11C83}"/>
                </a:ext>
              </a:extLst>
            </p:cNvPr>
            <p:cNvSpPr/>
            <p:nvPr/>
          </p:nvSpPr>
          <p:spPr>
            <a:xfrm>
              <a:off x="2955752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7" name="Groep 166">
            <a:extLst>
              <a:ext uri="{FF2B5EF4-FFF2-40B4-BE49-F238E27FC236}">
                <a16:creationId xmlns:a16="http://schemas.microsoft.com/office/drawing/2014/main" id="{E06E8170-EAEE-0BF4-0C2B-18C473117278}"/>
              </a:ext>
            </a:extLst>
          </p:cNvPr>
          <p:cNvGrpSpPr/>
          <p:nvPr userDrawn="1"/>
        </p:nvGrpSpPr>
        <p:grpSpPr>
          <a:xfrm>
            <a:off x="676275" y="4067783"/>
            <a:ext cx="151965" cy="151965"/>
            <a:chOff x="676275" y="4067783"/>
            <a:chExt cx="151965" cy="151965"/>
          </a:xfrm>
        </p:grpSpPr>
        <p:sp>
          <p:nvSpPr>
            <p:cNvPr id="106" name="Vrije vorm: vorm 105">
              <a:extLst>
                <a:ext uri="{FF2B5EF4-FFF2-40B4-BE49-F238E27FC236}">
                  <a16:creationId xmlns:a16="http://schemas.microsoft.com/office/drawing/2014/main" id="{511D45D6-CD2D-0AA6-E1D5-D47F40E65CCC}"/>
                </a:ext>
              </a:extLst>
            </p:cNvPr>
            <p:cNvSpPr/>
            <p:nvPr/>
          </p:nvSpPr>
          <p:spPr>
            <a:xfrm>
              <a:off x="676275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8D70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7" name="Vrije vorm: vorm 106">
              <a:extLst>
                <a:ext uri="{FF2B5EF4-FFF2-40B4-BE49-F238E27FC236}">
                  <a16:creationId xmlns:a16="http://schemas.microsoft.com/office/drawing/2014/main" id="{8EAFF20B-5065-ACDD-E494-01B2BB3E9DAC}"/>
                </a:ext>
              </a:extLst>
            </p:cNvPr>
            <p:cNvSpPr/>
            <p:nvPr/>
          </p:nvSpPr>
          <p:spPr>
            <a:xfrm>
              <a:off x="676275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5" y="101071"/>
                    <a:pt x="107523" y="107284"/>
                  </a:cubicBezTo>
                  <a:cubicBezTo>
                    <a:pt x="101202" y="113628"/>
                    <a:pt x="92588" y="117165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8" name="Groep 167">
            <a:extLst>
              <a:ext uri="{FF2B5EF4-FFF2-40B4-BE49-F238E27FC236}">
                <a16:creationId xmlns:a16="http://schemas.microsoft.com/office/drawing/2014/main" id="{1B6FD9A4-DACA-37B9-98F4-C71FEFD0B974}"/>
              </a:ext>
            </a:extLst>
          </p:cNvPr>
          <p:cNvGrpSpPr/>
          <p:nvPr userDrawn="1"/>
        </p:nvGrpSpPr>
        <p:grpSpPr>
          <a:xfrm>
            <a:off x="2195927" y="4067783"/>
            <a:ext cx="151965" cy="151965"/>
            <a:chOff x="2195927" y="4067783"/>
            <a:chExt cx="151965" cy="151965"/>
          </a:xfrm>
        </p:grpSpPr>
        <p:sp>
          <p:nvSpPr>
            <p:cNvPr id="108" name="Vrije vorm: vorm 107">
              <a:extLst>
                <a:ext uri="{FF2B5EF4-FFF2-40B4-BE49-F238E27FC236}">
                  <a16:creationId xmlns:a16="http://schemas.microsoft.com/office/drawing/2014/main" id="{CCED135B-B3C7-89A4-FFCF-16DF9B96CF81}"/>
                </a:ext>
              </a:extLst>
            </p:cNvPr>
            <p:cNvSpPr/>
            <p:nvPr/>
          </p:nvSpPr>
          <p:spPr>
            <a:xfrm>
              <a:off x="2195927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8D70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9" name="Vrije vorm: vorm 108">
              <a:extLst>
                <a:ext uri="{FF2B5EF4-FFF2-40B4-BE49-F238E27FC236}">
                  <a16:creationId xmlns:a16="http://schemas.microsoft.com/office/drawing/2014/main" id="{86E06E43-40C0-FE50-372F-270A08CD1B3D}"/>
                </a:ext>
              </a:extLst>
            </p:cNvPr>
            <p:cNvSpPr/>
            <p:nvPr/>
          </p:nvSpPr>
          <p:spPr>
            <a:xfrm>
              <a:off x="2195927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9" name="Groep 168">
            <a:extLst>
              <a:ext uri="{FF2B5EF4-FFF2-40B4-BE49-F238E27FC236}">
                <a16:creationId xmlns:a16="http://schemas.microsoft.com/office/drawing/2014/main" id="{5A57400C-83D1-42EE-0DA7-984A6AF4083F}"/>
              </a:ext>
            </a:extLst>
          </p:cNvPr>
          <p:cNvGrpSpPr/>
          <p:nvPr userDrawn="1"/>
        </p:nvGrpSpPr>
        <p:grpSpPr>
          <a:xfrm>
            <a:off x="3715579" y="4067783"/>
            <a:ext cx="151965" cy="151965"/>
            <a:chOff x="3715579" y="4067783"/>
            <a:chExt cx="151965" cy="151965"/>
          </a:xfrm>
        </p:grpSpPr>
        <p:sp>
          <p:nvSpPr>
            <p:cNvPr id="110" name="Vrije vorm: vorm 109">
              <a:extLst>
                <a:ext uri="{FF2B5EF4-FFF2-40B4-BE49-F238E27FC236}">
                  <a16:creationId xmlns:a16="http://schemas.microsoft.com/office/drawing/2014/main" id="{EABEDE96-38F2-5BAA-68C2-E6590E25BE89}"/>
                </a:ext>
              </a:extLst>
            </p:cNvPr>
            <p:cNvSpPr/>
            <p:nvPr/>
          </p:nvSpPr>
          <p:spPr>
            <a:xfrm>
              <a:off x="3715579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/>
            </a:p>
          </p:txBody>
        </p:sp>
        <p:sp>
          <p:nvSpPr>
            <p:cNvPr id="111" name="Vrije vorm: vorm 110">
              <a:extLst>
                <a:ext uri="{FF2B5EF4-FFF2-40B4-BE49-F238E27FC236}">
                  <a16:creationId xmlns:a16="http://schemas.microsoft.com/office/drawing/2014/main" id="{176FE4EA-22C5-CD7D-7E9E-873C98741317}"/>
                </a:ext>
              </a:extLst>
            </p:cNvPr>
            <p:cNvSpPr/>
            <p:nvPr/>
          </p:nvSpPr>
          <p:spPr>
            <a:xfrm>
              <a:off x="3715579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/>
            </a:p>
          </p:txBody>
        </p:sp>
      </p:grpSp>
      <p:grpSp>
        <p:nvGrpSpPr>
          <p:cNvPr id="173" name="Groep 172">
            <a:extLst>
              <a:ext uri="{FF2B5EF4-FFF2-40B4-BE49-F238E27FC236}">
                <a16:creationId xmlns:a16="http://schemas.microsoft.com/office/drawing/2014/main" id="{FC4D7A25-396F-3AFA-1066-5827587DA31B}"/>
              </a:ext>
            </a:extLst>
          </p:cNvPr>
          <p:cNvGrpSpPr/>
          <p:nvPr userDrawn="1"/>
        </p:nvGrpSpPr>
        <p:grpSpPr>
          <a:xfrm>
            <a:off x="1436100" y="4827608"/>
            <a:ext cx="151965" cy="151965"/>
            <a:chOff x="1436100" y="4827608"/>
            <a:chExt cx="151965" cy="151965"/>
          </a:xfrm>
        </p:grpSpPr>
        <p:sp>
          <p:nvSpPr>
            <p:cNvPr id="120" name="Vrije vorm: vorm 119">
              <a:extLst>
                <a:ext uri="{FF2B5EF4-FFF2-40B4-BE49-F238E27FC236}">
                  <a16:creationId xmlns:a16="http://schemas.microsoft.com/office/drawing/2014/main" id="{B99BE0C3-DDCF-3D29-E6AA-729C69DF8DCA}"/>
                </a:ext>
              </a:extLst>
            </p:cNvPr>
            <p:cNvSpPr/>
            <p:nvPr/>
          </p:nvSpPr>
          <p:spPr>
            <a:xfrm>
              <a:off x="1436100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8D70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1" name="Vrije vorm: vorm 120">
              <a:extLst>
                <a:ext uri="{FF2B5EF4-FFF2-40B4-BE49-F238E27FC236}">
                  <a16:creationId xmlns:a16="http://schemas.microsoft.com/office/drawing/2014/main" id="{95341127-ED96-6205-BED2-8464D0EF171F}"/>
                </a:ext>
              </a:extLst>
            </p:cNvPr>
            <p:cNvSpPr/>
            <p:nvPr/>
          </p:nvSpPr>
          <p:spPr>
            <a:xfrm>
              <a:off x="1436100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72" name="Groep 171">
            <a:extLst>
              <a:ext uri="{FF2B5EF4-FFF2-40B4-BE49-F238E27FC236}">
                <a16:creationId xmlns:a16="http://schemas.microsoft.com/office/drawing/2014/main" id="{28B60DA0-1E7D-BC41-6366-B45B6A63782F}"/>
              </a:ext>
            </a:extLst>
          </p:cNvPr>
          <p:cNvGrpSpPr/>
          <p:nvPr userDrawn="1"/>
        </p:nvGrpSpPr>
        <p:grpSpPr>
          <a:xfrm>
            <a:off x="2955752" y="4827608"/>
            <a:ext cx="151965" cy="151965"/>
            <a:chOff x="2955752" y="4827608"/>
            <a:chExt cx="151965" cy="151965"/>
          </a:xfrm>
        </p:grpSpPr>
        <p:sp>
          <p:nvSpPr>
            <p:cNvPr id="122" name="Vrije vorm: vorm 121">
              <a:extLst>
                <a:ext uri="{FF2B5EF4-FFF2-40B4-BE49-F238E27FC236}">
                  <a16:creationId xmlns:a16="http://schemas.microsoft.com/office/drawing/2014/main" id="{4BB71F70-ACAD-5A30-7281-776037A25D62}"/>
                </a:ext>
              </a:extLst>
            </p:cNvPr>
            <p:cNvSpPr/>
            <p:nvPr/>
          </p:nvSpPr>
          <p:spPr>
            <a:xfrm>
              <a:off x="2955752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8D70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3" name="Vrije vorm: vorm 122">
              <a:extLst>
                <a:ext uri="{FF2B5EF4-FFF2-40B4-BE49-F238E27FC236}">
                  <a16:creationId xmlns:a16="http://schemas.microsoft.com/office/drawing/2014/main" id="{5D68C5F5-57DF-AB10-6C5B-3431B86D4D32}"/>
                </a:ext>
              </a:extLst>
            </p:cNvPr>
            <p:cNvSpPr/>
            <p:nvPr/>
          </p:nvSpPr>
          <p:spPr>
            <a:xfrm>
              <a:off x="2955752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33" name="Vrije vorm: vorm 132">
            <a:extLst>
              <a:ext uri="{FF2B5EF4-FFF2-40B4-BE49-F238E27FC236}">
                <a16:creationId xmlns:a16="http://schemas.microsoft.com/office/drawing/2014/main" id="{C60C56A3-815B-AE9B-03C5-7AF6E64A4793}"/>
              </a:ext>
            </a:extLst>
          </p:cNvPr>
          <p:cNvSpPr/>
          <p:nvPr/>
        </p:nvSpPr>
        <p:spPr>
          <a:xfrm>
            <a:off x="676275" y="5587435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50412 w 167268"/>
              <a:gd name="connsiteY6" fmla="*/ 83388 h 167268"/>
              <a:gd name="connsiteX7" fmla="*/ 84105 w 167268"/>
              <a:gd name="connsiteY7" fmla="*/ 50174 h 167268"/>
              <a:gd name="connsiteX8" fmla="*/ 117320 w 167268"/>
              <a:gd name="connsiteY8" fmla="*/ 83866 h 167268"/>
              <a:gd name="connsiteX9" fmla="*/ 107523 w 167268"/>
              <a:gd name="connsiteY9" fmla="*/ 107284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6949"/>
                  <a:pt x="50281" y="101859"/>
                  <a:pt x="50412" y="83388"/>
                </a:cubicBezTo>
                <a:cubicBezTo>
                  <a:pt x="50544" y="64917"/>
                  <a:pt x="65634" y="50042"/>
                  <a:pt x="84105" y="50174"/>
                </a:cubicBezTo>
                <a:cubicBezTo>
                  <a:pt x="102588" y="50305"/>
                  <a:pt x="117451" y="65395"/>
                  <a:pt x="117320" y="83866"/>
                </a:cubicBezTo>
                <a:cubicBezTo>
                  <a:pt x="117260" y="92660"/>
                  <a:pt x="113735" y="101071"/>
                  <a:pt x="107523" y="107284"/>
                </a:cubicBezTo>
                <a:cubicBezTo>
                  <a:pt x="101202" y="113628"/>
                  <a:pt x="92588" y="117165"/>
                  <a:pt x="83627" y="117081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175" name="Groep 174">
            <a:extLst>
              <a:ext uri="{FF2B5EF4-FFF2-40B4-BE49-F238E27FC236}">
                <a16:creationId xmlns:a16="http://schemas.microsoft.com/office/drawing/2014/main" id="{F144AE15-1859-C558-5995-5A64A15E93E7}"/>
              </a:ext>
            </a:extLst>
          </p:cNvPr>
          <p:cNvGrpSpPr/>
          <p:nvPr userDrawn="1"/>
        </p:nvGrpSpPr>
        <p:grpSpPr>
          <a:xfrm>
            <a:off x="2195927" y="5587435"/>
            <a:ext cx="151965" cy="151965"/>
            <a:chOff x="2195927" y="5587435"/>
            <a:chExt cx="151965" cy="151965"/>
          </a:xfrm>
        </p:grpSpPr>
        <p:sp>
          <p:nvSpPr>
            <p:cNvPr id="134" name="Vrije vorm: vorm 133">
              <a:extLst>
                <a:ext uri="{FF2B5EF4-FFF2-40B4-BE49-F238E27FC236}">
                  <a16:creationId xmlns:a16="http://schemas.microsoft.com/office/drawing/2014/main" id="{EA4DC19E-7F78-D7B2-1F34-4DF8F33D195D}"/>
                </a:ext>
              </a:extLst>
            </p:cNvPr>
            <p:cNvSpPr/>
            <p:nvPr/>
          </p:nvSpPr>
          <p:spPr>
            <a:xfrm>
              <a:off x="2195927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8D70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5" name="Vrije vorm: vorm 134">
              <a:extLst>
                <a:ext uri="{FF2B5EF4-FFF2-40B4-BE49-F238E27FC236}">
                  <a16:creationId xmlns:a16="http://schemas.microsoft.com/office/drawing/2014/main" id="{E5D83847-8FB2-630F-4432-B7C10E2FC3C2}"/>
                </a:ext>
              </a:extLst>
            </p:cNvPr>
            <p:cNvSpPr/>
            <p:nvPr/>
          </p:nvSpPr>
          <p:spPr>
            <a:xfrm>
              <a:off x="2195927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76" name="Groep 175">
            <a:extLst>
              <a:ext uri="{FF2B5EF4-FFF2-40B4-BE49-F238E27FC236}">
                <a16:creationId xmlns:a16="http://schemas.microsoft.com/office/drawing/2014/main" id="{A9468737-5BF2-67A4-F738-FC0A3656D10C}"/>
              </a:ext>
            </a:extLst>
          </p:cNvPr>
          <p:cNvGrpSpPr/>
          <p:nvPr userDrawn="1"/>
        </p:nvGrpSpPr>
        <p:grpSpPr>
          <a:xfrm>
            <a:off x="3715579" y="5587435"/>
            <a:ext cx="151965" cy="151965"/>
            <a:chOff x="3715579" y="5587435"/>
            <a:chExt cx="151965" cy="151965"/>
          </a:xfrm>
        </p:grpSpPr>
        <p:sp>
          <p:nvSpPr>
            <p:cNvPr id="136" name="Vrije vorm: vorm 135">
              <a:extLst>
                <a:ext uri="{FF2B5EF4-FFF2-40B4-BE49-F238E27FC236}">
                  <a16:creationId xmlns:a16="http://schemas.microsoft.com/office/drawing/2014/main" id="{F97241AD-ECDD-F220-12EA-3C2C973141B2}"/>
                </a:ext>
              </a:extLst>
            </p:cNvPr>
            <p:cNvSpPr/>
            <p:nvPr/>
          </p:nvSpPr>
          <p:spPr>
            <a:xfrm>
              <a:off x="3715579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8D70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7" name="Vrije vorm: vorm 136">
              <a:extLst>
                <a:ext uri="{FF2B5EF4-FFF2-40B4-BE49-F238E27FC236}">
                  <a16:creationId xmlns:a16="http://schemas.microsoft.com/office/drawing/2014/main" id="{54FAEAC3-B54A-3D25-2565-095439C1DC7D}"/>
                </a:ext>
              </a:extLst>
            </p:cNvPr>
            <p:cNvSpPr/>
            <p:nvPr/>
          </p:nvSpPr>
          <p:spPr>
            <a:xfrm>
              <a:off x="3715579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47" name="Vrije vorm: vorm 146">
            <a:extLst>
              <a:ext uri="{FF2B5EF4-FFF2-40B4-BE49-F238E27FC236}">
                <a16:creationId xmlns:a16="http://schemas.microsoft.com/office/drawing/2014/main" id="{DE56784E-09B2-7D5E-6A60-1DFCF78DEF8F}"/>
              </a:ext>
            </a:extLst>
          </p:cNvPr>
          <p:cNvSpPr/>
          <p:nvPr/>
        </p:nvSpPr>
        <p:spPr>
          <a:xfrm>
            <a:off x="1436100" y="6347260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50412 w 167268"/>
              <a:gd name="connsiteY6" fmla="*/ 83388 h 167268"/>
              <a:gd name="connsiteX7" fmla="*/ 84105 w 167268"/>
              <a:gd name="connsiteY7" fmla="*/ 50174 h 167268"/>
              <a:gd name="connsiteX8" fmla="*/ 117320 w 167268"/>
              <a:gd name="connsiteY8" fmla="*/ 83866 h 167268"/>
              <a:gd name="connsiteX9" fmla="*/ 107523 w 167268"/>
              <a:gd name="connsiteY9" fmla="*/ 107283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6949"/>
                  <a:pt x="50281" y="101859"/>
                  <a:pt x="50412" y="83388"/>
                </a:cubicBezTo>
                <a:cubicBezTo>
                  <a:pt x="50544" y="64917"/>
                  <a:pt x="65634" y="50042"/>
                  <a:pt x="84105" y="50174"/>
                </a:cubicBezTo>
                <a:cubicBezTo>
                  <a:pt x="102588" y="50305"/>
                  <a:pt x="117451" y="65395"/>
                  <a:pt x="117320" y="83866"/>
                </a:cubicBezTo>
                <a:cubicBezTo>
                  <a:pt x="117260" y="92659"/>
                  <a:pt x="113736" y="101071"/>
                  <a:pt x="107523" y="107283"/>
                </a:cubicBezTo>
                <a:cubicBezTo>
                  <a:pt x="101202" y="113640"/>
                  <a:pt x="92588" y="117176"/>
                  <a:pt x="83627" y="117081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GB"/>
          </a:p>
        </p:txBody>
      </p:sp>
      <p:sp>
        <p:nvSpPr>
          <p:cNvPr id="149" name="Vrije vorm: vorm 148">
            <a:extLst>
              <a:ext uri="{FF2B5EF4-FFF2-40B4-BE49-F238E27FC236}">
                <a16:creationId xmlns:a16="http://schemas.microsoft.com/office/drawing/2014/main" id="{65BD0B66-BE91-1D3C-EE40-4FBD0E849A73}"/>
              </a:ext>
            </a:extLst>
          </p:cNvPr>
          <p:cNvSpPr/>
          <p:nvPr/>
        </p:nvSpPr>
        <p:spPr>
          <a:xfrm>
            <a:off x="2955752" y="6347260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50412 w 167268"/>
              <a:gd name="connsiteY6" fmla="*/ 83388 h 167268"/>
              <a:gd name="connsiteX7" fmla="*/ 84105 w 167268"/>
              <a:gd name="connsiteY7" fmla="*/ 50174 h 167268"/>
              <a:gd name="connsiteX8" fmla="*/ 117320 w 167268"/>
              <a:gd name="connsiteY8" fmla="*/ 83866 h 167268"/>
              <a:gd name="connsiteX9" fmla="*/ 107523 w 167268"/>
              <a:gd name="connsiteY9" fmla="*/ 107283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6949"/>
                  <a:pt x="50281" y="101859"/>
                  <a:pt x="50412" y="83388"/>
                </a:cubicBezTo>
                <a:cubicBezTo>
                  <a:pt x="50544" y="64917"/>
                  <a:pt x="65634" y="50042"/>
                  <a:pt x="84105" y="50174"/>
                </a:cubicBezTo>
                <a:cubicBezTo>
                  <a:pt x="102588" y="50305"/>
                  <a:pt x="117451" y="65395"/>
                  <a:pt x="117320" y="83866"/>
                </a:cubicBezTo>
                <a:cubicBezTo>
                  <a:pt x="117260" y="92659"/>
                  <a:pt x="113736" y="101071"/>
                  <a:pt x="107523" y="107283"/>
                </a:cubicBezTo>
                <a:cubicBezTo>
                  <a:pt x="101202" y="113640"/>
                  <a:pt x="92588" y="117176"/>
                  <a:pt x="83627" y="117081"/>
                </a:cubicBezTo>
                <a:close/>
              </a:path>
            </a:pathLst>
          </a:custGeom>
          <a:solidFill>
            <a:schemeClr val="bg1"/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GB"/>
          </a:p>
        </p:txBody>
      </p:sp>
      <p:sp>
        <p:nvSpPr>
          <p:cNvPr id="185" name="Vrije vorm: vorm 184">
            <a:extLst>
              <a:ext uri="{FF2B5EF4-FFF2-40B4-BE49-F238E27FC236}">
                <a16:creationId xmlns:a16="http://schemas.microsoft.com/office/drawing/2014/main" id="{1B13F80D-F64F-411F-E09B-DEACB0B05A73}"/>
              </a:ext>
            </a:extLst>
          </p:cNvPr>
          <p:cNvSpPr/>
          <p:nvPr/>
        </p:nvSpPr>
        <p:spPr>
          <a:xfrm>
            <a:off x="3715578" y="1028479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50412 w 167268"/>
              <a:gd name="connsiteY6" fmla="*/ 83388 h 167268"/>
              <a:gd name="connsiteX7" fmla="*/ 84105 w 167268"/>
              <a:gd name="connsiteY7" fmla="*/ 50173 h 167268"/>
              <a:gd name="connsiteX8" fmla="*/ 117320 w 167268"/>
              <a:gd name="connsiteY8" fmla="*/ 83866 h 167268"/>
              <a:gd name="connsiteX9" fmla="*/ 107523 w 167268"/>
              <a:gd name="connsiteY9" fmla="*/ 107284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6949"/>
                  <a:pt x="50281" y="101859"/>
                  <a:pt x="50412" y="83388"/>
                </a:cubicBezTo>
                <a:cubicBezTo>
                  <a:pt x="50544" y="64917"/>
                  <a:pt x="65634" y="50042"/>
                  <a:pt x="84105" y="50173"/>
                </a:cubicBezTo>
                <a:cubicBezTo>
                  <a:pt x="102588" y="50305"/>
                  <a:pt x="117451" y="65395"/>
                  <a:pt x="117320" y="83866"/>
                </a:cubicBezTo>
                <a:cubicBezTo>
                  <a:pt x="117260" y="92660"/>
                  <a:pt x="113736" y="101071"/>
                  <a:pt x="107523" y="107284"/>
                </a:cubicBezTo>
                <a:cubicBezTo>
                  <a:pt x="101202" y="113640"/>
                  <a:pt x="92588" y="117176"/>
                  <a:pt x="83627" y="117081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GB"/>
          </a:p>
        </p:txBody>
      </p:sp>
      <p:sp>
        <p:nvSpPr>
          <p:cNvPr id="190" name="Vrije vorm: vorm 189">
            <a:extLst>
              <a:ext uri="{FF2B5EF4-FFF2-40B4-BE49-F238E27FC236}">
                <a16:creationId xmlns:a16="http://schemas.microsoft.com/office/drawing/2014/main" id="{CB2408CD-4200-C813-A0A5-7865C44B31FF}"/>
              </a:ext>
            </a:extLst>
          </p:cNvPr>
          <p:cNvSpPr/>
          <p:nvPr/>
        </p:nvSpPr>
        <p:spPr>
          <a:xfrm>
            <a:off x="5159247" y="3039403"/>
            <a:ext cx="2216828" cy="779193"/>
          </a:xfrm>
          <a:custGeom>
            <a:avLst/>
            <a:gdLst>
              <a:gd name="connsiteX0" fmla="*/ 1023336 w 1241615"/>
              <a:gd name="connsiteY0" fmla="*/ 283281 h 436415"/>
              <a:gd name="connsiteX1" fmla="*/ 958240 w 1241615"/>
              <a:gd name="connsiteY1" fmla="*/ 218184 h 436415"/>
              <a:gd name="connsiteX2" fmla="*/ 1023336 w 1241615"/>
              <a:gd name="connsiteY2" fmla="*/ 153087 h 436415"/>
              <a:gd name="connsiteX3" fmla="*/ 1088433 w 1241615"/>
              <a:gd name="connsiteY3" fmla="*/ 218184 h 436415"/>
              <a:gd name="connsiteX4" fmla="*/ 1023336 w 1241615"/>
              <a:gd name="connsiteY4" fmla="*/ 283281 h 436415"/>
              <a:gd name="connsiteX5" fmla="*/ 1023336 w 1241615"/>
              <a:gd name="connsiteY5" fmla="*/ 0 h 436415"/>
              <a:gd name="connsiteX6" fmla="*/ 808403 w 1241615"/>
              <a:gd name="connsiteY6" fmla="*/ 180235 h 436415"/>
              <a:gd name="connsiteX7" fmla="*/ 808403 w 1241615"/>
              <a:gd name="connsiteY7" fmla="*/ 53769 h 436415"/>
              <a:gd name="connsiteX8" fmla="*/ 761899 w 1241615"/>
              <a:gd name="connsiteY8" fmla="*/ 7265 h 436415"/>
              <a:gd name="connsiteX9" fmla="*/ 652305 w 1241615"/>
              <a:gd name="connsiteY9" fmla="*/ 7265 h 436415"/>
              <a:gd name="connsiteX10" fmla="*/ 652305 w 1241615"/>
              <a:gd name="connsiteY10" fmla="*/ 171823 h 436415"/>
              <a:gd name="connsiteX11" fmla="*/ 558579 w 1241615"/>
              <a:gd name="connsiteY11" fmla="*/ 44497 h 436415"/>
              <a:gd name="connsiteX12" fmla="*/ 484210 w 1241615"/>
              <a:gd name="connsiteY12" fmla="*/ 7265 h 436415"/>
              <a:gd name="connsiteX13" fmla="*/ 0 w 1241615"/>
              <a:gd name="connsiteY13" fmla="*/ 7265 h 436415"/>
              <a:gd name="connsiteX14" fmla="*/ 0 w 1241615"/>
              <a:gd name="connsiteY14" fmla="*/ 119392 h 436415"/>
              <a:gd name="connsiteX15" fmla="*/ 45787 w 1241615"/>
              <a:gd name="connsiteY15" fmla="*/ 165227 h 436415"/>
              <a:gd name="connsiteX16" fmla="*/ 118245 w 1241615"/>
              <a:gd name="connsiteY16" fmla="*/ 165227 h 436415"/>
              <a:gd name="connsiteX17" fmla="*/ 118245 w 1241615"/>
              <a:gd name="connsiteY17" fmla="*/ 382742 h 436415"/>
              <a:gd name="connsiteX18" fmla="*/ 164749 w 1241615"/>
              <a:gd name="connsiteY18" fmla="*/ 429246 h 436415"/>
              <a:gd name="connsiteX19" fmla="*/ 283328 w 1241615"/>
              <a:gd name="connsiteY19" fmla="*/ 429246 h 436415"/>
              <a:gd name="connsiteX20" fmla="*/ 283328 w 1241615"/>
              <a:gd name="connsiteY20" fmla="*/ 165179 h 436415"/>
              <a:gd name="connsiteX21" fmla="*/ 383411 w 1241615"/>
              <a:gd name="connsiteY21" fmla="*/ 165179 h 436415"/>
              <a:gd name="connsiteX22" fmla="*/ 383411 w 1241615"/>
              <a:gd name="connsiteY22" fmla="*/ 382694 h 436415"/>
              <a:gd name="connsiteX23" fmla="*/ 429915 w 1241615"/>
              <a:gd name="connsiteY23" fmla="*/ 429199 h 436415"/>
              <a:gd name="connsiteX24" fmla="*/ 539557 w 1241615"/>
              <a:gd name="connsiteY24" fmla="*/ 429199 h 436415"/>
              <a:gd name="connsiteX25" fmla="*/ 539557 w 1241615"/>
              <a:gd name="connsiteY25" fmla="*/ 264641 h 436415"/>
              <a:gd name="connsiteX26" fmla="*/ 632948 w 1241615"/>
              <a:gd name="connsiteY26" fmla="*/ 391966 h 436415"/>
              <a:gd name="connsiteX27" fmla="*/ 707364 w 1241615"/>
              <a:gd name="connsiteY27" fmla="*/ 429199 h 436415"/>
              <a:gd name="connsiteX28" fmla="*/ 808403 w 1241615"/>
              <a:gd name="connsiteY28" fmla="*/ 429199 h 436415"/>
              <a:gd name="connsiteX29" fmla="*/ 808403 w 1241615"/>
              <a:gd name="connsiteY29" fmla="*/ 257663 h 436415"/>
              <a:gd name="connsiteX30" fmla="*/ 1023336 w 1241615"/>
              <a:gd name="connsiteY30" fmla="*/ 436416 h 436415"/>
              <a:gd name="connsiteX31" fmla="*/ 1241616 w 1241615"/>
              <a:gd name="connsiteY31" fmla="*/ 218232 h 436415"/>
              <a:gd name="connsiteX32" fmla="*/ 1023336 w 1241615"/>
              <a:gd name="connsiteY32" fmla="*/ 0 h 436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41615" h="436415">
                <a:moveTo>
                  <a:pt x="1023336" y="283281"/>
                </a:moveTo>
                <a:cubicBezTo>
                  <a:pt x="987395" y="283281"/>
                  <a:pt x="958240" y="254174"/>
                  <a:pt x="958240" y="218184"/>
                </a:cubicBezTo>
                <a:cubicBezTo>
                  <a:pt x="958240" y="182242"/>
                  <a:pt x="987395" y="153087"/>
                  <a:pt x="1023336" y="153087"/>
                </a:cubicBezTo>
                <a:cubicBezTo>
                  <a:pt x="1059278" y="153087"/>
                  <a:pt x="1088433" y="182242"/>
                  <a:pt x="1088433" y="218184"/>
                </a:cubicBezTo>
                <a:cubicBezTo>
                  <a:pt x="1088433" y="254174"/>
                  <a:pt x="1059278" y="283281"/>
                  <a:pt x="1023336" y="283281"/>
                </a:cubicBezTo>
                <a:moveTo>
                  <a:pt x="1023336" y="0"/>
                </a:moveTo>
                <a:cubicBezTo>
                  <a:pt x="912787" y="0"/>
                  <a:pt x="825609" y="75803"/>
                  <a:pt x="808403" y="180235"/>
                </a:cubicBezTo>
                <a:lnTo>
                  <a:pt x="808403" y="53769"/>
                </a:lnTo>
                <a:cubicBezTo>
                  <a:pt x="808403" y="21221"/>
                  <a:pt x="794447" y="7265"/>
                  <a:pt x="761899" y="7265"/>
                </a:cubicBezTo>
                <a:lnTo>
                  <a:pt x="652305" y="7265"/>
                </a:lnTo>
                <a:lnTo>
                  <a:pt x="652305" y="171823"/>
                </a:lnTo>
                <a:lnTo>
                  <a:pt x="558579" y="44497"/>
                </a:lnTo>
                <a:cubicBezTo>
                  <a:pt x="538218" y="17493"/>
                  <a:pt x="518097" y="7265"/>
                  <a:pt x="484210" y="7265"/>
                </a:cubicBezTo>
                <a:lnTo>
                  <a:pt x="0" y="7265"/>
                </a:lnTo>
                <a:lnTo>
                  <a:pt x="0" y="119392"/>
                </a:lnTo>
                <a:cubicBezTo>
                  <a:pt x="0" y="151462"/>
                  <a:pt x="13765" y="165227"/>
                  <a:pt x="45787" y="165227"/>
                </a:cubicBezTo>
                <a:lnTo>
                  <a:pt x="118245" y="165227"/>
                </a:lnTo>
                <a:lnTo>
                  <a:pt x="118245" y="382742"/>
                </a:lnTo>
                <a:cubicBezTo>
                  <a:pt x="118245" y="415242"/>
                  <a:pt x="132201" y="429246"/>
                  <a:pt x="164749" y="429246"/>
                </a:cubicBezTo>
                <a:lnTo>
                  <a:pt x="283328" y="429246"/>
                </a:lnTo>
                <a:lnTo>
                  <a:pt x="283328" y="165179"/>
                </a:lnTo>
                <a:lnTo>
                  <a:pt x="383411" y="165179"/>
                </a:lnTo>
                <a:lnTo>
                  <a:pt x="383411" y="382694"/>
                </a:lnTo>
                <a:cubicBezTo>
                  <a:pt x="383411" y="415195"/>
                  <a:pt x="397415" y="429199"/>
                  <a:pt x="429915" y="429199"/>
                </a:cubicBezTo>
                <a:lnTo>
                  <a:pt x="539557" y="429199"/>
                </a:lnTo>
                <a:lnTo>
                  <a:pt x="539557" y="264641"/>
                </a:lnTo>
                <a:lnTo>
                  <a:pt x="632948" y="391966"/>
                </a:lnTo>
                <a:cubicBezTo>
                  <a:pt x="653356" y="419018"/>
                  <a:pt x="673478" y="429199"/>
                  <a:pt x="707364" y="429199"/>
                </a:cubicBezTo>
                <a:lnTo>
                  <a:pt x="808403" y="429199"/>
                </a:lnTo>
                <a:lnTo>
                  <a:pt x="808403" y="257663"/>
                </a:lnTo>
                <a:cubicBezTo>
                  <a:pt x="825418" y="363337"/>
                  <a:pt x="910349" y="436416"/>
                  <a:pt x="1023336" y="436416"/>
                </a:cubicBezTo>
                <a:cubicBezTo>
                  <a:pt x="1146934" y="436416"/>
                  <a:pt x="1241616" y="341782"/>
                  <a:pt x="1241616" y="218232"/>
                </a:cubicBezTo>
                <a:cubicBezTo>
                  <a:pt x="1241616" y="91623"/>
                  <a:pt x="1149945" y="0"/>
                  <a:pt x="1023336" y="0"/>
                </a:cubicBezTo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7080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6" presetClass="emph" presetSubtype="0" autoRev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10" dur="100" fill="hold"/>
                                        <p:tgtEl>
                                          <p:spTgt spid="15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6" presetClass="emph" presetSubtype="0" autoRev="1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16" dur="100" fill="hold"/>
                                        <p:tgtEl>
                                          <p:spTgt spid="15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6" presetClass="emph" presetSubtype="0" autoRev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22" dur="100" fill="hold"/>
                                        <p:tgtEl>
                                          <p:spTgt spid="17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2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6" presetClass="emph" presetSubtype="0" autoRev="1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Scale>
                                      <p:cBhvr>
                                        <p:cTn id="28" dur="100" fill="hold"/>
                                        <p:tgtEl>
                                          <p:spTgt spid="17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6" presetClass="emph" presetSubtype="0" autoRev="1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Scale>
                                      <p:cBhvr>
                                        <p:cTn id="34" dur="100" fill="hold"/>
                                        <p:tgtEl>
                                          <p:spTgt spid="16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2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6" presetClass="emph" presetSubtype="0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40" dur="100" fill="hold"/>
                                        <p:tgtEl>
                                          <p:spTgt spid="160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41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6" presetClass="emph" presetSubtype="0" autoRev="1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46" dur="100" fill="hold"/>
                                        <p:tgtEl>
                                          <p:spTgt spid="16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47" presetID="23" presetClass="entr" presetSubtype="16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6" presetClass="emph" presetSubtype="0" autoRev="1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52" dur="100" fill="hold"/>
                                        <p:tgtEl>
                                          <p:spTgt spid="17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3" presetClass="entr" presetSubtype="16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6" presetClass="emph" presetSubtype="0" autoRev="1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58" dur="100" fill="hold"/>
                                        <p:tgtEl>
                                          <p:spTgt spid="162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2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6" presetClass="emph" presetSubtype="0" autoRev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64" dur="100" fill="hold"/>
                                        <p:tgtEl>
                                          <p:spTgt spid="161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65" presetID="2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6" presetClass="emph" presetSubtype="0" autoRev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70" dur="100" fill="hold"/>
                                        <p:tgtEl>
                                          <p:spTgt spid="169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71" presetID="23" presetClass="entr" presetSubtype="16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6" presetClass="emph" presetSubtype="0" autoRev="1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animScale>
                                      <p:cBhvr>
                                        <p:cTn id="76" dur="100" fill="hold"/>
                                        <p:tgtEl>
                                          <p:spTgt spid="168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77" presetID="23" presetClass="entr" presetSubtype="16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6" presetClass="emph" presetSubtype="0" autoRev="1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82" dur="100" fill="hold"/>
                                        <p:tgtEl>
                                          <p:spTgt spid="16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83" presetID="2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6" presetClass="emph" presetSubtype="0" autoRev="1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88" dur="100" fill="hold"/>
                                        <p:tgtEl>
                                          <p:spTgt spid="16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89" presetID="2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6" presetClass="emph" presetSubtype="0" autoRev="1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94" dur="100" fill="hold"/>
                                        <p:tgtEl>
                                          <p:spTgt spid="172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" presetClass="entr" presetSubtype="8" decel="10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8" decel="100000" fill="hold" grpId="0" nodeType="withEffect">
                                  <p:stCondLst>
                                    <p:cond delay="26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8" decel="100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1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1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2" presetClass="entr" presetSubtype="1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1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2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4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1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4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75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75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2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6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6" presetClass="emph" presetSubtype="0" autoRev="1" fill="hold" grpId="1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142" dur="100" fill="hold"/>
                                        <p:tgtEl>
                                          <p:spTgt spid="18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43" presetID="23" presetClass="entr" presetSubtype="16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6" presetClass="emph" presetSubtype="0" autoRev="1" fill="hold" grpId="1" nodeType="withEffect">
                                  <p:stCondLst>
                                    <p:cond delay="2250"/>
                                  </p:stCondLst>
                                  <p:childTnLst>
                                    <p:animScale>
                                      <p:cBhvr>
                                        <p:cTn id="148" dur="100" fill="hold"/>
                                        <p:tgtEl>
                                          <p:spTgt spid="71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49" presetID="2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6" presetClass="emph" presetSubtype="0" autoRev="1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154" dur="100" fill="hold"/>
                                        <p:tgtEl>
                                          <p:spTgt spid="4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5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6" presetClass="emph" presetSubtype="0" autoRev="1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160" dur="100" fill="hold"/>
                                        <p:tgtEl>
                                          <p:spTgt spid="5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61" presetID="2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6" presetClass="emph" presetSubtype="0" autoRev="1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166" dur="100" fill="hold"/>
                                        <p:tgtEl>
                                          <p:spTgt spid="14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67" presetID="23" presetClass="entr" presetSubtype="16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6" presetClass="emph" presetSubtype="0" autoRev="1" fill="hold" grpId="1" nodeType="withEffect">
                                  <p:stCondLst>
                                    <p:cond delay="2250"/>
                                  </p:stCondLst>
                                  <p:childTnLst>
                                    <p:animScale>
                                      <p:cBhvr>
                                        <p:cTn id="172" dur="100" fill="hold"/>
                                        <p:tgtEl>
                                          <p:spTgt spid="13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3" presetID="23" presetClass="entr" presetSubtype="16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6" presetClass="emph" presetSubtype="0" autoRev="1" fill="hold" grpId="1" nodeType="withEffect">
                                  <p:stCondLst>
                                    <p:cond delay="2250"/>
                                  </p:stCondLst>
                                  <p:childTnLst>
                                    <p:animScale>
                                      <p:cBhvr>
                                        <p:cTn id="178" dur="100" fill="hold"/>
                                        <p:tgtEl>
                                          <p:spTgt spid="149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" grpId="0" animBg="1"/>
      <p:bldP spid="192" grpId="0" animBg="1"/>
      <p:bldP spid="203" grpId="0" animBg="1"/>
      <p:bldP spid="6" grpId="0" animBg="1"/>
      <p:bldP spid="129" grpId="0" animBg="1"/>
      <p:bldP spid="8" grpId="0" animBg="1"/>
      <p:bldP spid="130" grpId="0" animBg="1"/>
      <p:bldP spid="13" grpId="0" animBg="1"/>
      <p:bldP spid="14" grpId="0" animBg="1"/>
      <p:bldP spid="128" grpId="0" animBg="1"/>
      <p:bldP spid="19" grpId="0" animBg="1"/>
      <p:bldP spid="20" grpId="0" animBg="1"/>
      <p:bldP spid="43" grpId="0" animBg="1"/>
      <p:bldP spid="43" grpId="1" animBg="1"/>
      <p:bldP spid="55" grpId="0" animBg="1"/>
      <p:bldP spid="55" grpId="1" animBg="1"/>
      <p:bldP spid="71" grpId="0" animBg="1"/>
      <p:bldP spid="71" grpId="1" animBg="1"/>
      <p:bldP spid="133" grpId="0" animBg="1"/>
      <p:bldP spid="133" grpId="1" animBg="1"/>
      <p:bldP spid="147" grpId="0" animBg="1"/>
      <p:bldP spid="147" grpId="1" animBg="1"/>
      <p:bldP spid="149" grpId="0" animBg="1"/>
      <p:bldP spid="149" grpId="1" animBg="1"/>
      <p:bldP spid="185" grpId="0" animBg="1"/>
      <p:bldP spid="185" grpId="1" animBg="1"/>
      <p:bldP spid="190" grpId="0" animBg="1"/>
    </p:bldLst>
  </p:timing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Sustainabilit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hthoek 152">
            <a:extLst>
              <a:ext uri="{FF2B5EF4-FFF2-40B4-BE49-F238E27FC236}">
                <a16:creationId xmlns:a16="http://schemas.microsoft.com/office/drawing/2014/main" id="{F50AF329-6F26-2310-D7F2-4EA5444F404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EA3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/>
          </a:p>
        </p:txBody>
      </p:sp>
      <p:sp>
        <p:nvSpPr>
          <p:cNvPr id="198" name="Vrije vorm: vorm 197">
            <a:extLst>
              <a:ext uri="{FF2B5EF4-FFF2-40B4-BE49-F238E27FC236}">
                <a16:creationId xmlns:a16="http://schemas.microsoft.com/office/drawing/2014/main" id="{857F210E-B01D-43E7-8688-7793F9C6BEF6}"/>
              </a:ext>
            </a:extLst>
          </p:cNvPr>
          <p:cNvSpPr/>
          <p:nvPr userDrawn="1"/>
        </p:nvSpPr>
        <p:spPr>
          <a:xfrm>
            <a:off x="8242567" y="3480414"/>
            <a:ext cx="612961" cy="331953"/>
          </a:xfrm>
          <a:custGeom>
            <a:avLst/>
            <a:gdLst>
              <a:gd name="connsiteX0" fmla="*/ 499893 w 612961"/>
              <a:gd name="connsiteY0" fmla="*/ 119555 h 331953"/>
              <a:gd name="connsiteX1" fmla="*/ 444083 w 612961"/>
              <a:gd name="connsiteY1" fmla="*/ 181422 h 331953"/>
              <a:gd name="connsiteX2" fmla="*/ 556725 w 612961"/>
              <a:gd name="connsiteY2" fmla="*/ 181422 h 331953"/>
              <a:gd name="connsiteX3" fmla="*/ 499893 w 612961"/>
              <a:gd name="connsiteY3" fmla="*/ 119555 h 331953"/>
              <a:gd name="connsiteX4" fmla="*/ 130391 w 612961"/>
              <a:gd name="connsiteY4" fmla="*/ 88237 h 331953"/>
              <a:gd name="connsiteX5" fmla="*/ 184323 w 612961"/>
              <a:gd name="connsiteY5" fmla="*/ 88237 h 331953"/>
              <a:gd name="connsiteX6" fmla="*/ 184323 w 612961"/>
              <a:gd name="connsiteY6" fmla="*/ 325383 h 331953"/>
              <a:gd name="connsiteX7" fmla="*/ 130391 w 612961"/>
              <a:gd name="connsiteY7" fmla="*/ 325383 h 331953"/>
              <a:gd name="connsiteX8" fmla="*/ 499893 w 612961"/>
              <a:gd name="connsiteY8" fmla="*/ 81836 h 331953"/>
              <a:gd name="connsiteX9" fmla="*/ 612961 w 612961"/>
              <a:gd name="connsiteY9" fmla="*/ 206340 h 331953"/>
              <a:gd name="connsiteX10" fmla="*/ 612961 w 612961"/>
              <a:gd name="connsiteY10" fmla="*/ 214617 h 331953"/>
              <a:gd name="connsiteX11" fmla="*/ 443142 w 612961"/>
              <a:gd name="connsiteY11" fmla="*/ 214617 h 331953"/>
              <a:gd name="connsiteX12" fmla="*/ 443142 w 612961"/>
              <a:gd name="connsiteY12" fmla="*/ 216069 h 331953"/>
              <a:gd name="connsiteX13" fmla="*/ 504074 w 612961"/>
              <a:gd name="connsiteY13" fmla="*/ 291847 h 331953"/>
              <a:gd name="connsiteX14" fmla="*/ 559455 w 612961"/>
              <a:gd name="connsiteY14" fmla="*/ 251653 h 331953"/>
              <a:gd name="connsiteX15" fmla="*/ 610656 w 612961"/>
              <a:gd name="connsiteY15" fmla="*/ 257200 h 331953"/>
              <a:gd name="connsiteX16" fmla="*/ 501342 w 612961"/>
              <a:gd name="connsiteY16" fmla="*/ 331953 h 331953"/>
              <a:gd name="connsiteX17" fmla="*/ 386396 w 612961"/>
              <a:gd name="connsiteY17" fmla="*/ 207365 h 331953"/>
              <a:gd name="connsiteX18" fmla="*/ 499893 w 612961"/>
              <a:gd name="connsiteY18" fmla="*/ 81836 h 331953"/>
              <a:gd name="connsiteX19" fmla="*/ 130391 w 612961"/>
              <a:gd name="connsiteY19" fmla="*/ 5205 h 331953"/>
              <a:gd name="connsiteX20" fmla="*/ 184323 w 612961"/>
              <a:gd name="connsiteY20" fmla="*/ 5205 h 331953"/>
              <a:gd name="connsiteX21" fmla="*/ 184323 w 612961"/>
              <a:gd name="connsiteY21" fmla="*/ 49409 h 331953"/>
              <a:gd name="connsiteX22" fmla="*/ 130391 w 612961"/>
              <a:gd name="connsiteY22" fmla="*/ 49409 h 331953"/>
              <a:gd name="connsiteX23" fmla="*/ 0 w 612961"/>
              <a:gd name="connsiteY23" fmla="*/ 5121 h 331953"/>
              <a:gd name="connsiteX24" fmla="*/ 53931 w 612961"/>
              <a:gd name="connsiteY24" fmla="*/ 5121 h 331953"/>
              <a:gd name="connsiteX25" fmla="*/ 53931 w 612961"/>
              <a:gd name="connsiteY25" fmla="*/ 325383 h 331953"/>
              <a:gd name="connsiteX26" fmla="*/ 0 w 612961"/>
              <a:gd name="connsiteY26" fmla="*/ 325383 h 331953"/>
              <a:gd name="connsiteX27" fmla="*/ 342535 w 612961"/>
              <a:gd name="connsiteY27" fmla="*/ 0 h 331953"/>
              <a:gd name="connsiteX28" fmla="*/ 388274 w 612961"/>
              <a:gd name="connsiteY28" fmla="*/ 4182 h 331953"/>
              <a:gd name="connsiteX29" fmla="*/ 388274 w 612961"/>
              <a:gd name="connsiteY29" fmla="*/ 42924 h 331953"/>
              <a:gd name="connsiteX30" fmla="*/ 356870 w 612961"/>
              <a:gd name="connsiteY30" fmla="*/ 39682 h 331953"/>
              <a:gd name="connsiteX31" fmla="*/ 317615 w 612961"/>
              <a:gd name="connsiteY31" fmla="*/ 81752 h 331953"/>
              <a:gd name="connsiteX32" fmla="*/ 317615 w 612961"/>
              <a:gd name="connsiteY32" fmla="*/ 88237 h 331953"/>
              <a:gd name="connsiteX33" fmla="*/ 375303 w 612961"/>
              <a:gd name="connsiteY33" fmla="*/ 88237 h 331953"/>
              <a:gd name="connsiteX34" fmla="*/ 375303 w 612961"/>
              <a:gd name="connsiteY34" fmla="*/ 124590 h 331953"/>
              <a:gd name="connsiteX35" fmla="*/ 318554 w 612961"/>
              <a:gd name="connsiteY35" fmla="*/ 124590 h 331953"/>
              <a:gd name="connsiteX36" fmla="*/ 318554 w 612961"/>
              <a:gd name="connsiteY36" fmla="*/ 325297 h 331953"/>
              <a:gd name="connsiteX37" fmla="*/ 266500 w 612961"/>
              <a:gd name="connsiteY37" fmla="*/ 325297 h 331953"/>
              <a:gd name="connsiteX38" fmla="*/ 266500 w 612961"/>
              <a:gd name="connsiteY38" fmla="*/ 124504 h 331953"/>
              <a:gd name="connsiteX39" fmla="*/ 227247 w 612961"/>
              <a:gd name="connsiteY39" fmla="*/ 124504 h 331953"/>
              <a:gd name="connsiteX40" fmla="*/ 227247 w 612961"/>
              <a:gd name="connsiteY40" fmla="*/ 88151 h 331953"/>
              <a:gd name="connsiteX41" fmla="*/ 266500 w 612961"/>
              <a:gd name="connsiteY41" fmla="*/ 88151 h 331953"/>
              <a:gd name="connsiteX42" fmla="*/ 266500 w 612961"/>
              <a:gd name="connsiteY42" fmla="*/ 83543 h 331953"/>
              <a:gd name="connsiteX43" fmla="*/ 342535 w 612961"/>
              <a:gd name="connsiteY43" fmla="*/ 0 h 331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612961" h="331953">
                <a:moveTo>
                  <a:pt x="499893" y="119555"/>
                </a:moveTo>
                <a:cubicBezTo>
                  <a:pt x="468999" y="119555"/>
                  <a:pt x="447326" y="141657"/>
                  <a:pt x="444083" y="181422"/>
                </a:cubicBezTo>
                <a:lnTo>
                  <a:pt x="556725" y="181422"/>
                </a:lnTo>
                <a:cubicBezTo>
                  <a:pt x="555359" y="140804"/>
                  <a:pt x="535048" y="119555"/>
                  <a:pt x="499893" y="119555"/>
                </a:cubicBezTo>
                <a:close/>
                <a:moveTo>
                  <a:pt x="130391" y="88237"/>
                </a:moveTo>
                <a:lnTo>
                  <a:pt x="184323" y="88237"/>
                </a:lnTo>
                <a:lnTo>
                  <a:pt x="184323" y="325383"/>
                </a:lnTo>
                <a:lnTo>
                  <a:pt x="130391" y="325383"/>
                </a:lnTo>
                <a:close/>
                <a:moveTo>
                  <a:pt x="499893" y="81836"/>
                </a:moveTo>
                <a:cubicBezTo>
                  <a:pt x="568757" y="81836"/>
                  <a:pt x="612961" y="129282"/>
                  <a:pt x="612961" y="206340"/>
                </a:cubicBezTo>
                <a:lnTo>
                  <a:pt x="612961" y="214617"/>
                </a:lnTo>
                <a:lnTo>
                  <a:pt x="443142" y="214617"/>
                </a:lnTo>
                <a:lnTo>
                  <a:pt x="443142" y="216069"/>
                </a:lnTo>
                <a:cubicBezTo>
                  <a:pt x="443142" y="264538"/>
                  <a:pt x="466696" y="291847"/>
                  <a:pt x="504074" y="291847"/>
                </a:cubicBezTo>
                <a:cubicBezTo>
                  <a:pt x="529929" y="291847"/>
                  <a:pt x="550751" y="277510"/>
                  <a:pt x="559455" y="251653"/>
                </a:cubicBezTo>
                <a:lnTo>
                  <a:pt x="610656" y="257200"/>
                </a:lnTo>
                <a:cubicBezTo>
                  <a:pt x="593589" y="305670"/>
                  <a:pt x="555359" y="331953"/>
                  <a:pt x="501342" y="331953"/>
                </a:cubicBezTo>
                <a:cubicBezTo>
                  <a:pt x="432051" y="331953"/>
                  <a:pt x="386396" y="282630"/>
                  <a:pt x="386396" y="207365"/>
                </a:cubicBezTo>
                <a:cubicBezTo>
                  <a:pt x="386396" y="132100"/>
                  <a:pt x="432476" y="81836"/>
                  <a:pt x="499893" y="81836"/>
                </a:cubicBezTo>
                <a:close/>
                <a:moveTo>
                  <a:pt x="130391" y="5205"/>
                </a:moveTo>
                <a:lnTo>
                  <a:pt x="184323" y="5205"/>
                </a:lnTo>
                <a:lnTo>
                  <a:pt x="184323" y="49409"/>
                </a:lnTo>
                <a:lnTo>
                  <a:pt x="130391" y="49409"/>
                </a:lnTo>
                <a:close/>
                <a:moveTo>
                  <a:pt x="0" y="5121"/>
                </a:moveTo>
                <a:lnTo>
                  <a:pt x="53931" y="5121"/>
                </a:lnTo>
                <a:lnTo>
                  <a:pt x="53931" y="325383"/>
                </a:lnTo>
                <a:lnTo>
                  <a:pt x="0" y="325383"/>
                </a:lnTo>
                <a:close/>
                <a:moveTo>
                  <a:pt x="342535" y="0"/>
                </a:moveTo>
                <a:cubicBezTo>
                  <a:pt x="358748" y="0"/>
                  <a:pt x="373937" y="939"/>
                  <a:pt x="388274" y="4182"/>
                </a:cubicBezTo>
                <a:lnTo>
                  <a:pt x="388274" y="42924"/>
                </a:lnTo>
                <a:cubicBezTo>
                  <a:pt x="374874" y="40619"/>
                  <a:pt x="364721" y="39682"/>
                  <a:pt x="356870" y="39682"/>
                </a:cubicBezTo>
                <a:cubicBezTo>
                  <a:pt x="329137" y="39682"/>
                  <a:pt x="317615" y="52651"/>
                  <a:pt x="317615" y="81752"/>
                </a:cubicBezTo>
                <a:lnTo>
                  <a:pt x="317615" y="88237"/>
                </a:lnTo>
                <a:lnTo>
                  <a:pt x="375303" y="88237"/>
                </a:lnTo>
                <a:lnTo>
                  <a:pt x="375303" y="124590"/>
                </a:lnTo>
                <a:lnTo>
                  <a:pt x="318554" y="124590"/>
                </a:lnTo>
                <a:lnTo>
                  <a:pt x="318554" y="325297"/>
                </a:lnTo>
                <a:lnTo>
                  <a:pt x="266500" y="325297"/>
                </a:lnTo>
                <a:lnTo>
                  <a:pt x="266500" y="124504"/>
                </a:lnTo>
                <a:lnTo>
                  <a:pt x="227247" y="124504"/>
                </a:lnTo>
                <a:lnTo>
                  <a:pt x="227247" y="88151"/>
                </a:lnTo>
                <a:lnTo>
                  <a:pt x="266500" y="88151"/>
                </a:lnTo>
                <a:lnTo>
                  <a:pt x="266500" y="83543"/>
                </a:lnTo>
                <a:cubicBezTo>
                  <a:pt x="266500" y="26710"/>
                  <a:pt x="290480" y="0"/>
                  <a:pt x="342535" y="0"/>
                </a:cubicBezTo>
                <a:close/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92" name="Vrije vorm: vorm 191">
            <a:extLst>
              <a:ext uri="{FF2B5EF4-FFF2-40B4-BE49-F238E27FC236}">
                <a16:creationId xmlns:a16="http://schemas.microsoft.com/office/drawing/2014/main" id="{9F123195-9A29-4656-E853-17AE6C8F6F1B}"/>
              </a:ext>
            </a:extLst>
          </p:cNvPr>
          <p:cNvSpPr/>
          <p:nvPr/>
        </p:nvSpPr>
        <p:spPr>
          <a:xfrm>
            <a:off x="7558010" y="3050751"/>
            <a:ext cx="2177659" cy="326577"/>
          </a:xfrm>
          <a:custGeom>
            <a:avLst/>
            <a:gdLst>
              <a:gd name="connsiteX0" fmla="*/ 1107982 w 1219677"/>
              <a:gd name="connsiteY0" fmla="*/ 46504 h 182911"/>
              <a:gd name="connsiteX1" fmla="*/ 1107982 w 1219677"/>
              <a:gd name="connsiteY1" fmla="*/ 179327 h 182911"/>
              <a:gd name="connsiteX2" fmla="*/ 1137184 w 1219677"/>
              <a:gd name="connsiteY2" fmla="*/ 179327 h 182911"/>
              <a:gd name="connsiteX3" fmla="*/ 1137184 w 1219677"/>
              <a:gd name="connsiteY3" fmla="*/ 103333 h 182911"/>
              <a:gd name="connsiteX4" fmla="*/ 1167964 w 1219677"/>
              <a:gd name="connsiteY4" fmla="*/ 65575 h 182911"/>
              <a:gd name="connsiteX5" fmla="*/ 1190476 w 1219677"/>
              <a:gd name="connsiteY5" fmla="*/ 94538 h 182911"/>
              <a:gd name="connsiteX6" fmla="*/ 1190476 w 1219677"/>
              <a:gd name="connsiteY6" fmla="*/ 179279 h 182911"/>
              <a:gd name="connsiteX7" fmla="*/ 1219678 w 1219677"/>
              <a:gd name="connsiteY7" fmla="*/ 179279 h 182911"/>
              <a:gd name="connsiteX8" fmla="*/ 1219678 w 1219677"/>
              <a:gd name="connsiteY8" fmla="*/ 94299 h 182911"/>
              <a:gd name="connsiteX9" fmla="*/ 1176519 w 1219677"/>
              <a:gd name="connsiteY9" fmla="*/ 42872 h 182911"/>
              <a:gd name="connsiteX10" fmla="*/ 1135416 w 1219677"/>
              <a:gd name="connsiteY10" fmla="*/ 69207 h 182911"/>
              <a:gd name="connsiteX11" fmla="*/ 1135368 w 1219677"/>
              <a:gd name="connsiteY11" fmla="*/ 46457 h 182911"/>
              <a:gd name="connsiteX12" fmla="*/ 1107982 w 1219677"/>
              <a:gd name="connsiteY12" fmla="*/ 46457 h 182911"/>
              <a:gd name="connsiteX13" fmla="*/ 1017171 w 1219677"/>
              <a:gd name="connsiteY13" fmla="*/ 64571 h 182911"/>
              <a:gd name="connsiteX14" fmla="*/ 1048954 w 1219677"/>
              <a:gd name="connsiteY14" fmla="*/ 112892 h 182911"/>
              <a:gd name="connsiteX15" fmla="*/ 1017171 w 1219677"/>
              <a:gd name="connsiteY15" fmla="*/ 160973 h 182911"/>
              <a:gd name="connsiteX16" fmla="*/ 985626 w 1219677"/>
              <a:gd name="connsiteY16" fmla="*/ 112892 h 182911"/>
              <a:gd name="connsiteX17" fmla="*/ 1017171 w 1219677"/>
              <a:gd name="connsiteY17" fmla="*/ 64571 h 182911"/>
              <a:gd name="connsiteX18" fmla="*/ 1017171 w 1219677"/>
              <a:gd name="connsiteY18" fmla="*/ 42872 h 182911"/>
              <a:gd name="connsiteX19" fmla="*/ 953843 w 1219677"/>
              <a:gd name="connsiteY19" fmla="*/ 112892 h 182911"/>
              <a:gd name="connsiteX20" fmla="*/ 1017171 w 1219677"/>
              <a:gd name="connsiteY20" fmla="*/ 182911 h 182911"/>
              <a:gd name="connsiteX21" fmla="*/ 1080739 w 1219677"/>
              <a:gd name="connsiteY21" fmla="*/ 112892 h 182911"/>
              <a:gd name="connsiteX22" fmla="*/ 1017171 w 1219677"/>
              <a:gd name="connsiteY22" fmla="*/ 42872 h 182911"/>
              <a:gd name="connsiteX23" fmla="*/ 896633 w 1219677"/>
              <a:gd name="connsiteY23" fmla="*/ 179327 h 182911"/>
              <a:gd name="connsiteX24" fmla="*/ 926838 w 1219677"/>
              <a:gd name="connsiteY24" fmla="*/ 179327 h 182911"/>
              <a:gd name="connsiteX25" fmla="*/ 926838 w 1219677"/>
              <a:gd name="connsiteY25" fmla="*/ 46504 h 182911"/>
              <a:gd name="connsiteX26" fmla="*/ 896633 w 1219677"/>
              <a:gd name="connsiteY26" fmla="*/ 46504 h 182911"/>
              <a:gd name="connsiteX27" fmla="*/ 896633 w 1219677"/>
              <a:gd name="connsiteY27" fmla="*/ 179327 h 182911"/>
              <a:gd name="connsiteX28" fmla="*/ 896633 w 1219677"/>
              <a:gd name="connsiteY28" fmla="*/ 24758 h 182911"/>
              <a:gd name="connsiteX29" fmla="*/ 926838 w 1219677"/>
              <a:gd name="connsiteY29" fmla="*/ 24758 h 182911"/>
              <a:gd name="connsiteX30" fmla="*/ 926838 w 1219677"/>
              <a:gd name="connsiteY30" fmla="*/ 0 h 182911"/>
              <a:gd name="connsiteX31" fmla="*/ 896633 w 1219677"/>
              <a:gd name="connsiteY31" fmla="*/ 0 h 182911"/>
              <a:gd name="connsiteX32" fmla="*/ 896633 w 1219677"/>
              <a:gd name="connsiteY32" fmla="*/ 24758 h 182911"/>
              <a:gd name="connsiteX33" fmla="*/ 831775 w 1219677"/>
              <a:gd name="connsiteY33" fmla="*/ 9798 h 182911"/>
              <a:gd name="connsiteX34" fmla="*/ 803862 w 1219677"/>
              <a:gd name="connsiteY34" fmla="*/ 12092 h 182911"/>
              <a:gd name="connsiteX35" fmla="*/ 802859 w 1219677"/>
              <a:gd name="connsiteY35" fmla="*/ 46457 h 182911"/>
              <a:gd name="connsiteX36" fmla="*/ 779821 w 1219677"/>
              <a:gd name="connsiteY36" fmla="*/ 46457 h 182911"/>
              <a:gd name="connsiteX37" fmla="*/ 779821 w 1219677"/>
              <a:gd name="connsiteY37" fmla="*/ 66865 h 182911"/>
              <a:gd name="connsiteX38" fmla="*/ 802046 w 1219677"/>
              <a:gd name="connsiteY38" fmla="*/ 66865 h 182911"/>
              <a:gd name="connsiteX39" fmla="*/ 802046 w 1219677"/>
              <a:gd name="connsiteY39" fmla="*/ 133300 h 182911"/>
              <a:gd name="connsiteX40" fmla="*/ 843867 w 1219677"/>
              <a:gd name="connsiteY40" fmla="*/ 182863 h 182911"/>
              <a:gd name="connsiteX41" fmla="*/ 865088 w 1219677"/>
              <a:gd name="connsiteY41" fmla="*/ 180283 h 182911"/>
              <a:gd name="connsiteX42" fmla="*/ 865088 w 1219677"/>
              <a:gd name="connsiteY42" fmla="*/ 157293 h 182911"/>
              <a:gd name="connsiteX43" fmla="*/ 850319 w 1219677"/>
              <a:gd name="connsiteY43" fmla="*/ 159109 h 182911"/>
              <a:gd name="connsiteX44" fmla="*/ 831727 w 1219677"/>
              <a:gd name="connsiteY44" fmla="*/ 131197 h 182911"/>
              <a:gd name="connsiteX45" fmla="*/ 831727 w 1219677"/>
              <a:gd name="connsiteY45" fmla="*/ 66913 h 182911"/>
              <a:gd name="connsiteX46" fmla="*/ 861407 w 1219677"/>
              <a:gd name="connsiteY46" fmla="*/ 66913 h 182911"/>
              <a:gd name="connsiteX47" fmla="*/ 861407 w 1219677"/>
              <a:gd name="connsiteY47" fmla="*/ 46504 h 182911"/>
              <a:gd name="connsiteX48" fmla="*/ 831727 w 1219677"/>
              <a:gd name="connsiteY48" fmla="*/ 46504 h 182911"/>
              <a:gd name="connsiteX49" fmla="*/ 831727 w 1219677"/>
              <a:gd name="connsiteY49" fmla="*/ 9798 h 182911"/>
              <a:gd name="connsiteX50" fmla="*/ 728681 w 1219677"/>
              <a:gd name="connsiteY50" fmla="*/ 113178 h 182911"/>
              <a:gd name="connsiteX51" fmla="*/ 728681 w 1219677"/>
              <a:gd name="connsiteY51" fmla="*/ 122737 h 182911"/>
              <a:gd name="connsiteX52" fmla="*/ 693790 w 1219677"/>
              <a:gd name="connsiteY52" fmla="*/ 161308 h 182911"/>
              <a:gd name="connsiteX53" fmla="*/ 669989 w 1219677"/>
              <a:gd name="connsiteY53" fmla="*/ 141377 h 182911"/>
              <a:gd name="connsiteX54" fmla="*/ 721990 w 1219677"/>
              <a:gd name="connsiteY54" fmla="*/ 113178 h 182911"/>
              <a:gd name="connsiteX55" fmla="*/ 728681 w 1219677"/>
              <a:gd name="connsiteY55" fmla="*/ 113178 h 182911"/>
              <a:gd name="connsiteX56" fmla="*/ 642125 w 1219677"/>
              <a:gd name="connsiteY56" fmla="*/ 80869 h 182911"/>
              <a:gd name="connsiteX57" fmla="*/ 670036 w 1219677"/>
              <a:gd name="connsiteY57" fmla="*/ 84262 h 182911"/>
              <a:gd name="connsiteX58" fmla="*/ 701055 w 1219677"/>
              <a:gd name="connsiteY58" fmla="*/ 63567 h 182911"/>
              <a:gd name="connsiteX59" fmla="*/ 728729 w 1219677"/>
              <a:gd name="connsiteY59" fmla="*/ 88373 h 182911"/>
              <a:gd name="connsiteX60" fmla="*/ 728729 w 1219677"/>
              <a:gd name="connsiteY60" fmla="*/ 95351 h 182911"/>
              <a:gd name="connsiteX61" fmla="*/ 725910 w 1219677"/>
              <a:gd name="connsiteY61" fmla="*/ 95351 h 182911"/>
              <a:gd name="connsiteX62" fmla="*/ 638540 w 1219677"/>
              <a:gd name="connsiteY62" fmla="*/ 142907 h 182911"/>
              <a:gd name="connsiteX63" fmla="*/ 684231 w 1219677"/>
              <a:gd name="connsiteY63" fmla="*/ 182672 h 182911"/>
              <a:gd name="connsiteX64" fmla="*/ 729255 w 1219677"/>
              <a:gd name="connsiteY64" fmla="*/ 156337 h 182911"/>
              <a:gd name="connsiteX65" fmla="*/ 732074 w 1219677"/>
              <a:gd name="connsiteY65" fmla="*/ 179327 h 182911"/>
              <a:gd name="connsiteX66" fmla="*/ 761804 w 1219677"/>
              <a:gd name="connsiteY66" fmla="*/ 179327 h 182911"/>
              <a:gd name="connsiteX67" fmla="*/ 757932 w 1219677"/>
              <a:gd name="connsiteY67" fmla="*/ 152992 h 182911"/>
              <a:gd name="connsiteX68" fmla="*/ 757932 w 1219677"/>
              <a:gd name="connsiteY68" fmla="*/ 95064 h 182911"/>
              <a:gd name="connsiteX69" fmla="*/ 704210 w 1219677"/>
              <a:gd name="connsiteY69" fmla="*/ 42872 h 182911"/>
              <a:gd name="connsiteX70" fmla="*/ 642125 w 1219677"/>
              <a:gd name="connsiteY70" fmla="*/ 80869 h 182911"/>
              <a:gd name="connsiteX71" fmla="*/ 549546 w 1219677"/>
              <a:gd name="connsiteY71" fmla="*/ 179327 h 182911"/>
              <a:gd name="connsiteX72" fmla="*/ 576693 w 1219677"/>
              <a:gd name="connsiteY72" fmla="*/ 179327 h 182911"/>
              <a:gd name="connsiteX73" fmla="*/ 623723 w 1219677"/>
              <a:gd name="connsiteY73" fmla="*/ 46504 h 182911"/>
              <a:gd name="connsiteX74" fmla="*/ 599157 w 1219677"/>
              <a:gd name="connsiteY74" fmla="*/ 46504 h 182911"/>
              <a:gd name="connsiteX75" fmla="*/ 566082 w 1219677"/>
              <a:gd name="connsiteY75" fmla="*/ 147591 h 182911"/>
              <a:gd name="connsiteX76" fmla="*/ 533248 w 1219677"/>
              <a:gd name="connsiteY76" fmla="*/ 46504 h 182911"/>
              <a:gd name="connsiteX77" fmla="*/ 502993 w 1219677"/>
              <a:gd name="connsiteY77" fmla="*/ 46504 h 182911"/>
              <a:gd name="connsiteX78" fmla="*/ 549546 w 1219677"/>
              <a:gd name="connsiteY78" fmla="*/ 179327 h 182911"/>
              <a:gd name="connsiteX79" fmla="*/ 426235 w 1219677"/>
              <a:gd name="connsiteY79" fmla="*/ 64571 h 182911"/>
              <a:gd name="connsiteX80" fmla="*/ 458067 w 1219677"/>
              <a:gd name="connsiteY80" fmla="*/ 112892 h 182911"/>
              <a:gd name="connsiteX81" fmla="*/ 426235 w 1219677"/>
              <a:gd name="connsiteY81" fmla="*/ 160973 h 182911"/>
              <a:gd name="connsiteX82" fmla="*/ 394691 w 1219677"/>
              <a:gd name="connsiteY82" fmla="*/ 112892 h 182911"/>
              <a:gd name="connsiteX83" fmla="*/ 426235 w 1219677"/>
              <a:gd name="connsiteY83" fmla="*/ 64571 h 182911"/>
              <a:gd name="connsiteX84" fmla="*/ 426235 w 1219677"/>
              <a:gd name="connsiteY84" fmla="*/ 42872 h 182911"/>
              <a:gd name="connsiteX85" fmla="*/ 362954 w 1219677"/>
              <a:gd name="connsiteY85" fmla="*/ 112892 h 182911"/>
              <a:gd name="connsiteX86" fmla="*/ 426235 w 1219677"/>
              <a:gd name="connsiteY86" fmla="*/ 182911 h 182911"/>
              <a:gd name="connsiteX87" fmla="*/ 489802 w 1219677"/>
              <a:gd name="connsiteY87" fmla="*/ 112892 h 182911"/>
              <a:gd name="connsiteX88" fmla="*/ 426235 w 1219677"/>
              <a:gd name="connsiteY88" fmla="*/ 42872 h 182911"/>
              <a:gd name="connsiteX89" fmla="*/ 224302 w 1219677"/>
              <a:gd name="connsiteY89" fmla="*/ 46504 h 182911"/>
              <a:gd name="connsiteX90" fmla="*/ 224302 w 1219677"/>
              <a:gd name="connsiteY90" fmla="*/ 179327 h 182911"/>
              <a:gd name="connsiteX91" fmla="*/ 253456 w 1219677"/>
              <a:gd name="connsiteY91" fmla="*/ 179327 h 182911"/>
              <a:gd name="connsiteX92" fmla="*/ 253456 w 1219677"/>
              <a:gd name="connsiteY92" fmla="*/ 103333 h 182911"/>
              <a:gd name="connsiteX93" fmla="*/ 284236 w 1219677"/>
              <a:gd name="connsiteY93" fmla="*/ 65575 h 182911"/>
              <a:gd name="connsiteX94" fmla="*/ 306699 w 1219677"/>
              <a:gd name="connsiteY94" fmla="*/ 94538 h 182911"/>
              <a:gd name="connsiteX95" fmla="*/ 306699 w 1219677"/>
              <a:gd name="connsiteY95" fmla="*/ 179279 h 182911"/>
              <a:gd name="connsiteX96" fmla="*/ 335903 w 1219677"/>
              <a:gd name="connsiteY96" fmla="*/ 179279 h 182911"/>
              <a:gd name="connsiteX97" fmla="*/ 335903 w 1219677"/>
              <a:gd name="connsiteY97" fmla="*/ 94299 h 182911"/>
              <a:gd name="connsiteX98" fmla="*/ 292792 w 1219677"/>
              <a:gd name="connsiteY98" fmla="*/ 42872 h 182911"/>
              <a:gd name="connsiteX99" fmla="*/ 251688 w 1219677"/>
              <a:gd name="connsiteY99" fmla="*/ 69207 h 182911"/>
              <a:gd name="connsiteX100" fmla="*/ 251640 w 1219677"/>
              <a:gd name="connsiteY100" fmla="*/ 46457 h 182911"/>
              <a:gd name="connsiteX101" fmla="*/ 224302 w 1219677"/>
              <a:gd name="connsiteY101" fmla="*/ 46457 h 182911"/>
              <a:gd name="connsiteX102" fmla="*/ 77189 w 1219677"/>
              <a:gd name="connsiteY102" fmla="*/ 46504 h 182911"/>
              <a:gd name="connsiteX103" fmla="*/ 77189 w 1219677"/>
              <a:gd name="connsiteY103" fmla="*/ 179327 h 182911"/>
              <a:gd name="connsiteX104" fmla="*/ 106391 w 1219677"/>
              <a:gd name="connsiteY104" fmla="*/ 179327 h 182911"/>
              <a:gd name="connsiteX105" fmla="*/ 106391 w 1219677"/>
              <a:gd name="connsiteY105" fmla="*/ 103333 h 182911"/>
              <a:gd name="connsiteX106" fmla="*/ 137172 w 1219677"/>
              <a:gd name="connsiteY106" fmla="*/ 65575 h 182911"/>
              <a:gd name="connsiteX107" fmla="*/ 159635 w 1219677"/>
              <a:gd name="connsiteY107" fmla="*/ 94538 h 182911"/>
              <a:gd name="connsiteX108" fmla="*/ 159635 w 1219677"/>
              <a:gd name="connsiteY108" fmla="*/ 179279 h 182911"/>
              <a:gd name="connsiteX109" fmla="*/ 188838 w 1219677"/>
              <a:gd name="connsiteY109" fmla="*/ 179279 h 182911"/>
              <a:gd name="connsiteX110" fmla="*/ 188838 w 1219677"/>
              <a:gd name="connsiteY110" fmla="*/ 94299 h 182911"/>
              <a:gd name="connsiteX111" fmla="*/ 145679 w 1219677"/>
              <a:gd name="connsiteY111" fmla="*/ 42872 h 182911"/>
              <a:gd name="connsiteX112" fmla="*/ 104623 w 1219677"/>
              <a:gd name="connsiteY112" fmla="*/ 69207 h 182911"/>
              <a:gd name="connsiteX113" fmla="*/ 104575 w 1219677"/>
              <a:gd name="connsiteY113" fmla="*/ 46457 h 182911"/>
              <a:gd name="connsiteX114" fmla="*/ 77189 w 1219677"/>
              <a:gd name="connsiteY114" fmla="*/ 46457 h 182911"/>
              <a:gd name="connsiteX115" fmla="*/ 0 w 1219677"/>
              <a:gd name="connsiteY115" fmla="*/ 179327 h 182911"/>
              <a:gd name="connsiteX116" fmla="*/ 30207 w 1219677"/>
              <a:gd name="connsiteY116" fmla="*/ 179327 h 182911"/>
              <a:gd name="connsiteX117" fmla="*/ 30207 w 1219677"/>
              <a:gd name="connsiteY117" fmla="*/ 46504 h 182911"/>
              <a:gd name="connsiteX118" fmla="*/ 0 w 1219677"/>
              <a:gd name="connsiteY118" fmla="*/ 46504 h 182911"/>
              <a:gd name="connsiteX119" fmla="*/ 0 w 1219677"/>
              <a:gd name="connsiteY119" fmla="*/ 179327 h 182911"/>
              <a:gd name="connsiteX120" fmla="*/ 0 w 1219677"/>
              <a:gd name="connsiteY120" fmla="*/ 24758 h 182911"/>
              <a:gd name="connsiteX121" fmla="*/ 30207 w 1219677"/>
              <a:gd name="connsiteY121" fmla="*/ 24758 h 182911"/>
              <a:gd name="connsiteX122" fmla="*/ 30207 w 1219677"/>
              <a:gd name="connsiteY122" fmla="*/ 0 h 182911"/>
              <a:gd name="connsiteX123" fmla="*/ 0 w 1219677"/>
              <a:gd name="connsiteY123" fmla="*/ 0 h 182911"/>
              <a:gd name="connsiteX124" fmla="*/ 0 w 1219677"/>
              <a:gd name="connsiteY124" fmla="*/ 24758 h 182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</a:cxnLst>
            <a:rect l="l" t="t" r="r" b="b"/>
            <a:pathLst>
              <a:path w="1219677" h="182911">
                <a:moveTo>
                  <a:pt x="1107982" y="46504"/>
                </a:moveTo>
                <a:lnTo>
                  <a:pt x="1107982" y="179327"/>
                </a:lnTo>
                <a:lnTo>
                  <a:pt x="1137184" y="179327"/>
                </a:lnTo>
                <a:lnTo>
                  <a:pt x="1137184" y="103333"/>
                </a:lnTo>
                <a:cubicBezTo>
                  <a:pt x="1137232" y="80343"/>
                  <a:pt x="1150662" y="65575"/>
                  <a:pt x="1167964" y="65575"/>
                </a:cubicBezTo>
                <a:cubicBezTo>
                  <a:pt x="1182445" y="65575"/>
                  <a:pt x="1190476" y="75373"/>
                  <a:pt x="1190476" y="94538"/>
                </a:cubicBezTo>
                <a:lnTo>
                  <a:pt x="1190476" y="179279"/>
                </a:lnTo>
                <a:lnTo>
                  <a:pt x="1219678" y="179279"/>
                </a:lnTo>
                <a:lnTo>
                  <a:pt x="1219678" y="94299"/>
                </a:lnTo>
                <a:cubicBezTo>
                  <a:pt x="1219678" y="59935"/>
                  <a:pt x="1205483" y="42872"/>
                  <a:pt x="1176519" y="42872"/>
                </a:cubicBezTo>
                <a:cubicBezTo>
                  <a:pt x="1158691" y="42872"/>
                  <a:pt x="1144975" y="51666"/>
                  <a:pt x="1135416" y="69207"/>
                </a:cubicBezTo>
                <a:lnTo>
                  <a:pt x="1135368" y="46457"/>
                </a:lnTo>
                <a:lnTo>
                  <a:pt x="1107982" y="46457"/>
                </a:lnTo>
                <a:close/>
                <a:moveTo>
                  <a:pt x="1017171" y="64571"/>
                </a:moveTo>
                <a:cubicBezTo>
                  <a:pt x="1036576" y="64571"/>
                  <a:pt x="1048954" y="81873"/>
                  <a:pt x="1048954" y="112892"/>
                </a:cubicBezTo>
                <a:cubicBezTo>
                  <a:pt x="1048954" y="143911"/>
                  <a:pt x="1036576" y="160973"/>
                  <a:pt x="1017171" y="160973"/>
                </a:cubicBezTo>
                <a:cubicBezTo>
                  <a:pt x="997527" y="160973"/>
                  <a:pt x="985626" y="144150"/>
                  <a:pt x="985626" y="112892"/>
                </a:cubicBezTo>
                <a:cubicBezTo>
                  <a:pt x="985626" y="81634"/>
                  <a:pt x="997479" y="64571"/>
                  <a:pt x="1017171" y="64571"/>
                </a:cubicBezTo>
                <a:moveTo>
                  <a:pt x="1017171" y="42872"/>
                </a:moveTo>
                <a:cubicBezTo>
                  <a:pt x="979652" y="42872"/>
                  <a:pt x="953843" y="70259"/>
                  <a:pt x="953843" y="112892"/>
                </a:cubicBezTo>
                <a:cubicBezTo>
                  <a:pt x="953843" y="155573"/>
                  <a:pt x="979413" y="182911"/>
                  <a:pt x="1017171" y="182911"/>
                </a:cubicBezTo>
                <a:cubicBezTo>
                  <a:pt x="1054929" y="182911"/>
                  <a:pt x="1080739" y="155573"/>
                  <a:pt x="1080739" y="112892"/>
                </a:cubicBezTo>
                <a:cubicBezTo>
                  <a:pt x="1080739" y="70259"/>
                  <a:pt x="1054881" y="42872"/>
                  <a:pt x="1017171" y="42872"/>
                </a:cubicBezTo>
                <a:moveTo>
                  <a:pt x="896633" y="179327"/>
                </a:moveTo>
                <a:lnTo>
                  <a:pt x="926838" y="179327"/>
                </a:lnTo>
                <a:lnTo>
                  <a:pt x="926838" y="46504"/>
                </a:lnTo>
                <a:lnTo>
                  <a:pt x="896633" y="46504"/>
                </a:lnTo>
                <a:lnTo>
                  <a:pt x="896633" y="179327"/>
                </a:lnTo>
                <a:close/>
                <a:moveTo>
                  <a:pt x="896633" y="24758"/>
                </a:moveTo>
                <a:lnTo>
                  <a:pt x="926838" y="24758"/>
                </a:lnTo>
                <a:lnTo>
                  <a:pt x="926838" y="0"/>
                </a:lnTo>
                <a:lnTo>
                  <a:pt x="896633" y="0"/>
                </a:lnTo>
                <a:lnTo>
                  <a:pt x="896633" y="24758"/>
                </a:lnTo>
                <a:close/>
                <a:moveTo>
                  <a:pt x="831775" y="9798"/>
                </a:moveTo>
                <a:lnTo>
                  <a:pt x="803862" y="12092"/>
                </a:lnTo>
                <a:lnTo>
                  <a:pt x="802859" y="46457"/>
                </a:lnTo>
                <a:lnTo>
                  <a:pt x="779821" y="46457"/>
                </a:lnTo>
                <a:lnTo>
                  <a:pt x="779821" y="66865"/>
                </a:lnTo>
                <a:lnTo>
                  <a:pt x="802046" y="66865"/>
                </a:lnTo>
                <a:lnTo>
                  <a:pt x="802046" y="133300"/>
                </a:lnTo>
                <a:cubicBezTo>
                  <a:pt x="802046" y="167904"/>
                  <a:pt x="812131" y="182863"/>
                  <a:pt x="843867" y="182863"/>
                </a:cubicBezTo>
                <a:cubicBezTo>
                  <a:pt x="850845" y="182863"/>
                  <a:pt x="857823" y="181812"/>
                  <a:pt x="865088" y="180283"/>
                </a:cubicBezTo>
                <a:lnTo>
                  <a:pt x="865088" y="157293"/>
                </a:lnTo>
                <a:cubicBezTo>
                  <a:pt x="859925" y="158584"/>
                  <a:pt x="855004" y="159109"/>
                  <a:pt x="850319" y="159109"/>
                </a:cubicBezTo>
                <a:cubicBezTo>
                  <a:pt x="834547" y="159109"/>
                  <a:pt x="831727" y="150602"/>
                  <a:pt x="831727" y="131197"/>
                </a:cubicBezTo>
                <a:lnTo>
                  <a:pt x="831727" y="66913"/>
                </a:lnTo>
                <a:lnTo>
                  <a:pt x="861407" y="66913"/>
                </a:lnTo>
                <a:lnTo>
                  <a:pt x="861407" y="46504"/>
                </a:lnTo>
                <a:lnTo>
                  <a:pt x="831727" y="46504"/>
                </a:lnTo>
                <a:lnTo>
                  <a:pt x="831727" y="9798"/>
                </a:lnTo>
                <a:close/>
                <a:moveTo>
                  <a:pt x="728681" y="113178"/>
                </a:moveTo>
                <a:lnTo>
                  <a:pt x="728681" y="122737"/>
                </a:lnTo>
                <a:cubicBezTo>
                  <a:pt x="728681" y="144484"/>
                  <a:pt x="713195" y="161308"/>
                  <a:pt x="693790" y="161308"/>
                </a:cubicBezTo>
                <a:cubicBezTo>
                  <a:pt x="679022" y="161308"/>
                  <a:pt x="669989" y="153278"/>
                  <a:pt x="669989" y="141377"/>
                </a:cubicBezTo>
                <a:cubicBezTo>
                  <a:pt x="669989" y="122737"/>
                  <a:pt x="687291" y="113178"/>
                  <a:pt x="721990" y="113178"/>
                </a:cubicBezTo>
                <a:lnTo>
                  <a:pt x="728681" y="113178"/>
                </a:lnTo>
                <a:close/>
                <a:moveTo>
                  <a:pt x="642125" y="80869"/>
                </a:moveTo>
                <a:lnTo>
                  <a:pt x="670036" y="84262"/>
                </a:lnTo>
                <a:cubicBezTo>
                  <a:pt x="672857" y="70545"/>
                  <a:pt x="683228" y="63567"/>
                  <a:pt x="701055" y="63567"/>
                </a:cubicBezTo>
                <a:cubicBezTo>
                  <a:pt x="719696" y="63567"/>
                  <a:pt x="728729" y="71549"/>
                  <a:pt x="728729" y="88373"/>
                </a:cubicBezTo>
                <a:lnTo>
                  <a:pt x="728729" y="95351"/>
                </a:lnTo>
                <a:lnTo>
                  <a:pt x="725910" y="95351"/>
                </a:lnTo>
                <a:cubicBezTo>
                  <a:pt x="667169" y="95351"/>
                  <a:pt x="638540" y="110836"/>
                  <a:pt x="638540" y="142907"/>
                </a:cubicBezTo>
                <a:cubicBezTo>
                  <a:pt x="638540" y="166135"/>
                  <a:pt x="656368" y="182672"/>
                  <a:pt x="684231" y="182672"/>
                </a:cubicBezTo>
                <a:cubicBezTo>
                  <a:pt x="704163" y="182672"/>
                  <a:pt x="720221" y="173400"/>
                  <a:pt x="729255" y="156337"/>
                </a:cubicBezTo>
                <a:cubicBezTo>
                  <a:pt x="729494" y="164845"/>
                  <a:pt x="730306" y="172396"/>
                  <a:pt x="732074" y="179327"/>
                </a:cubicBezTo>
                <a:lnTo>
                  <a:pt x="761804" y="179327"/>
                </a:lnTo>
                <a:cubicBezTo>
                  <a:pt x="758935" y="172396"/>
                  <a:pt x="757932" y="163602"/>
                  <a:pt x="757932" y="152992"/>
                </a:cubicBezTo>
                <a:lnTo>
                  <a:pt x="757932" y="95064"/>
                </a:lnTo>
                <a:cubicBezTo>
                  <a:pt x="757932" y="58883"/>
                  <a:pt x="742686" y="42872"/>
                  <a:pt x="704210" y="42872"/>
                </a:cubicBezTo>
                <a:cubicBezTo>
                  <a:pt x="668985" y="42872"/>
                  <a:pt x="648051" y="55777"/>
                  <a:pt x="642125" y="80869"/>
                </a:cubicBezTo>
                <a:moveTo>
                  <a:pt x="549546" y="179327"/>
                </a:moveTo>
                <a:lnTo>
                  <a:pt x="576693" y="179327"/>
                </a:lnTo>
                <a:lnTo>
                  <a:pt x="623723" y="46504"/>
                </a:lnTo>
                <a:lnTo>
                  <a:pt x="599157" y="46504"/>
                </a:lnTo>
                <a:lnTo>
                  <a:pt x="566082" y="147591"/>
                </a:lnTo>
                <a:lnTo>
                  <a:pt x="533248" y="46504"/>
                </a:lnTo>
                <a:lnTo>
                  <a:pt x="502993" y="46504"/>
                </a:lnTo>
                <a:lnTo>
                  <a:pt x="549546" y="179327"/>
                </a:lnTo>
                <a:close/>
                <a:moveTo>
                  <a:pt x="426235" y="64571"/>
                </a:moveTo>
                <a:cubicBezTo>
                  <a:pt x="445640" y="64571"/>
                  <a:pt x="458067" y="81873"/>
                  <a:pt x="458067" y="112892"/>
                </a:cubicBezTo>
                <a:cubicBezTo>
                  <a:pt x="458067" y="143911"/>
                  <a:pt x="445640" y="160973"/>
                  <a:pt x="426235" y="160973"/>
                </a:cubicBezTo>
                <a:cubicBezTo>
                  <a:pt x="406592" y="160973"/>
                  <a:pt x="394691" y="144150"/>
                  <a:pt x="394691" y="112892"/>
                </a:cubicBezTo>
                <a:cubicBezTo>
                  <a:pt x="394738" y="81634"/>
                  <a:pt x="406592" y="64571"/>
                  <a:pt x="426235" y="64571"/>
                </a:cubicBezTo>
                <a:moveTo>
                  <a:pt x="426235" y="42872"/>
                </a:moveTo>
                <a:cubicBezTo>
                  <a:pt x="388764" y="42872"/>
                  <a:pt x="362954" y="70259"/>
                  <a:pt x="362954" y="112892"/>
                </a:cubicBezTo>
                <a:cubicBezTo>
                  <a:pt x="362954" y="155573"/>
                  <a:pt x="388477" y="182911"/>
                  <a:pt x="426235" y="182911"/>
                </a:cubicBezTo>
                <a:cubicBezTo>
                  <a:pt x="463993" y="182911"/>
                  <a:pt x="489802" y="155573"/>
                  <a:pt x="489802" y="112892"/>
                </a:cubicBezTo>
                <a:cubicBezTo>
                  <a:pt x="489802" y="70259"/>
                  <a:pt x="463993" y="42872"/>
                  <a:pt x="426235" y="42872"/>
                </a:cubicBezTo>
                <a:moveTo>
                  <a:pt x="224302" y="46504"/>
                </a:moveTo>
                <a:lnTo>
                  <a:pt x="224302" y="179327"/>
                </a:lnTo>
                <a:lnTo>
                  <a:pt x="253456" y="179327"/>
                </a:lnTo>
                <a:lnTo>
                  <a:pt x="253456" y="103333"/>
                </a:lnTo>
                <a:cubicBezTo>
                  <a:pt x="253504" y="80343"/>
                  <a:pt x="266982" y="65575"/>
                  <a:pt x="284236" y="65575"/>
                </a:cubicBezTo>
                <a:cubicBezTo>
                  <a:pt x="298718" y="65575"/>
                  <a:pt x="306699" y="75373"/>
                  <a:pt x="306699" y="94538"/>
                </a:cubicBezTo>
                <a:lnTo>
                  <a:pt x="306699" y="179279"/>
                </a:lnTo>
                <a:lnTo>
                  <a:pt x="335903" y="179279"/>
                </a:lnTo>
                <a:lnTo>
                  <a:pt x="335903" y="94299"/>
                </a:lnTo>
                <a:cubicBezTo>
                  <a:pt x="335903" y="59935"/>
                  <a:pt x="321708" y="42872"/>
                  <a:pt x="292792" y="42872"/>
                </a:cubicBezTo>
                <a:cubicBezTo>
                  <a:pt x="274964" y="42872"/>
                  <a:pt x="261247" y="51666"/>
                  <a:pt x="251688" y="69207"/>
                </a:cubicBezTo>
                <a:lnTo>
                  <a:pt x="251640" y="46457"/>
                </a:lnTo>
                <a:lnTo>
                  <a:pt x="224302" y="46457"/>
                </a:lnTo>
                <a:close/>
                <a:moveTo>
                  <a:pt x="77189" y="46504"/>
                </a:moveTo>
                <a:lnTo>
                  <a:pt x="77189" y="179327"/>
                </a:lnTo>
                <a:lnTo>
                  <a:pt x="106391" y="179327"/>
                </a:lnTo>
                <a:lnTo>
                  <a:pt x="106391" y="103333"/>
                </a:lnTo>
                <a:cubicBezTo>
                  <a:pt x="106439" y="80343"/>
                  <a:pt x="119870" y="65575"/>
                  <a:pt x="137172" y="65575"/>
                </a:cubicBezTo>
                <a:cubicBezTo>
                  <a:pt x="151653" y="65575"/>
                  <a:pt x="159635" y="75373"/>
                  <a:pt x="159635" y="94538"/>
                </a:cubicBezTo>
                <a:lnTo>
                  <a:pt x="159635" y="179279"/>
                </a:lnTo>
                <a:lnTo>
                  <a:pt x="188838" y="179279"/>
                </a:lnTo>
                <a:lnTo>
                  <a:pt x="188838" y="94299"/>
                </a:lnTo>
                <a:cubicBezTo>
                  <a:pt x="188838" y="59935"/>
                  <a:pt x="174643" y="42872"/>
                  <a:pt x="145679" y="42872"/>
                </a:cubicBezTo>
                <a:cubicBezTo>
                  <a:pt x="127851" y="42872"/>
                  <a:pt x="114182" y="51666"/>
                  <a:pt x="104623" y="69207"/>
                </a:cubicBezTo>
                <a:lnTo>
                  <a:pt x="104575" y="46457"/>
                </a:lnTo>
                <a:lnTo>
                  <a:pt x="77189" y="46457"/>
                </a:lnTo>
                <a:close/>
                <a:moveTo>
                  <a:pt x="0" y="179327"/>
                </a:moveTo>
                <a:lnTo>
                  <a:pt x="30207" y="179327"/>
                </a:lnTo>
                <a:lnTo>
                  <a:pt x="30207" y="46504"/>
                </a:lnTo>
                <a:lnTo>
                  <a:pt x="0" y="46504"/>
                </a:lnTo>
                <a:lnTo>
                  <a:pt x="0" y="179327"/>
                </a:lnTo>
                <a:close/>
                <a:moveTo>
                  <a:pt x="0" y="24758"/>
                </a:moveTo>
                <a:lnTo>
                  <a:pt x="30207" y="24758"/>
                </a:lnTo>
                <a:lnTo>
                  <a:pt x="30207" y="0"/>
                </a:lnTo>
                <a:lnTo>
                  <a:pt x="0" y="0"/>
                </a:lnTo>
                <a:lnTo>
                  <a:pt x="0" y="24758"/>
                </a:lnTo>
                <a:close/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03" name="Vrije vorm: vorm 202">
            <a:extLst>
              <a:ext uri="{FF2B5EF4-FFF2-40B4-BE49-F238E27FC236}">
                <a16:creationId xmlns:a16="http://schemas.microsoft.com/office/drawing/2014/main" id="{61507882-5C09-AFEB-B812-B6EAEF4772AD}"/>
              </a:ext>
            </a:extLst>
          </p:cNvPr>
          <p:cNvSpPr/>
          <p:nvPr userDrawn="1"/>
        </p:nvSpPr>
        <p:spPr>
          <a:xfrm>
            <a:off x="7536165" y="3480414"/>
            <a:ext cx="568159" cy="331869"/>
          </a:xfrm>
          <a:custGeom>
            <a:avLst/>
            <a:gdLst>
              <a:gd name="connsiteX0" fmla="*/ 283398 w 568159"/>
              <a:gd name="connsiteY0" fmla="*/ 120492 h 331869"/>
              <a:gd name="connsiteX1" fmla="*/ 227076 w 568159"/>
              <a:gd name="connsiteY1" fmla="*/ 206853 h 331869"/>
              <a:gd name="connsiteX2" fmla="*/ 283398 w 568159"/>
              <a:gd name="connsiteY2" fmla="*/ 292700 h 331869"/>
              <a:gd name="connsiteX3" fmla="*/ 340230 w 568159"/>
              <a:gd name="connsiteY3" fmla="*/ 206853 h 331869"/>
              <a:gd name="connsiteX4" fmla="*/ 283398 w 568159"/>
              <a:gd name="connsiteY4" fmla="*/ 120492 h 331869"/>
              <a:gd name="connsiteX5" fmla="*/ 555700 w 568159"/>
              <a:gd name="connsiteY5" fmla="*/ 81752 h 331869"/>
              <a:gd name="connsiteX6" fmla="*/ 568159 w 568159"/>
              <a:gd name="connsiteY6" fmla="*/ 82263 h 331869"/>
              <a:gd name="connsiteX7" fmla="*/ 568159 w 568159"/>
              <a:gd name="connsiteY7" fmla="*/ 133378 h 331869"/>
              <a:gd name="connsiteX8" fmla="*/ 556638 w 568159"/>
              <a:gd name="connsiteY8" fmla="*/ 132867 h 331869"/>
              <a:gd name="connsiteX9" fmla="*/ 493406 w 568159"/>
              <a:gd name="connsiteY9" fmla="*/ 207706 h 331869"/>
              <a:gd name="connsiteX10" fmla="*/ 493406 w 568159"/>
              <a:gd name="connsiteY10" fmla="*/ 325297 h 331869"/>
              <a:gd name="connsiteX11" fmla="*/ 440413 w 568159"/>
              <a:gd name="connsiteY11" fmla="*/ 325297 h 331869"/>
              <a:gd name="connsiteX12" fmla="*/ 440413 w 568159"/>
              <a:gd name="connsiteY12" fmla="*/ 88151 h 331869"/>
              <a:gd name="connsiteX13" fmla="*/ 488798 w 568159"/>
              <a:gd name="connsiteY13" fmla="*/ 88151 h 331869"/>
              <a:gd name="connsiteX14" fmla="*/ 488798 w 568159"/>
              <a:gd name="connsiteY14" fmla="*/ 139352 h 331869"/>
              <a:gd name="connsiteX15" fmla="*/ 555700 w 568159"/>
              <a:gd name="connsiteY15" fmla="*/ 81752 h 331869"/>
              <a:gd name="connsiteX16" fmla="*/ 283398 w 568159"/>
              <a:gd name="connsiteY16" fmla="*/ 81752 h 331869"/>
              <a:gd name="connsiteX17" fmla="*/ 396893 w 568159"/>
              <a:gd name="connsiteY17" fmla="*/ 206853 h 331869"/>
              <a:gd name="connsiteX18" fmla="*/ 283398 w 568159"/>
              <a:gd name="connsiteY18" fmla="*/ 331869 h 331869"/>
              <a:gd name="connsiteX19" fmla="*/ 170413 w 568159"/>
              <a:gd name="connsiteY19" fmla="*/ 206853 h 331869"/>
              <a:gd name="connsiteX20" fmla="*/ 283398 w 568159"/>
              <a:gd name="connsiteY20" fmla="*/ 81752 h 331869"/>
              <a:gd name="connsiteX21" fmla="*/ 115372 w 568159"/>
              <a:gd name="connsiteY21" fmla="*/ 0 h 331869"/>
              <a:gd name="connsiteX22" fmla="*/ 161027 w 568159"/>
              <a:gd name="connsiteY22" fmla="*/ 4182 h 331869"/>
              <a:gd name="connsiteX23" fmla="*/ 161113 w 568159"/>
              <a:gd name="connsiteY23" fmla="*/ 4182 h 331869"/>
              <a:gd name="connsiteX24" fmla="*/ 161113 w 568159"/>
              <a:gd name="connsiteY24" fmla="*/ 42924 h 331869"/>
              <a:gd name="connsiteX25" fmla="*/ 129709 w 568159"/>
              <a:gd name="connsiteY25" fmla="*/ 39682 h 331869"/>
              <a:gd name="connsiteX26" fmla="*/ 90454 w 568159"/>
              <a:gd name="connsiteY26" fmla="*/ 81752 h 331869"/>
              <a:gd name="connsiteX27" fmla="*/ 90454 w 568159"/>
              <a:gd name="connsiteY27" fmla="*/ 88237 h 331869"/>
              <a:gd name="connsiteX28" fmla="*/ 148142 w 568159"/>
              <a:gd name="connsiteY28" fmla="*/ 88237 h 331869"/>
              <a:gd name="connsiteX29" fmla="*/ 148142 w 568159"/>
              <a:gd name="connsiteY29" fmla="*/ 124590 h 331869"/>
              <a:gd name="connsiteX30" fmla="*/ 91393 w 568159"/>
              <a:gd name="connsiteY30" fmla="*/ 124590 h 331869"/>
              <a:gd name="connsiteX31" fmla="*/ 91393 w 568159"/>
              <a:gd name="connsiteY31" fmla="*/ 325297 h 331869"/>
              <a:gd name="connsiteX32" fmla="*/ 39255 w 568159"/>
              <a:gd name="connsiteY32" fmla="*/ 325297 h 331869"/>
              <a:gd name="connsiteX33" fmla="*/ 39255 w 568159"/>
              <a:gd name="connsiteY33" fmla="*/ 124504 h 331869"/>
              <a:gd name="connsiteX34" fmla="*/ 0 w 568159"/>
              <a:gd name="connsiteY34" fmla="*/ 124504 h 331869"/>
              <a:gd name="connsiteX35" fmla="*/ 0 w 568159"/>
              <a:gd name="connsiteY35" fmla="*/ 88151 h 331869"/>
              <a:gd name="connsiteX36" fmla="*/ 39255 w 568159"/>
              <a:gd name="connsiteY36" fmla="*/ 88151 h 331869"/>
              <a:gd name="connsiteX37" fmla="*/ 39255 w 568159"/>
              <a:gd name="connsiteY37" fmla="*/ 83543 h 331869"/>
              <a:gd name="connsiteX38" fmla="*/ 115372 w 568159"/>
              <a:gd name="connsiteY38" fmla="*/ 0 h 331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568159" h="331869">
                <a:moveTo>
                  <a:pt x="283398" y="120492"/>
                </a:moveTo>
                <a:cubicBezTo>
                  <a:pt x="248324" y="120492"/>
                  <a:pt x="227076" y="150872"/>
                  <a:pt x="227076" y="206853"/>
                </a:cubicBezTo>
                <a:cubicBezTo>
                  <a:pt x="227076" y="262662"/>
                  <a:pt x="248324" y="292700"/>
                  <a:pt x="283398" y="292700"/>
                </a:cubicBezTo>
                <a:cubicBezTo>
                  <a:pt x="318042" y="292700"/>
                  <a:pt x="340230" y="262235"/>
                  <a:pt x="340230" y="206853"/>
                </a:cubicBezTo>
                <a:cubicBezTo>
                  <a:pt x="340230" y="151384"/>
                  <a:pt x="318042" y="120492"/>
                  <a:pt x="283398" y="120492"/>
                </a:cubicBezTo>
                <a:close/>
                <a:moveTo>
                  <a:pt x="555700" y="81752"/>
                </a:moveTo>
                <a:cubicBezTo>
                  <a:pt x="559369" y="81752"/>
                  <a:pt x="563551" y="81752"/>
                  <a:pt x="568159" y="82263"/>
                </a:cubicBezTo>
                <a:lnTo>
                  <a:pt x="568159" y="133378"/>
                </a:lnTo>
                <a:cubicBezTo>
                  <a:pt x="563124" y="132867"/>
                  <a:pt x="558943" y="132867"/>
                  <a:pt x="556638" y="132867"/>
                </a:cubicBezTo>
                <a:cubicBezTo>
                  <a:pt x="518408" y="132867"/>
                  <a:pt x="493492" y="161027"/>
                  <a:pt x="493406" y="207706"/>
                </a:cubicBezTo>
                <a:lnTo>
                  <a:pt x="493406" y="325297"/>
                </a:lnTo>
                <a:lnTo>
                  <a:pt x="440413" y="325297"/>
                </a:lnTo>
                <a:lnTo>
                  <a:pt x="440413" y="88151"/>
                </a:lnTo>
                <a:lnTo>
                  <a:pt x="488798" y="88151"/>
                </a:lnTo>
                <a:lnTo>
                  <a:pt x="488798" y="139352"/>
                </a:lnTo>
                <a:cubicBezTo>
                  <a:pt x="500746" y="100610"/>
                  <a:pt x="522420" y="81752"/>
                  <a:pt x="555700" y="81752"/>
                </a:cubicBezTo>
                <a:close/>
                <a:moveTo>
                  <a:pt x="283398" y="81752"/>
                </a:moveTo>
                <a:cubicBezTo>
                  <a:pt x="350812" y="81752"/>
                  <a:pt x="396893" y="130648"/>
                  <a:pt x="396893" y="206853"/>
                </a:cubicBezTo>
                <a:cubicBezTo>
                  <a:pt x="396893" y="282971"/>
                  <a:pt x="350812" y="331869"/>
                  <a:pt x="283398" y="331869"/>
                </a:cubicBezTo>
                <a:cubicBezTo>
                  <a:pt x="216067" y="331869"/>
                  <a:pt x="170413" y="282971"/>
                  <a:pt x="170413" y="206853"/>
                </a:cubicBezTo>
                <a:cubicBezTo>
                  <a:pt x="170413" y="130648"/>
                  <a:pt x="216495" y="81752"/>
                  <a:pt x="283398" y="81752"/>
                </a:cubicBezTo>
                <a:close/>
                <a:moveTo>
                  <a:pt x="115372" y="0"/>
                </a:moveTo>
                <a:cubicBezTo>
                  <a:pt x="131501" y="0"/>
                  <a:pt x="146690" y="939"/>
                  <a:pt x="161027" y="4182"/>
                </a:cubicBezTo>
                <a:lnTo>
                  <a:pt x="161113" y="4182"/>
                </a:lnTo>
                <a:lnTo>
                  <a:pt x="161113" y="42924"/>
                </a:lnTo>
                <a:cubicBezTo>
                  <a:pt x="147715" y="40619"/>
                  <a:pt x="137559" y="39682"/>
                  <a:pt x="129709" y="39682"/>
                </a:cubicBezTo>
                <a:cubicBezTo>
                  <a:pt x="101976" y="39682"/>
                  <a:pt x="90454" y="52651"/>
                  <a:pt x="90454" y="81752"/>
                </a:cubicBezTo>
                <a:lnTo>
                  <a:pt x="90454" y="88237"/>
                </a:lnTo>
                <a:lnTo>
                  <a:pt x="148142" y="88237"/>
                </a:lnTo>
                <a:lnTo>
                  <a:pt x="148142" y="124590"/>
                </a:lnTo>
                <a:lnTo>
                  <a:pt x="91393" y="124590"/>
                </a:lnTo>
                <a:lnTo>
                  <a:pt x="91393" y="325297"/>
                </a:lnTo>
                <a:lnTo>
                  <a:pt x="39255" y="325297"/>
                </a:lnTo>
                <a:lnTo>
                  <a:pt x="39255" y="124504"/>
                </a:lnTo>
                <a:lnTo>
                  <a:pt x="0" y="124504"/>
                </a:lnTo>
                <a:lnTo>
                  <a:pt x="0" y="88151"/>
                </a:lnTo>
                <a:lnTo>
                  <a:pt x="39255" y="88151"/>
                </a:lnTo>
                <a:lnTo>
                  <a:pt x="39255" y="83543"/>
                </a:lnTo>
                <a:cubicBezTo>
                  <a:pt x="39255" y="26710"/>
                  <a:pt x="63233" y="0"/>
                  <a:pt x="115372" y="0"/>
                </a:cubicBezTo>
                <a:close/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04" name="Rechthoek 203">
            <a:extLst>
              <a:ext uri="{FF2B5EF4-FFF2-40B4-BE49-F238E27FC236}">
                <a16:creationId xmlns:a16="http://schemas.microsoft.com/office/drawing/2014/main" id="{D2823E83-337B-EBE8-2DC9-AC1B405239E1}"/>
              </a:ext>
            </a:extLst>
          </p:cNvPr>
          <p:cNvSpPr/>
          <p:nvPr userDrawn="1"/>
        </p:nvSpPr>
        <p:spPr>
          <a:xfrm>
            <a:off x="0" y="0"/>
            <a:ext cx="7397922" cy="6858000"/>
          </a:xfrm>
          <a:prstGeom prst="rect">
            <a:avLst/>
          </a:prstGeom>
          <a:solidFill>
            <a:srgbClr val="2EA3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/>
          </a:p>
        </p:txBody>
      </p:sp>
      <p:sp>
        <p:nvSpPr>
          <p:cNvPr id="101" name="Vrije vorm: vorm 100">
            <a:extLst>
              <a:ext uri="{FF2B5EF4-FFF2-40B4-BE49-F238E27FC236}">
                <a16:creationId xmlns:a16="http://schemas.microsoft.com/office/drawing/2014/main" id="{537EE3E7-E6A1-2A71-DD63-989DA6DC30E2}"/>
              </a:ext>
            </a:extLst>
          </p:cNvPr>
          <p:cNvSpPr/>
          <p:nvPr/>
        </p:nvSpPr>
        <p:spPr>
          <a:xfrm>
            <a:off x="0" y="3352619"/>
            <a:ext cx="3018394" cy="1601948"/>
          </a:xfrm>
          <a:custGeom>
            <a:avLst/>
            <a:gdLst>
              <a:gd name="connsiteX0" fmla="*/ 3018394 w 3018394"/>
              <a:gd name="connsiteY0" fmla="*/ 0 h 1601948"/>
              <a:gd name="connsiteX1" fmla="*/ 3018394 w 3018394"/>
              <a:gd name="connsiteY1" fmla="*/ 75719 h 1601948"/>
              <a:gd name="connsiteX2" fmla="*/ 769532 w 3018394"/>
              <a:gd name="connsiteY2" fmla="*/ 823934 h 1601948"/>
              <a:gd name="connsiteX3" fmla="*/ 19912 w 3018394"/>
              <a:gd name="connsiteY3" fmla="*/ 1573121 h 1601948"/>
              <a:gd name="connsiteX4" fmla="*/ 0 w 3018394"/>
              <a:gd name="connsiteY4" fmla="*/ 1601948 h 1601948"/>
              <a:gd name="connsiteX5" fmla="*/ 0 w 3018394"/>
              <a:gd name="connsiteY5" fmla="*/ 1477374 h 1601948"/>
              <a:gd name="connsiteX6" fmla="*/ 129896 w 3018394"/>
              <a:gd name="connsiteY6" fmla="*/ 1316645 h 1601948"/>
              <a:gd name="connsiteX7" fmla="*/ 724101 w 3018394"/>
              <a:gd name="connsiteY7" fmla="*/ 763358 h 1601948"/>
              <a:gd name="connsiteX8" fmla="*/ 3018394 w 3018394"/>
              <a:gd name="connsiteY8" fmla="*/ 0 h 1601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18394" h="1601948">
                <a:moveTo>
                  <a:pt x="3018394" y="0"/>
                </a:moveTo>
                <a:lnTo>
                  <a:pt x="3018394" y="75719"/>
                </a:lnTo>
                <a:cubicBezTo>
                  <a:pt x="2199436" y="75719"/>
                  <a:pt x="1421800" y="334463"/>
                  <a:pt x="769532" y="823934"/>
                </a:cubicBezTo>
                <a:cubicBezTo>
                  <a:pt x="485477" y="1037137"/>
                  <a:pt x="233224" y="1289174"/>
                  <a:pt x="19912" y="1573121"/>
                </a:cubicBezTo>
                <a:lnTo>
                  <a:pt x="0" y="1601948"/>
                </a:lnTo>
                <a:lnTo>
                  <a:pt x="0" y="1477374"/>
                </a:lnTo>
                <a:lnTo>
                  <a:pt x="129896" y="1316645"/>
                </a:lnTo>
                <a:cubicBezTo>
                  <a:pt x="307672" y="1111924"/>
                  <a:pt x="506760" y="926507"/>
                  <a:pt x="724101" y="763358"/>
                </a:cubicBezTo>
                <a:cubicBezTo>
                  <a:pt x="1389565" y="263936"/>
                  <a:pt x="2182886" y="0"/>
                  <a:pt x="3018394" y="0"/>
                </a:cubicBezTo>
                <a:close/>
              </a:path>
            </a:pathLst>
          </a:custGeom>
          <a:gradFill>
            <a:gsLst>
              <a:gs pos="0">
                <a:srgbClr val="F3FAF0"/>
              </a:gs>
              <a:gs pos="99990">
                <a:srgbClr val="55A32E">
                  <a:alpha val="1176"/>
                </a:srgbClr>
              </a:gs>
              <a:gs pos="100000">
                <a:srgbClr val="F3FAF0">
                  <a:alpha val="0"/>
                </a:srgbClr>
              </a:gs>
            </a:gsLst>
            <a:lin ang="5400000" scaled="1"/>
          </a:gradFill>
          <a:ln w="10809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3" name="Vrije vorm: vorm 92">
            <a:extLst>
              <a:ext uri="{FF2B5EF4-FFF2-40B4-BE49-F238E27FC236}">
                <a16:creationId xmlns:a16="http://schemas.microsoft.com/office/drawing/2014/main" id="{88DE1C13-9FF9-BA9E-37BD-12D6F3BF9301}"/>
              </a:ext>
            </a:extLst>
          </p:cNvPr>
          <p:cNvSpPr/>
          <p:nvPr/>
        </p:nvSpPr>
        <p:spPr>
          <a:xfrm>
            <a:off x="1" y="3668477"/>
            <a:ext cx="2285873" cy="3189523"/>
          </a:xfrm>
          <a:custGeom>
            <a:avLst/>
            <a:gdLst>
              <a:gd name="connsiteX0" fmla="*/ 0 w 2285873"/>
              <a:gd name="connsiteY0" fmla="*/ 0 h 3189523"/>
              <a:gd name="connsiteX1" fmla="*/ 249321 w 2285873"/>
              <a:gd name="connsiteY1" fmla="*/ 118354 h 3189523"/>
              <a:gd name="connsiteX2" fmla="*/ 771371 w 2285873"/>
              <a:gd name="connsiteY2" fmla="*/ 448907 h 3189523"/>
              <a:gd name="connsiteX3" fmla="*/ 1535703 w 2285873"/>
              <a:gd name="connsiteY3" fmla="*/ 1213671 h 3189523"/>
              <a:gd name="connsiteX4" fmla="*/ 2250018 w 2285873"/>
              <a:gd name="connsiteY4" fmla="*/ 2890582 h 3189523"/>
              <a:gd name="connsiteX5" fmla="*/ 2285873 w 2285873"/>
              <a:gd name="connsiteY5" fmla="*/ 3189523 h 3189523"/>
              <a:gd name="connsiteX6" fmla="*/ 2209657 w 2285873"/>
              <a:gd name="connsiteY6" fmla="*/ 3189523 h 3189523"/>
              <a:gd name="connsiteX7" fmla="*/ 2175265 w 2285873"/>
              <a:gd name="connsiteY7" fmla="*/ 2902807 h 3189523"/>
              <a:gd name="connsiteX8" fmla="*/ 1475127 w 2285873"/>
              <a:gd name="connsiteY8" fmla="*/ 1259102 h 3189523"/>
              <a:gd name="connsiteX9" fmla="*/ 725940 w 2285873"/>
              <a:gd name="connsiteY9" fmla="*/ 509482 h 3189523"/>
              <a:gd name="connsiteX10" fmla="*/ 214198 w 2285873"/>
              <a:gd name="connsiteY10" fmla="*/ 185447 h 3189523"/>
              <a:gd name="connsiteX11" fmla="*/ 0 w 2285873"/>
              <a:gd name="connsiteY11" fmla="*/ 83764 h 3189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85873" h="3189523">
                <a:moveTo>
                  <a:pt x="0" y="0"/>
                </a:moveTo>
                <a:lnTo>
                  <a:pt x="249321" y="118354"/>
                </a:lnTo>
                <a:cubicBezTo>
                  <a:pt x="430459" y="213501"/>
                  <a:pt x="604924" y="323835"/>
                  <a:pt x="771371" y="448907"/>
                </a:cubicBezTo>
                <a:cubicBezTo>
                  <a:pt x="1061051" y="666545"/>
                  <a:pt x="1318172" y="923882"/>
                  <a:pt x="1535703" y="1213671"/>
                </a:cubicBezTo>
                <a:cubicBezTo>
                  <a:pt x="1910270" y="1712769"/>
                  <a:pt x="2152376" y="2283787"/>
                  <a:pt x="2250018" y="2890582"/>
                </a:cubicBezTo>
                <a:lnTo>
                  <a:pt x="2285873" y="3189523"/>
                </a:lnTo>
                <a:lnTo>
                  <a:pt x="2209657" y="3189523"/>
                </a:lnTo>
                <a:lnTo>
                  <a:pt x="2175265" y="2902807"/>
                </a:lnTo>
                <a:cubicBezTo>
                  <a:pt x="2079550" y="2308024"/>
                  <a:pt x="1842230" y="1748303"/>
                  <a:pt x="1475127" y="1259102"/>
                </a:cubicBezTo>
                <a:cubicBezTo>
                  <a:pt x="1261924" y="975047"/>
                  <a:pt x="1009887" y="722794"/>
                  <a:pt x="725940" y="509482"/>
                </a:cubicBezTo>
                <a:cubicBezTo>
                  <a:pt x="562765" y="386871"/>
                  <a:pt x="391748" y="278714"/>
                  <a:pt x="214198" y="185447"/>
                </a:cubicBezTo>
                <a:lnTo>
                  <a:pt x="0" y="83764"/>
                </a:lnTo>
                <a:close/>
              </a:path>
            </a:pathLst>
          </a:custGeom>
          <a:gradFill>
            <a:gsLst>
              <a:gs pos="0">
                <a:srgbClr val="F3FAF0"/>
              </a:gs>
              <a:gs pos="99990">
                <a:srgbClr val="55A32E">
                  <a:alpha val="1176"/>
                </a:srgbClr>
              </a:gs>
              <a:gs pos="100000">
                <a:srgbClr val="F3FAF0">
                  <a:alpha val="0"/>
                </a:srgbClr>
              </a:gs>
            </a:gsLst>
            <a:lin ang="5400000" scaled="1"/>
          </a:gradFill>
          <a:ln w="10809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" name="Vrije vorm: vorm 9">
            <a:extLst>
              <a:ext uri="{FF2B5EF4-FFF2-40B4-BE49-F238E27FC236}">
                <a16:creationId xmlns:a16="http://schemas.microsoft.com/office/drawing/2014/main" id="{136AF172-1313-5BD3-0B5B-CCF80891B460}"/>
              </a:ext>
            </a:extLst>
          </p:cNvPr>
          <p:cNvSpPr/>
          <p:nvPr/>
        </p:nvSpPr>
        <p:spPr>
          <a:xfrm>
            <a:off x="-10376" y="323850"/>
            <a:ext cx="3823822" cy="3823821"/>
          </a:xfrm>
          <a:custGeom>
            <a:avLst/>
            <a:gdLst>
              <a:gd name="connsiteX0" fmla="*/ 3823822 w 3823822"/>
              <a:gd name="connsiteY0" fmla="*/ 3823822 h 3823821"/>
              <a:gd name="connsiteX1" fmla="*/ 3748103 w 3823822"/>
              <a:gd name="connsiteY1" fmla="*/ 3823822 h 3823821"/>
              <a:gd name="connsiteX2" fmla="*/ 2999888 w 3823822"/>
              <a:gd name="connsiteY2" fmla="*/ 1574960 h 3823821"/>
              <a:gd name="connsiteX3" fmla="*/ 2248862 w 3823822"/>
              <a:gd name="connsiteY3" fmla="*/ 823934 h 3823821"/>
              <a:gd name="connsiteX4" fmla="*/ 0 w 3823822"/>
              <a:gd name="connsiteY4" fmla="*/ 75719 h 3823821"/>
              <a:gd name="connsiteX5" fmla="*/ 0 w 3823822"/>
              <a:gd name="connsiteY5" fmla="*/ 0 h 3823821"/>
              <a:gd name="connsiteX6" fmla="*/ 2294293 w 3823822"/>
              <a:gd name="connsiteY6" fmla="*/ 763358 h 3823821"/>
              <a:gd name="connsiteX7" fmla="*/ 3060464 w 3823822"/>
              <a:gd name="connsiteY7" fmla="*/ 1529421 h 3823821"/>
              <a:gd name="connsiteX8" fmla="*/ 3823822 w 3823822"/>
              <a:gd name="connsiteY8" fmla="*/ 3823822 h 3823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23822" h="3823821">
                <a:moveTo>
                  <a:pt x="3823822" y="3823822"/>
                </a:moveTo>
                <a:lnTo>
                  <a:pt x="3748103" y="3823822"/>
                </a:lnTo>
                <a:cubicBezTo>
                  <a:pt x="3748103" y="3004864"/>
                  <a:pt x="3489360" y="2227228"/>
                  <a:pt x="2999888" y="1574960"/>
                </a:cubicBezTo>
                <a:cubicBezTo>
                  <a:pt x="2786252" y="1290256"/>
                  <a:pt x="2533566" y="1037678"/>
                  <a:pt x="2248862" y="823934"/>
                </a:cubicBezTo>
                <a:cubicBezTo>
                  <a:pt x="1596595" y="334463"/>
                  <a:pt x="818958" y="75719"/>
                  <a:pt x="0" y="75719"/>
                </a:cubicBezTo>
                <a:lnTo>
                  <a:pt x="0" y="0"/>
                </a:lnTo>
                <a:cubicBezTo>
                  <a:pt x="835508" y="0"/>
                  <a:pt x="1628829" y="263936"/>
                  <a:pt x="2294293" y="763358"/>
                </a:cubicBezTo>
                <a:cubicBezTo>
                  <a:pt x="2584731" y="981321"/>
                  <a:pt x="2842501" y="1239091"/>
                  <a:pt x="3060464" y="1529421"/>
                </a:cubicBezTo>
                <a:cubicBezTo>
                  <a:pt x="3559886" y="2194993"/>
                  <a:pt x="3823822" y="2988314"/>
                  <a:pt x="3823822" y="3823822"/>
                </a:cubicBezTo>
                <a:close/>
              </a:path>
            </a:pathLst>
          </a:custGeom>
          <a:gradFill>
            <a:gsLst>
              <a:gs pos="0">
                <a:srgbClr val="F3FAF0"/>
              </a:gs>
              <a:gs pos="50000">
                <a:srgbClr val="F3FAF0">
                  <a:alpha val="49804"/>
                </a:srgbClr>
              </a:gs>
              <a:gs pos="100000">
                <a:srgbClr val="F3FAF0">
                  <a:alpha val="0"/>
                </a:srgbClr>
              </a:gs>
            </a:gsLst>
            <a:lin ang="5400000" scaled="1"/>
          </a:gradFill>
          <a:ln w="10809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1" name="Vrije vorm: vorm 10">
            <a:extLst>
              <a:ext uri="{FF2B5EF4-FFF2-40B4-BE49-F238E27FC236}">
                <a16:creationId xmlns:a16="http://schemas.microsoft.com/office/drawing/2014/main" id="{5BF1FD37-CCA2-7C05-BD6B-4E074374BA9D}"/>
              </a:ext>
            </a:extLst>
          </p:cNvPr>
          <p:cNvSpPr/>
          <p:nvPr/>
        </p:nvSpPr>
        <p:spPr>
          <a:xfrm>
            <a:off x="0" y="1819762"/>
            <a:ext cx="3823822" cy="3823821"/>
          </a:xfrm>
          <a:custGeom>
            <a:avLst/>
            <a:gdLst>
              <a:gd name="connsiteX0" fmla="*/ 3823822 w 3823822"/>
              <a:gd name="connsiteY0" fmla="*/ 3823822 h 3823821"/>
              <a:gd name="connsiteX1" fmla="*/ 3748103 w 3823822"/>
              <a:gd name="connsiteY1" fmla="*/ 3823822 h 3823821"/>
              <a:gd name="connsiteX2" fmla="*/ 2998482 w 3823822"/>
              <a:gd name="connsiteY2" fmla="*/ 1573121 h 3823821"/>
              <a:gd name="connsiteX3" fmla="*/ 2250592 w 3823822"/>
              <a:gd name="connsiteY3" fmla="*/ 825232 h 3823821"/>
              <a:gd name="connsiteX4" fmla="*/ 0 w 3823822"/>
              <a:gd name="connsiteY4" fmla="*/ 75719 h 3823821"/>
              <a:gd name="connsiteX5" fmla="*/ 0 w 3823822"/>
              <a:gd name="connsiteY5" fmla="*/ 0 h 3823821"/>
              <a:gd name="connsiteX6" fmla="*/ 2296132 w 3823822"/>
              <a:gd name="connsiteY6" fmla="*/ 764764 h 3823821"/>
              <a:gd name="connsiteX7" fmla="*/ 3059058 w 3823822"/>
              <a:gd name="connsiteY7" fmla="*/ 1527690 h 3823821"/>
              <a:gd name="connsiteX8" fmla="*/ 3823822 w 3823822"/>
              <a:gd name="connsiteY8" fmla="*/ 3823822 h 3823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23822" h="3823821">
                <a:moveTo>
                  <a:pt x="3823822" y="3823822"/>
                </a:moveTo>
                <a:lnTo>
                  <a:pt x="3748103" y="3823822"/>
                </a:lnTo>
                <a:cubicBezTo>
                  <a:pt x="3748103" y="3003999"/>
                  <a:pt x="3488927" y="2225821"/>
                  <a:pt x="2998482" y="1573121"/>
                </a:cubicBezTo>
                <a:cubicBezTo>
                  <a:pt x="2785495" y="1289715"/>
                  <a:pt x="2533891" y="1038111"/>
                  <a:pt x="2250592" y="825232"/>
                </a:cubicBezTo>
                <a:cubicBezTo>
                  <a:pt x="1598001" y="334895"/>
                  <a:pt x="819823" y="75719"/>
                  <a:pt x="0" y="75719"/>
                </a:cubicBezTo>
                <a:lnTo>
                  <a:pt x="0" y="0"/>
                </a:lnTo>
                <a:cubicBezTo>
                  <a:pt x="836373" y="0"/>
                  <a:pt x="1630344" y="264476"/>
                  <a:pt x="2296132" y="764764"/>
                </a:cubicBezTo>
                <a:cubicBezTo>
                  <a:pt x="2585163" y="981970"/>
                  <a:pt x="2841852" y="1238551"/>
                  <a:pt x="3059058" y="1527690"/>
                </a:cubicBezTo>
                <a:cubicBezTo>
                  <a:pt x="3559346" y="2193478"/>
                  <a:pt x="3823822" y="2987557"/>
                  <a:pt x="3823822" y="3823822"/>
                </a:cubicBezTo>
                <a:close/>
              </a:path>
            </a:pathLst>
          </a:custGeom>
          <a:gradFill>
            <a:gsLst>
              <a:gs pos="0">
                <a:srgbClr val="F3FAF0"/>
              </a:gs>
              <a:gs pos="50000">
                <a:srgbClr val="F3FAF0">
                  <a:alpha val="49804"/>
                </a:srgbClr>
              </a:gs>
              <a:gs pos="100000">
                <a:srgbClr val="F3FAF0">
                  <a:alpha val="0"/>
                </a:srgbClr>
              </a:gs>
            </a:gsLst>
            <a:lin ang="5400000" scaled="1"/>
          </a:gradFill>
          <a:ln w="10809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1" name="Vrije vorm: vorm 90">
            <a:extLst>
              <a:ext uri="{FF2B5EF4-FFF2-40B4-BE49-F238E27FC236}">
                <a16:creationId xmlns:a16="http://schemas.microsoft.com/office/drawing/2014/main" id="{C38E1B9C-2671-4A03-5AC3-87CC8B2681A3}"/>
              </a:ext>
            </a:extLst>
          </p:cNvPr>
          <p:cNvSpPr/>
          <p:nvPr userDrawn="1"/>
        </p:nvSpPr>
        <p:spPr>
          <a:xfrm>
            <a:off x="0" y="1835886"/>
            <a:ext cx="1541869" cy="3068978"/>
          </a:xfrm>
          <a:custGeom>
            <a:avLst/>
            <a:gdLst>
              <a:gd name="connsiteX0" fmla="*/ 0 w 1541869"/>
              <a:gd name="connsiteY0" fmla="*/ 0 h 3068978"/>
              <a:gd name="connsiteX1" fmla="*/ 12340 w 1541869"/>
              <a:gd name="connsiteY1" fmla="*/ 8514 h 3068978"/>
              <a:gd name="connsiteX2" fmla="*/ 778511 w 1541869"/>
              <a:gd name="connsiteY2" fmla="*/ 774577 h 3068978"/>
              <a:gd name="connsiteX3" fmla="*/ 1541869 w 1541869"/>
              <a:gd name="connsiteY3" fmla="*/ 3068978 h 3068978"/>
              <a:gd name="connsiteX4" fmla="*/ 1466150 w 1541869"/>
              <a:gd name="connsiteY4" fmla="*/ 3068978 h 3068978"/>
              <a:gd name="connsiteX5" fmla="*/ 717935 w 1541869"/>
              <a:gd name="connsiteY5" fmla="*/ 820116 h 3068978"/>
              <a:gd name="connsiteX6" fmla="*/ 174324 w 1541869"/>
              <a:gd name="connsiteY6" fmla="*/ 236529 h 3068978"/>
              <a:gd name="connsiteX7" fmla="*/ 0 w 1541869"/>
              <a:gd name="connsiteY7" fmla="*/ 95803 h 3068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1869" h="3068978">
                <a:moveTo>
                  <a:pt x="0" y="0"/>
                </a:moveTo>
                <a:lnTo>
                  <a:pt x="12340" y="8514"/>
                </a:lnTo>
                <a:cubicBezTo>
                  <a:pt x="302778" y="226477"/>
                  <a:pt x="560548" y="484247"/>
                  <a:pt x="778511" y="774577"/>
                </a:cubicBezTo>
                <a:cubicBezTo>
                  <a:pt x="1277934" y="1440149"/>
                  <a:pt x="1541869" y="2233470"/>
                  <a:pt x="1541869" y="3068978"/>
                </a:cubicBezTo>
                <a:lnTo>
                  <a:pt x="1466150" y="3068978"/>
                </a:lnTo>
                <a:cubicBezTo>
                  <a:pt x="1466150" y="2250020"/>
                  <a:pt x="1207406" y="1472384"/>
                  <a:pt x="717935" y="820116"/>
                </a:cubicBezTo>
                <a:cubicBezTo>
                  <a:pt x="557708" y="606588"/>
                  <a:pt x="375515" y="411070"/>
                  <a:pt x="174324" y="236529"/>
                </a:cubicBezTo>
                <a:lnTo>
                  <a:pt x="0" y="95803"/>
                </a:lnTo>
                <a:close/>
              </a:path>
            </a:pathLst>
          </a:custGeom>
          <a:gradFill>
            <a:gsLst>
              <a:gs pos="0">
                <a:srgbClr val="F3FAF0"/>
              </a:gs>
              <a:gs pos="50000">
                <a:srgbClr val="F3FAF0">
                  <a:alpha val="49804"/>
                </a:srgbClr>
              </a:gs>
              <a:gs pos="100000">
                <a:srgbClr val="F3FAF0">
                  <a:alpha val="0"/>
                </a:srgbClr>
              </a:gs>
            </a:gsLst>
            <a:lin ang="5400000" scaled="1"/>
          </a:gradFill>
          <a:ln w="10809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156" name="Groep 155">
            <a:extLst>
              <a:ext uri="{FF2B5EF4-FFF2-40B4-BE49-F238E27FC236}">
                <a16:creationId xmlns:a16="http://schemas.microsoft.com/office/drawing/2014/main" id="{DE4FA4CD-86B8-5D2F-9BE5-D06D5830A4E3}"/>
              </a:ext>
            </a:extLst>
          </p:cNvPr>
          <p:cNvGrpSpPr/>
          <p:nvPr userDrawn="1"/>
        </p:nvGrpSpPr>
        <p:grpSpPr>
          <a:xfrm>
            <a:off x="1436100" y="268654"/>
            <a:ext cx="151965" cy="151965"/>
            <a:chOff x="1436100" y="268654"/>
            <a:chExt cx="151965" cy="151965"/>
          </a:xfrm>
        </p:grpSpPr>
        <p:sp>
          <p:nvSpPr>
            <p:cNvPr id="42" name="Vrije vorm: vorm 41">
              <a:extLst>
                <a:ext uri="{FF2B5EF4-FFF2-40B4-BE49-F238E27FC236}">
                  <a16:creationId xmlns:a16="http://schemas.microsoft.com/office/drawing/2014/main" id="{2D68D67D-3A99-0080-B1F5-23ABF58C749F}"/>
                </a:ext>
              </a:extLst>
            </p:cNvPr>
            <p:cNvSpPr/>
            <p:nvPr/>
          </p:nvSpPr>
          <p:spPr>
            <a:xfrm>
              <a:off x="1436100" y="268654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2EA339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3" name="Vrije vorm: vorm 42">
              <a:extLst>
                <a:ext uri="{FF2B5EF4-FFF2-40B4-BE49-F238E27FC236}">
                  <a16:creationId xmlns:a16="http://schemas.microsoft.com/office/drawing/2014/main" id="{4E5C3AE7-6AAB-6EA4-9D49-942D82E1682F}"/>
                </a:ext>
              </a:extLst>
            </p:cNvPr>
            <p:cNvSpPr/>
            <p:nvPr/>
          </p:nvSpPr>
          <p:spPr>
            <a:xfrm>
              <a:off x="1436100" y="268654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49695 w 167268"/>
                <a:gd name="connsiteY6" fmla="*/ 84117 h 167268"/>
                <a:gd name="connsiteX7" fmla="*/ 59732 w 167268"/>
                <a:gd name="connsiteY7" fmla="*/ 59732 h 167268"/>
                <a:gd name="connsiteX8" fmla="*/ 107523 w 167268"/>
                <a:gd name="connsiteY8" fmla="*/ 59732 h 167268"/>
                <a:gd name="connsiteX9" fmla="*/ 107523 w 167268"/>
                <a:gd name="connsiteY9" fmla="*/ 107523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7350"/>
                    <a:pt x="49959" y="102591"/>
                    <a:pt x="49695" y="84117"/>
                  </a:cubicBezTo>
                  <a:cubicBezTo>
                    <a:pt x="49552" y="74957"/>
                    <a:pt x="53185" y="66143"/>
                    <a:pt x="59732" y="59732"/>
                  </a:cubicBezTo>
                  <a:cubicBezTo>
                    <a:pt x="72934" y="46534"/>
                    <a:pt x="94321" y="46534"/>
                    <a:pt x="107523" y="59732"/>
                  </a:cubicBezTo>
                  <a:cubicBezTo>
                    <a:pt x="120725" y="72929"/>
                    <a:pt x="120725" y="94325"/>
                    <a:pt x="107523" y="107523"/>
                  </a:cubicBezTo>
                  <a:cubicBezTo>
                    <a:pt x="101131" y="113745"/>
                    <a:pt x="92540" y="117182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5" name="Vrije vorm: vorm 44">
            <a:extLst>
              <a:ext uri="{FF2B5EF4-FFF2-40B4-BE49-F238E27FC236}">
                <a16:creationId xmlns:a16="http://schemas.microsoft.com/office/drawing/2014/main" id="{C4C69539-A594-FD56-6A35-58FF5FCE785E}"/>
              </a:ext>
            </a:extLst>
          </p:cNvPr>
          <p:cNvSpPr/>
          <p:nvPr/>
        </p:nvSpPr>
        <p:spPr>
          <a:xfrm>
            <a:off x="2955752" y="268654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49695 w 167268"/>
              <a:gd name="connsiteY6" fmla="*/ 84117 h 167268"/>
              <a:gd name="connsiteX7" fmla="*/ 59732 w 167268"/>
              <a:gd name="connsiteY7" fmla="*/ 59732 h 167268"/>
              <a:gd name="connsiteX8" fmla="*/ 107523 w 167268"/>
              <a:gd name="connsiteY8" fmla="*/ 59732 h 167268"/>
              <a:gd name="connsiteX9" fmla="*/ 107523 w 167268"/>
              <a:gd name="connsiteY9" fmla="*/ 107523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7350"/>
                  <a:pt x="49959" y="102591"/>
                  <a:pt x="49695" y="84117"/>
                </a:cubicBezTo>
                <a:cubicBezTo>
                  <a:pt x="49552" y="74957"/>
                  <a:pt x="53185" y="66143"/>
                  <a:pt x="59732" y="59732"/>
                </a:cubicBezTo>
                <a:cubicBezTo>
                  <a:pt x="72934" y="46534"/>
                  <a:pt x="94321" y="46534"/>
                  <a:pt x="107523" y="59732"/>
                </a:cubicBezTo>
                <a:cubicBezTo>
                  <a:pt x="120725" y="72929"/>
                  <a:pt x="120725" y="94325"/>
                  <a:pt x="107523" y="107523"/>
                </a:cubicBezTo>
                <a:cubicBezTo>
                  <a:pt x="101131" y="113745"/>
                  <a:pt x="92540" y="117182"/>
                  <a:pt x="83627" y="117081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GB"/>
          </a:p>
        </p:txBody>
      </p:sp>
      <p:grpSp>
        <p:nvGrpSpPr>
          <p:cNvPr id="163" name="Groep 162">
            <a:extLst>
              <a:ext uri="{FF2B5EF4-FFF2-40B4-BE49-F238E27FC236}">
                <a16:creationId xmlns:a16="http://schemas.microsoft.com/office/drawing/2014/main" id="{8731AB22-EB0B-7705-3405-9855734AEAE6}"/>
              </a:ext>
            </a:extLst>
          </p:cNvPr>
          <p:cNvGrpSpPr/>
          <p:nvPr userDrawn="1"/>
        </p:nvGrpSpPr>
        <p:grpSpPr>
          <a:xfrm>
            <a:off x="676275" y="1028479"/>
            <a:ext cx="151965" cy="151965"/>
            <a:chOff x="676275" y="1028479"/>
            <a:chExt cx="151965" cy="151965"/>
          </a:xfrm>
        </p:grpSpPr>
        <p:sp>
          <p:nvSpPr>
            <p:cNvPr id="54" name="Vrije vorm: vorm 53">
              <a:extLst>
                <a:ext uri="{FF2B5EF4-FFF2-40B4-BE49-F238E27FC236}">
                  <a16:creationId xmlns:a16="http://schemas.microsoft.com/office/drawing/2014/main" id="{B721ED27-068D-A9AD-5F1D-E603301402F7}"/>
                </a:ext>
              </a:extLst>
            </p:cNvPr>
            <p:cNvSpPr/>
            <p:nvPr/>
          </p:nvSpPr>
          <p:spPr>
            <a:xfrm>
              <a:off x="676275" y="1028479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/>
            </a:p>
          </p:txBody>
        </p:sp>
        <p:sp>
          <p:nvSpPr>
            <p:cNvPr id="55" name="Vrije vorm: vorm 54">
              <a:extLst>
                <a:ext uri="{FF2B5EF4-FFF2-40B4-BE49-F238E27FC236}">
                  <a16:creationId xmlns:a16="http://schemas.microsoft.com/office/drawing/2014/main" id="{3EC05E37-E9A5-5895-70A3-26FBCAC9FDF8}"/>
                </a:ext>
              </a:extLst>
            </p:cNvPr>
            <p:cNvSpPr/>
            <p:nvPr/>
          </p:nvSpPr>
          <p:spPr>
            <a:xfrm>
              <a:off x="676275" y="1028479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9732 w 167268"/>
                <a:gd name="connsiteY6" fmla="*/ 107284 h 167268"/>
                <a:gd name="connsiteX7" fmla="*/ 59254 w 167268"/>
                <a:gd name="connsiteY7" fmla="*/ 59975 h 167268"/>
                <a:gd name="connsiteX8" fmla="*/ 59732 w 167268"/>
                <a:gd name="connsiteY8" fmla="*/ 59493 h 167268"/>
                <a:gd name="connsiteX9" fmla="*/ 107045 w 167268"/>
                <a:gd name="connsiteY9" fmla="*/ 59010 h 167268"/>
                <a:gd name="connsiteX10" fmla="*/ 107523 w 167268"/>
                <a:gd name="connsiteY10" fmla="*/ 59493 h 167268"/>
                <a:gd name="connsiteX11" fmla="*/ 108001 w 167268"/>
                <a:gd name="connsiteY11" fmla="*/ 106801 h 167268"/>
                <a:gd name="connsiteX12" fmla="*/ 107523 w 167268"/>
                <a:gd name="connsiteY12" fmla="*/ 107284 h 167268"/>
                <a:gd name="connsiteX13" fmla="*/ 83627 w 167268"/>
                <a:gd name="connsiteY13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74678" y="117093"/>
                    <a:pt x="66100" y="113572"/>
                    <a:pt x="59732" y="107284"/>
                  </a:cubicBezTo>
                  <a:cubicBezTo>
                    <a:pt x="46529" y="94354"/>
                    <a:pt x="46315" y="73173"/>
                    <a:pt x="59254" y="59975"/>
                  </a:cubicBezTo>
                  <a:cubicBezTo>
                    <a:pt x="59409" y="59813"/>
                    <a:pt x="59564" y="59652"/>
                    <a:pt x="59732" y="59493"/>
                  </a:cubicBezTo>
                  <a:cubicBezTo>
                    <a:pt x="72659" y="46295"/>
                    <a:pt x="93843" y="46079"/>
                    <a:pt x="107045" y="59010"/>
                  </a:cubicBezTo>
                  <a:cubicBezTo>
                    <a:pt x="107200" y="59169"/>
                    <a:pt x="107367" y="59330"/>
                    <a:pt x="107523" y="59493"/>
                  </a:cubicBezTo>
                  <a:cubicBezTo>
                    <a:pt x="120725" y="72424"/>
                    <a:pt x="120940" y="93603"/>
                    <a:pt x="108001" y="106801"/>
                  </a:cubicBezTo>
                  <a:cubicBezTo>
                    <a:pt x="107845" y="106963"/>
                    <a:pt x="107690" y="107125"/>
                    <a:pt x="107523" y="107284"/>
                  </a:cubicBezTo>
                  <a:cubicBezTo>
                    <a:pt x="101155" y="113572"/>
                    <a:pt x="92576" y="117093"/>
                    <a:pt x="83627" y="117081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/>
            </a:p>
          </p:txBody>
        </p:sp>
      </p:grpSp>
      <p:grpSp>
        <p:nvGrpSpPr>
          <p:cNvPr id="157" name="Groep 156">
            <a:extLst>
              <a:ext uri="{FF2B5EF4-FFF2-40B4-BE49-F238E27FC236}">
                <a16:creationId xmlns:a16="http://schemas.microsoft.com/office/drawing/2014/main" id="{0B80B5B9-7165-F285-68BA-300394543AC2}"/>
              </a:ext>
            </a:extLst>
          </p:cNvPr>
          <p:cNvGrpSpPr/>
          <p:nvPr userDrawn="1"/>
        </p:nvGrpSpPr>
        <p:grpSpPr>
          <a:xfrm>
            <a:off x="2195927" y="1028479"/>
            <a:ext cx="151965" cy="151965"/>
            <a:chOff x="2195927" y="1028479"/>
            <a:chExt cx="151965" cy="151965"/>
          </a:xfrm>
        </p:grpSpPr>
        <p:sp>
          <p:nvSpPr>
            <p:cNvPr id="56" name="Vrije vorm: vorm 55">
              <a:extLst>
                <a:ext uri="{FF2B5EF4-FFF2-40B4-BE49-F238E27FC236}">
                  <a16:creationId xmlns:a16="http://schemas.microsoft.com/office/drawing/2014/main" id="{ECCEBEA7-6B2E-AA98-177C-74E7A9DD60EB}"/>
                </a:ext>
              </a:extLst>
            </p:cNvPr>
            <p:cNvSpPr/>
            <p:nvPr/>
          </p:nvSpPr>
          <p:spPr>
            <a:xfrm>
              <a:off x="2195927" y="1028479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2EA339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7" name="Vrije vorm: vorm 56">
              <a:extLst>
                <a:ext uri="{FF2B5EF4-FFF2-40B4-BE49-F238E27FC236}">
                  <a16:creationId xmlns:a16="http://schemas.microsoft.com/office/drawing/2014/main" id="{2AF6DBA9-A6EF-A638-E228-9F1A50B158A5}"/>
                </a:ext>
              </a:extLst>
            </p:cNvPr>
            <p:cNvSpPr/>
            <p:nvPr/>
          </p:nvSpPr>
          <p:spPr>
            <a:xfrm>
              <a:off x="2195927" y="1028479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7 h 167268"/>
                <a:gd name="connsiteX7" fmla="*/ 84105 w 167268"/>
                <a:gd name="connsiteY7" fmla="*/ 50175 h 167268"/>
                <a:gd name="connsiteX8" fmla="*/ 117320 w 167268"/>
                <a:gd name="connsiteY8" fmla="*/ 83869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8"/>
                    <a:pt x="50281" y="101863"/>
                    <a:pt x="50412" y="83387"/>
                  </a:cubicBezTo>
                  <a:cubicBezTo>
                    <a:pt x="50544" y="64912"/>
                    <a:pt x="65634" y="50042"/>
                    <a:pt x="84105" y="50175"/>
                  </a:cubicBezTo>
                  <a:cubicBezTo>
                    <a:pt x="102588" y="50309"/>
                    <a:pt x="117451" y="65393"/>
                    <a:pt x="117320" y="83869"/>
                  </a:cubicBezTo>
                  <a:cubicBezTo>
                    <a:pt x="117260" y="92657"/>
                    <a:pt x="113736" y="101068"/>
                    <a:pt x="107523" y="107284"/>
                  </a:cubicBezTo>
                  <a:cubicBezTo>
                    <a:pt x="101178" y="113593"/>
                    <a:pt x="92576" y="117119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2" name="Groep 161">
            <a:extLst>
              <a:ext uri="{FF2B5EF4-FFF2-40B4-BE49-F238E27FC236}">
                <a16:creationId xmlns:a16="http://schemas.microsoft.com/office/drawing/2014/main" id="{7B7D2BA0-D05A-A0A2-0B6B-6A26CC015F37}"/>
              </a:ext>
            </a:extLst>
          </p:cNvPr>
          <p:cNvGrpSpPr/>
          <p:nvPr userDrawn="1"/>
        </p:nvGrpSpPr>
        <p:grpSpPr>
          <a:xfrm>
            <a:off x="1436100" y="1788305"/>
            <a:ext cx="151965" cy="151965"/>
            <a:chOff x="1436100" y="1788305"/>
            <a:chExt cx="151965" cy="151965"/>
          </a:xfrm>
        </p:grpSpPr>
        <p:sp>
          <p:nvSpPr>
            <p:cNvPr id="68" name="Vrije vorm: vorm 67">
              <a:extLst>
                <a:ext uri="{FF2B5EF4-FFF2-40B4-BE49-F238E27FC236}">
                  <a16:creationId xmlns:a16="http://schemas.microsoft.com/office/drawing/2014/main" id="{8A125716-26D8-31F5-8C30-D9F2919D2C94}"/>
                </a:ext>
              </a:extLst>
            </p:cNvPr>
            <p:cNvSpPr/>
            <p:nvPr/>
          </p:nvSpPr>
          <p:spPr>
            <a:xfrm>
              <a:off x="1436100" y="178830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/>
            </a:p>
          </p:txBody>
        </p:sp>
        <p:sp>
          <p:nvSpPr>
            <p:cNvPr id="69" name="Vrije vorm: vorm 68">
              <a:extLst>
                <a:ext uri="{FF2B5EF4-FFF2-40B4-BE49-F238E27FC236}">
                  <a16:creationId xmlns:a16="http://schemas.microsoft.com/office/drawing/2014/main" id="{BB004EFC-EFCE-790B-285E-3BE07FAE7556}"/>
                </a:ext>
              </a:extLst>
            </p:cNvPr>
            <p:cNvSpPr/>
            <p:nvPr/>
          </p:nvSpPr>
          <p:spPr>
            <a:xfrm>
              <a:off x="1436100" y="178830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/>
            </a:p>
          </p:txBody>
        </p:sp>
      </p:grpSp>
      <p:grpSp>
        <p:nvGrpSpPr>
          <p:cNvPr id="158" name="Groep 157">
            <a:extLst>
              <a:ext uri="{FF2B5EF4-FFF2-40B4-BE49-F238E27FC236}">
                <a16:creationId xmlns:a16="http://schemas.microsoft.com/office/drawing/2014/main" id="{984FA816-DE39-A0E1-8328-81C54E0D0358}"/>
              </a:ext>
            </a:extLst>
          </p:cNvPr>
          <p:cNvGrpSpPr/>
          <p:nvPr userDrawn="1"/>
        </p:nvGrpSpPr>
        <p:grpSpPr>
          <a:xfrm>
            <a:off x="2955752" y="1788305"/>
            <a:ext cx="151965" cy="151965"/>
            <a:chOff x="2955752" y="1788305"/>
            <a:chExt cx="151965" cy="151965"/>
          </a:xfrm>
        </p:grpSpPr>
        <p:sp>
          <p:nvSpPr>
            <p:cNvPr id="70" name="Vrije vorm: vorm 69">
              <a:extLst>
                <a:ext uri="{FF2B5EF4-FFF2-40B4-BE49-F238E27FC236}">
                  <a16:creationId xmlns:a16="http://schemas.microsoft.com/office/drawing/2014/main" id="{AD86F847-8E61-1D6F-78D0-FB5A19372180}"/>
                </a:ext>
              </a:extLst>
            </p:cNvPr>
            <p:cNvSpPr/>
            <p:nvPr/>
          </p:nvSpPr>
          <p:spPr>
            <a:xfrm>
              <a:off x="2955752" y="178830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2EA339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1" name="Vrije vorm: vorm 70">
              <a:extLst>
                <a:ext uri="{FF2B5EF4-FFF2-40B4-BE49-F238E27FC236}">
                  <a16:creationId xmlns:a16="http://schemas.microsoft.com/office/drawing/2014/main" id="{FDEAE792-505A-B947-5B3D-F2D7F7551D23}"/>
                </a:ext>
              </a:extLst>
            </p:cNvPr>
            <p:cNvSpPr/>
            <p:nvPr/>
          </p:nvSpPr>
          <p:spPr>
            <a:xfrm>
              <a:off x="2955752" y="178830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4" name="Groep 163">
            <a:extLst>
              <a:ext uri="{FF2B5EF4-FFF2-40B4-BE49-F238E27FC236}">
                <a16:creationId xmlns:a16="http://schemas.microsoft.com/office/drawing/2014/main" id="{B0A7183E-C35F-6C61-AEE0-F1C935378057}"/>
              </a:ext>
            </a:extLst>
          </p:cNvPr>
          <p:cNvGrpSpPr/>
          <p:nvPr userDrawn="1"/>
        </p:nvGrpSpPr>
        <p:grpSpPr>
          <a:xfrm>
            <a:off x="676275" y="2548131"/>
            <a:ext cx="151965" cy="151965"/>
            <a:chOff x="676275" y="2548131"/>
            <a:chExt cx="151965" cy="151965"/>
          </a:xfrm>
        </p:grpSpPr>
        <p:sp>
          <p:nvSpPr>
            <p:cNvPr id="80" name="Vrije vorm: vorm 79">
              <a:extLst>
                <a:ext uri="{FF2B5EF4-FFF2-40B4-BE49-F238E27FC236}">
                  <a16:creationId xmlns:a16="http://schemas.microsoft.com/office/drawing/2014/main" id="{D2E2D6AA-4CA8-D20E-CBDB-5434A2E39CED}"/>
                </a:ext>
              </a:extLst>
            </p:cNvPr>
            <p:cNvSpPr/>
            <p:nvPr/>
          </p:nvSpPr>
          <p:spPr>
            <a:xfrm>
              <a:off x="676275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2EA339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1" name="Vrije vorm: vorm 80">
              <a:extLst>
                <a:ext uri="{FF2B5EF4-FFF2-40B4-BE49-F238E27FC236}">
                  <a16:creationId xmlns:a16="http://schemas.microsoft.com/office/drawing/2014/main" id="{4301B2DD-311B-2255-EA5B-04951991C33C}"/>
                </a:ext>
              </a:extLst>
            </p:cNvPr>
            <p:cNvSpPr/>
            <p:nvPr/>
          </p:nvSpPr>
          <p:spPr>
            <a:xfrm>
              <a:off x="676275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5" y="101071"/>
                    <a:pt x="107523" y="107284"/>
                  </a:cubicBezTo>
                  <a:cubicBezTo>
                    <a:pt x="101202" y="113628"/>
                    <a:pt x="92588" y="117165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1" name="Groep 160">
            <a:extLst>
              <a:ext uri="{FF2B5EF4-FFF2-40B4-BE49-F238E27FC236}">
                <a16:creationId xmlns:a16="http://schemas.microsoft.com/office/drawing/2014/main" id="{CE4F4FA7-E506-2F57-F370-F6834CB0762A}"/>
              </a:ext>
            </a:extLst>
          </p:cNvPr>
          <p:cNvGrpSpPr/>
          <p:nvPr userDrawn="1"/>
        </p:nvGrpSpPr>
        <p:grpSpPr>
          <a:xfrm>
            <a:off x="2195927" y="2548131"/>
            <a:ext cx="151965" cy="151965"/>
            <a:chOff x="2195927" y="2548131"/>
            <a:chExt cx="151965" cy="151965"/>
          </a:xfrm>
        </p:grpSpPr>
        <p:sp>
          <p:nvSpPr>
            <p:cNvPr id="82" name="Vrije vorm: vorm 81">
              <a:extLst>
                <a:ext uri="{FF2B5EF4-FFF2-40B4-BE49-F238E27FC236}">
                  <a16:creationId xmlns:a16="http://schemas.microsoft.com/office/drawing/2014/main" id="{567D651F-B8AF-EB1B-946A-90EC4F80C48D}"/>
                </a:ext>
              </a:extLst>
            </p:cNvPr>
            <p:cNvSpPr/>
            <p:nvPr/>
          </p:nvSpPr>
          <p:spPr>
            <a:xfrm>
              <a:off x="2195927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2EA339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3" name="Vrije vorm: vorm 82">
              <a:extLst>
                <a:ext uri="{FF2B5EF4-FFF2-40B4-BE49-F238E27FC236}">
                  <a16:creationId xmlns:a16="http://schemas.microsoft.com/office/drawing/2014/main" id="{C58E6801-4084-0EAD-A0FE-E6C5FE4198EF}"/>
                </a:ext>
              </a:extLst>
            </p:cNvPr>
            <p:cNvSpPr/>
            <p:nvPr/>
          </p:nvSpPr>
          <p:spPr>
            <a:xfrm>
              <a:off x="2195927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0" name="Groep 159">
            <a:extLst>
              <a:ext uri="{FF2B5EF4-FFF2-40B4-BE49-F238E27FC236}">
                <a16:creationId xmlns:a16="http://schemas.microsoft.com/office/drawing/2014/main" id="{C9687D3C-EE2D-58ED-5ED2-6F58BFF75D3D}"/>
              </a:ext>
            </a:extLst>
          </p:cNvPr>
          <p:cNvGrpSpPr/>
          <p:nvPr userDrawn="1"/>
        </p:nvGrpSpPr>
        <p:grpSpPr>
          <a:xfrm>
            <a:off x="3715579" y="2548131"/>
            <a:ext cx="151965" cy="151965"/>
            <a:chOff x="3715579" y="2548131"/>
            <a:chExt cx="151965" cy="151965"/>
          </a:xfrm>
        </p:grpSpPr>
        <p:sp>
          <p:nvSpPr>
            <p:cNvPr id="84" name="Vrije vorm: vorm 83">
              <a:extLst>
                <a:ext uri="{FF2B5EF4-FFF2-40B4-BE49-F238E27FC236}">
                  <a16:creationId xmlns:a16="http://schemas.microsoft.com/office/drawing/2014/main" id="{9CFB7428-1640-7106-71E3-CEEC9C2199A2}"/>
                </a:ext>
              </a:extLst>
            </p:cNvPr>
            <p:cNvSpPr/>
            <p:nvPr/>
          </p:nvSpPr>
          <p:spPr>
            <a:xfrm>
              <a:off x="3715579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2EA339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5" name="Vrije vorm: vorm 84">
              <a:extLst>
                <a:ext uri="{FF2B5EF4-FFF2-40B4-BE49-F238E27FC236}">
                  <a16:creationId xmlns:a16="http://schemas.microsoft.com/office/drawing/2014/main" id="{E639F2F6-22F6-E6C0-30E7-C9A4563FD620}"/>
                </a:ext>
              </a:extLst>
            </p:cNvPr>
            <p:cNvSpPr/>
            <p:nvPr/>
          </p:nvSpPr>
          <p:spPr>
            <a:xfrm>
              <a:off x="3715579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5" name="Groep 164">
            <a:extLst>
              <a:ext uri="{FF2B5EF4-FFF2-40B4-BE49-F238E27FC236}">
                <a16:creationId xmlns:a16="http://schemas.microsoft.com/office/drawing/2014/main" id="{03DF1EB7-0FEA-269F-398C-FE1B27505950}"/>
              </a:ext>
            </a:extLst>
          </p:cNvPr>
          <p:cNvGrpSpPr/>
          <p:nvPr userDrawn="1"/>
        </p:nvGrpSpPr>
        <p:grpSpPr>
          <a:xfrm>
            <a:off x="1436100" y="3307957"/>
            <a:ext cx="151965" cy="151965"/>
            <a:chOff x="1436100" y="3307957"/>
            <a:chExt cx="151965" cy="151965"/>
          </a:xfrm>
        </p:grpSpPr>
        <p:sp>
          <p:nvSpPr>
            <p:cNvPr id="94" name="Vrije vorm: vorm 93">
              <a:extLst>
                <a:ext uri="{FF2B5EF4-FFF2-40B4-BE49-F238E27FC236}">
                  <a16:creationId xmlns:a16="http://schemas.microsoft.com/office/drawing/2014/main" id="{5E364CBB-B959-5E3F-73C1-837472B06288}"/>
                </a:ext>
              </a:extLst>
            </p:cNvPr>
            <p:cNvSpPr/>
            <p:nvPr/>
          </p:nvSpPr>
          <p:spPr>
            <a:xfrm>
              <a:off x="1436100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/>
            </a:p>
          </p:txBody>
        </p:sp>
        <p:sp>
          <p:nvSpPr>
            <p:cNvPr id="95" name="Vrije vorm: vorm 94">
              <a:extLst>
                <a:ext uri="{FF2B5EF4-FFF2-40B4-BE49-F238E27FC236}">
                  <a16:creationId xmlns:a16="http://schemas.microsoft.com/office/drawing/2014/main" id="{CD16A07E-9EFA-E89B-BC1C-46C9F7A82B72}"/>
                </a:ext>
              </a:extLst>
            </p:cNvPr>
            <p:cNvSpPr/>
            <p:nvPr/>
          </p:nvSpPr>
          <p:spPr>
            <a:xfrm>
              <a:off x="1436100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/>
            </a:p>
          </p:txBody>
        </p:sp>
      </p:grpSp>
      <p:grpSp>
        <p:nvGrpSpPr>
          <p:cNvPr id="166" name="Groep 165">
            <a:extLst>
              <a:ext uri="{FF2B5EF4-FFF2-40B4-BE49-F238E27FC236}">
                <a16:creationId xmlns:a16="http://schemas.microsoft.com/office/drawing/2014/main" id="{C1B70BE9-407A-0E6A-3837-8939A0171A04}"/>
              </a:ext>
            </a:extLst>
          </p:cNvPr>
          <p:cNvGrpSpPr/>
          <p:nvPr userDrawn="1"/>
        </p:nvGrpSpPr>
        <p:grpSpPr>
          <a:xfrm>
            <a:off x="2955752" y="3307957"/>
            <a:ext cx="151965" cy="151965"/>
            <a:chOff x="2955752" y="3307957"/>
            <a:chExt cx="151965" cy="151965"/>
          </a:xfrm>
        </p:grpSpPr>
        <p:sp>
          <p:nvSpPr>
            <p:cNvPr id="96" name="Vrije vorm: vorm 95">
              <a:extLst>
                <a:ext uri="{FF2B5EF4-FFF2-40B4-BE49-F238E27FC236}">
                  <a16:creationId xmlns:a16="http://schemas.microsoft.com/office/drawing/2014/main" id="{88F45089-4D4B-BB1C-967C-CCCB812909CD}"/>
                </a:ext>
              </a:extLst>
            </p:cNvPr>
            <p:cNvSpPr/>
            <p:nvPr/>
          </p:nvSpPr>
          <p:spPr>
            <a:xfrm>
              <a:off x="2955752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2EA339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7" name="Vrije vorm: vorm 96">
              <a:extLst>
                <a:ext uri="{FF2B5EF4-FFF2-40B4-BE49-F238E27FC236}">
                  <a16:creationId xmlns:a16="http://schemas.microsoft.com/office/drawing/2014/main" id="{FEB8741D-9861-0DD8-5ED8-7FA803D11C83}"/>
                </a:ext>
              </a:extLst>
            </p:cNvPr>
            <p:cNvSpPr/>
            <p:nvPr/>
          </p:nvSpPr>
          <p:spPr>
            <a:xfrm>
              <a:off x="2955752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68" name="Groep 167">
            <a:extLst>
              <a:ext uri="{FF2B5EF4-FFF2-40B4-BE49-F238E27FC236}">
                <a16:creationId xmlns:a16="http://schemas.microsoft.com/office/drawing/2014/main" id="{1B6FD9A4-DACA-37B9-98F4-C71FEFD0B974}"/>
              </a:ext>
            </a:extLst>
          </p:cNvPr>
          <p:cNvGrpSpPr/>
          <p:nvPr userDrawn="1"/>
        </p:nvGrpSpPr>
        <p:grpSpPr>
          <a:xfrm>
            <a:off x="2195927" y="4067783"/>
            <a:ext cx="151965" cy="151965"/>
            <a:chOff x="2195927" y="4067783"/>
            <a:chExt cx="151965" cy="151965"/>
          </a:xfrm>
        </p:grpSpPr>
        <p:sp>
          <p:nvSpPr>
            <p:cNvPr id="108" name="Vrije vorm: vorm 107">
              <a:extLst>
                <a:ext uri="{FF2B5EF4-FFF2-40B4-BE49-F238E27FC236}">
                  <a16:creationId xmlns:a16="http://schemas.microsoft.com/office/drawing/2014/main" id="{CCED135B-B3C7-89A4-FFCF-16DF9B96CF81}"/>
                </a:ext>
              </a:extLst>
            </p:cNvPr>
            <p:cNvSpPr/>
            <p:nvPr/>
          </p:nvSpPr>
          <p:spPr>
            <a:xfrm>
              <a:off x="2195927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2EA339">
                <a:alpha val="20000"/>
              </a:srgb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/>
            </a:p>
          </p:txBody>
        </p:sp>
        <p:sp>
          <p:nvSpPr>
            <p:cNvPr id="109" name="Vrije vorm: vorm 108">
              <a:extLst>
                <a:ext uri="{FF2B5EF4-FFF2-40B4-BE49-F238E27FC236}">
                  <a16:creationId xmlns:a16="http://schemas.microsoft.com/office/drawing/2014/main" id="{86E06E43-40C0-FE50-372F-270A08CD1B3D}"/>
                </a:ext>
              </a:extLst>
            </p:cNvPr>
            <p:cNvSpPr/>
            <p:nvPr/>
          </p:nvSpPr>
          <p:spPr>
            <a:xfrm>
              <a:off x="2195927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/>
            </a:p>
          </p:txBody>
        </p:sp>
      </p:grpSp>
      <p:grpSp>
        <p:nvGrpSpPr>
          <p:cNvPr id="169" name="Groep 168">
            <a:extLst>
              <a:ext uri="{FF2B5EF4-FFF2-40B4-BE49-F238E27FC236}">
                <a16:creationId xmlns:a16="http://schemas.microsoft.com/office/drawing/2014/main" id="{5A57400C-83D1-42EE-0DA7-984A6AF4083F}"/>
              </a:ext>
            </a:extLst>
          </p:cNvPr>
          <p:cNvGrpSpPr/>
          <p:nvPr userDrawn="1"/>
        </p:nvGrpSpPr>
        <p:grpSpPr>
          <a:xfrm>
            <a:off x="3715579" y="4067783"/>
            <a:ext cx="151965" cy="151965"/>
            <a:chOff x="3715579" y="4067783"/>
            <a:chExt cx="151965" cy="151965"/>
          </a:xfrm>
        </p:grpSpPr>
        <p:sp>
          <p:nvSpPr>
            <p:cNvPr id="110" name="Vrije vorm: vorm 109">
              <a:extLst>
                <a:ext uri="{FF2B5EF4-FFF2-40B4-BE49-F238E27FC236}">
                  <a16:creationId xmlns:a16="http://schemas.microsoft.com/office/drawing/2014/main" id="{EABEDE96-38F2-5BAA-68C2-E6590E25BE89}"/>
                </a:ext>
              </a:extLst>
            </p:cNvPr>
            <p:cNvSpPr/>
            <p:nvPr/>
          </p:nvSpPr>
          <p:spPr>
            <a:xfrm>
              <a:off x="3715579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2EA339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1" name="Vrije vorm: vorm 110">
              <a:extLst>
                <a:ext uri="{FF2B5EF4-FFF2-40B4-BE49-F238E27FC236}">
                  <a16:creationId xmlns:a16="http://schemas.microsoft.com/office/drawing/2014/main" id="{176FE4EA-22C5-CD7D-7E9E-873C98741317}"/>
                </a:ext>
              </a:extLst>
            </p:cNvPr>
            <p:cNvSpPr/>
            <p:nvPr/>
          </p:nvSpPr>
          <p:spPr>
            <a:xfrm>
              <a:off x="3715579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73" name="Groep 172">
            <a:extLst>
              <a:ext uri="{FF2B5EF4-FFF2-40B4-BE49-F238E27FC236}">
                <a16:creationId xmlns:a16="http://schemas.microsoft.com/office/drawing/2014/main" id="{FC4D7A25-396F-3AFA-1066-5827587DA31B}"/>
              </a:ext>
            </a:extLst>
          </p:cNvPr>
          <p:cNvGrpSpPr/>
          <p:nvPr userDrawn="1"/>
        </p:nvGrpSpPr>
        <p:grpSpPr>
          <a:xfrm>
            <a:off x="1436100" y="4827608"/>
            <a:ext cx="151965" cy="151965"/>
            <a:chOff x="1436100" y="4827608"/>
            <a:chExt cx="151965" cy="151965"/>
          </a:xfrm>
        </p:grpSpPr>
        <p:sp>
          <p:nvSpPr>
            <p:cNvPr id="120" name="Vrije vorm: vorm 119">
              <a:extLst>
                <a:ext uri="{FF2B5EF4-FFF2-40B4-BE49-F238E27FC236}">
                  <a16:creationId xmlns:a16="http://schemas.microsoft.com/office/drawing/2014/main" id="{B99BE0C3-DDCF-3D29-E6AA-729C69DF8DCA}"/>
                </a:ext>
              </a:extLst>
            </p:cNvPr>
            <p:cNvSpPr/>
            <p:nvPr/>
          </p:nvSpPr>
          <p:spPr>
            <a:xfrm>
              <a:off x="1436100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2EA339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1" name="Vrije vorm: vorm 120">
              <a:extLst>
                <a:ext uri="{FF2B5EF4-FFF2-40B4-BE49-F238E27FC236}">
                  <a16:creationId xmlns:a16="http://schemas.microsoft.com/office/drawing/2014/main" id="{95341127-ED96-6205-BED2-8464D0EF171F}"/>
                </a:ext>
              </a:extLst>
            </p:cNvPr>
            <p:cNvSpPr/>
            <p:nvPr/>
          </p:nvSpPr>
          <p:spPr>
            <a:xfrm>
              <a:off x="1436100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72" name="Groep 171">
            <a:extLst>
              <a:ext uri="{FF2B5EF4-FFF2-40B4-BE49-F238E27FC236}">
                <a16:creationId xmlns:a16="http://schemas.microsoft.com/office/drawing/2014/main" id="{28B60DA0-1E7D-BC41-6366-B45B6A63782F}"/>
              </a:ext>
            </a:extLst>
          </p:cNvPr>
          <p:cNvGrpSpPr/>
          <p:nvPr userDrawn="1"/>
        </p:nvGrpSpPr>
        <p:grpSpPr>
          <a:xfrm>
            <a:off x="2955752" y="4827608"/>
            <a:ext cx="151965" cy="151965"/>
            <a:chOff x="2955752" y="4827608"/>
            <a:chExt cx="151965" cy="151965"/>
          </a:xfrm>
        </p:grpSpPr>
        <p:sp>
          <p:nvSpPr>
            <p:cNvPr id="122" name="Vrije vorm: vorm 121">
              <a:extLst>
                <a:ext uri="{FF2B5EF4-FFF2-40B4-BE49-F238E27FC236}">
                  <a16:creationId xmlns:a16="http://schemas.microsoft.com/office/drawing/2014/main" id="{4BB71F70-ACAD-5A30-7281-776037A25D62}"/>
                </a:ext>
              </a:extLst>
            </p:cNvPr>
            <p:cNvSpPr/>
            <p:nvPr userDrawn="1"/>
          </p:nvSpPr>
          <p:spPr>
            <a:xfrm>
              <a:off x="2955752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/>
            </a:p>
          </p:txBody>
        </p:sp>
        <p:sp>
          <p:nvSpPr>
            <p:cNvPr id="123" name="Vrije vorm: vorm 122">
              <a:extLst>
                <a:ext uri="{FF2B5EF4-FFF2-40B4-BE49-F238E27FC236}">
                  <a16:creationId xmlns:a16="http://schemas.microsoft.com/office/drawing/2014/main" id="{5D68C5F5-57DF-AB10-6C5B-3431B86D4D32}"/>
                </a:ext>
              </a:extLst>
            </p:cNvPr>
            <p:cNvSpPr/>
            <p:nvPr/>
          </p:nvSpPr>
          <p:spPr>
            <a:xfrm>
              <a:off x="2955752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/>
            </a:p>
          </p:txBody>
        </p:sp>
      </p:grpSp>
      <p:sp>
        <p:nvSpPr>
          <p:cNvPr id="133" name="Vrije vorm: vorm 132">
            <a:extLst>
              <a:ext uri="{FF2B5EF4-FFF2-40B4-BE49-F238E27FC236}">
                <a16:creationId xmlns:a16="http://schemas.microsoft.com/office/drawing/2014/main" id="{C60C56A3-815B-AE9B-03C5-7AF6E64A4793}"/>
              </a:ext>
            </a:extLst>
          </p:cNvPr>
          <p:cNvSpPr/>
          <p:nvPr/>
        </p:nvSpPr>
        <p:spPr>
          <a:xfrm>
            <a:off x="676275" y="5587435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50412 w 167268"/>
              <a:gd name="connsiteY6" fmla="*/ 83388 h 167268"/>
              <a:gd name="connsiteX7" fmla="*/ 84105 w 167268"/>
              <a:gd name="connsiteY7" fmla="*/ 50174 h 167268"/>
              <a:gd name="connsiteX8" fmla="*/ 117320 w 167268"/>
              <a:gd name="connsiteY8" fmla="*/ 83866 h 167268"/>
              <a:gd name="connsiteX9" fmla="*/ 107523 w 167268"/>
              <a:gd name="connsiteY9" fmla="*/ 107284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6949"/>
                  <a:pt x="50281" y="101859"/>
                  <a:pt x="50412" y="83388"/>
                </a:cubicBezTo>
                <a:cubicBezTo>
                  <a:pt x="50544" y="64917"/>
                  <a:pt x="65634" y="50042"/>
                  <a:pt x="84105" y="50174"/>
                </a:cubicBezTo>
                <a:cubicBezTo>
                  <a:pt x="102588" y="50305"/>
                  <a:pt x="117451" y="65395"/>
                  <a:pt x="117320" y="83866"/>
                </a:cubicBezTo>
                <a:cubicBezTo>
                  <a:pt x="117260" y="92660"/>
                  <a:pt x="113735" y="101071"/>
                  <a:pt x="107523" y="107284"/>
                </a:cubicBezTo>
                <a:cubicBezTo>
                  <a:pt x="101202" y="113628"/>
                  <a:pt x="92588" y="117165"/>
                  <a:pt x="83627" y="117081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175" name="Groep 174">
            <a:extLst>
              <a:ext uri="{FF2B5EF4-FFF2-40B4-BE49-F238E27FC236}">
                <a16:creationId xmlns:a16="http://schemas.microsoft.com/office/drawing/2014/main" id="{F144AE15-1859-C558-5995-5A64A15E93E7}"/>
              </a:ext>
            </a:extLst>
          </p:cNvPr>
          <p:cNvGrpSpPr/>
          <p:nvPr userDrawn="1"/>
        </p:nvGrpSpPr>
        <p:grpSpPr>
          <a:xfrm>
            <a:off x="2195927" y="5587435"/>
            <a:ext cx="151965" cy="151965"/>
            <a:chOff x="2195927" y="5587435"/>
            <a:chExt cx="151965" cy="151965"/>
          </a:xfrm>
        </p:grpSpPr>
        <p:sp>
          <p:nvSpPr>
            <p:cNvPr id="134" name="Vrije vorm: vorm 133">
              <a:extLst>
                <a:ext uri="{FF2B5EF4-FFF2-40B4-BE49-F238E27FC236}">
                  <a16:creationId xmlns:a16="http://schemas.microsoft.com/office/drawing/2014/main" id="{EA4DC19E-7F78-D7B2-1F34-4DF8F33D195D}"/>
                </a:ext>
              </a:extLst>
            </p:cNvPr>
            <p:cNvSpPr/>
            <p:nvPr/>
          </p:nvSpPr>
          <p:spPr>
            <a:xfrm>
              <a:off x="2195927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2EA339">
                <a:alpha val="20000"/>
              </a:srgb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/>
            </a:p>
          </p:txBody>
        </p:sp>
        <p:sp>
          <p:nvSpPr>
            <p:cNvPr id="135" name="Vrije vorm: vorm 134">
              <a:extLst>
                <a:ext uri="{FF2B5EF4-FFF2-40B4-BE49-F238E27FC236}">
                  <a16:creationId xmlns:a16="http://schemas.microsoft.com/office/drawing/2014/main" id="{E5D83847-8FB2-630F-4432-B7C10E2FC3C2}"/>
                </a:ext>
              </a:extLst>
            </p:cNvPr>
            <p:cNvSpPr/>
            <p:nvPr/>
          </p:nvSpPr>
          <p:spPr>
            <a:xfrm>
              <a:off x="2195927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/>
            </a:p>
          </p:txBody>
        </p:sp>
      </p:grpSp>
      <p:grpSp>
        <p:nvGrpSpPr>
          <p:cNvPr id="176" name="Groep 175">
            <a:extLst>
              <a:ext uri="{FF2B5EF4-FFF2-40B4-BE49-F238E27FC236}">
                <a16:creationId xmlns:a16="http://schemas.microsoft.com/office/drawing/2014/main" id="{A9468737-5BF2-67A4-F738-FC0A3656D10C}"/>
              </a:ext>
            </a:extLst>
          </p:cNvPr>
          <p:cNvGrpSpPr/>
          <p:nvPr userDrawn="1"/>
        </p:nvGrpSpPr>
        <p:grpSpPr>
          <a:xfrm>
            <a:off x="3715579" y="5587435"/>
            <a:ext cx="151965" cy="151965"/>
            <a:chOff x="3715579" y="5587435"/>
            <a:chExt cx="151965" cy="151965"/>
          </a:xfrm>
        </p:grpSpPr>
        <p:sp>
          <p:nvSpPr>
            <p:cNvPr id="136" name="Vrije vorm: vorm 135">
              <a:extLst>
                <a:ext uri="{FF2B5EF4-FFF2-40B4-BE49-F238E27FC236}">
                  <a16:creationId xmlns:a16="http://schemas.microsoft.com/office/drawing/2014/main" id="{F97241AD-ECDD-F220-12EA-3C2C973141B2}"/>
                </a:ext>
              </a:extLst>
            </p:cNvPr>
            <p:cNvSpPr/>
            <p:nvPr/>
          </p:nvSpPr>
          <p:spPr>
            <a:xfrm>
              <a:off x="3715579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2EA339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7" name="Vrije vorm: vorm 136">
              <a:extLst>
                <a:ext uri="{FF2B5EF4-FFF2-40B4-BE49-F238E27FC236}">
                  <a16:creationId xmlns:a16="http://schemas.microsoft.com/office/drawing/2014/main" id="{54FAEAC3-B54A-3D25-2565-095439C1DC7D}"/>
                </a:ext>
              </a:extLst>
            </p:cNvPr>
            <p:cNvSpPr/>
            <p:nvPr/>
          </p:nvSpPr>
          <p:spPr>
            <a:xfrm>
              <a:off x="3715579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79" name="Groep 178">
            <a:extLst>
              <a:ext uri="{FF2B5EF4-FFF2-40B4-BE49-F238E27FC236}">
                <a16:creationId xmlns:a16="http://schemas.microsoft.com/office/drawing/2014/main" id="{C575942B-F4ED-A097-3F6C-66CFF5E59E26}"/>
              </a:ext>
            </a:extLst>
          </p:cNvPr>
          <p:cNvGrpSpPr/>
          <p:nvPr userDrawn="1"/>
        </p:nvGrpSpPr>
        <p:grpSpPr>
          <a:xfrm>
            <a:off x="1436100" y="6347260"/>
            <a:ext cx="151965" cy="151965"/>
            <a:chOff x="1436100" y="6347260"/>
            <a:chExt cx="151965" cy="151965"/>
          </a:xfrm>
        </p:grpSpPr>
        <p:sp>
          <p:nvSpPr>
            <p:cNvPr id="146" name="Vrije vorm: vorm 145">
              <a:extLst>
                <a:ext uri="{FF2B5EF4-FFF2-40B4-BE49-F238E27FC236}">
                  <a16:creationId xmlns:a16="http://schemas.microsoft.com/office/drawing/2014/main" id="{37AD87F1-07C6-9CC6-D5AA-74F12BF3245E}"/>
                </a:ext>
              </a:extLst>
            </p:cNvPr>
            <p:cNvSpPr/>
            <p:nvPr/>
          </p:nvSpPr>
          <p:spPr>
            <a:xfrm>
              <a:off x="1436100" y="6347260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/>
            </a:p>
          </p:txBody>
        </p:sp>
        <p:sp>
          <p:nvSpPr>
            <p:cNvPr id="147" name="Vrije vorm: vorm 146">
              <a:extLst>
                <a:ext uri="{FF2B5EF4-FFF2-40B4-BE49-F238E27FC236}">
                  <a16:creationId xmlns:a16="http://schemas.microsoft.com/office/drawing/2014/main" id="{DE56784E-09B2-7D5E-6A60-1DFCF78DEF8F}"/>
                </a:ext>
              </a:extLst>
            </p:cNvPr>
            <p:cNvSpPr/>
            <p:nvPr/>
          </p:nvSpPr>
          <p:spPr>
            <a:xfrm>
              <a:off x="1436100" y="6347260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3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59"/>
                    <a:pt x="113736" y="101071"/>
                    <a:pt x="107523" y="107283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/>
            </a:p>
          </p:txBody>
        </p:sp>
      </p:grpSp>
      <p:sp>
        <p:nvSpPr>
          <p:cNvPr id="149" name="Vrije vorm: vorm 148">
            <a:extLst>
              <a:ext uri="{FF2B5EF4-FFF2-40B4-BE49-F238E27FC236}">
                <a16:creationId xmlns:a16="http://schemas.microsoft.com/office/drawing/2014/main" id="{65BD0B66-BE91-1D3C-EE40-4FBD0E849A73}"/>
              </a:ext>
            </a:extLst>
          </p:cNvPr>
          <p:cNvSpPr/>
          <p:nvPr/>
        </p:nvSpPr>
        <p:spPr>
          <a:xfrm>
            <a:off x="2955752" y="6347260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50412 w 167268"/>
              <a:gd name="connsiteY6" fmla="*/ 83388 h 167268"/>
              <a:gd name="connsiteX7" fmla="*/ 84105 w 167268"/>
              <a:gd name="connsiteY7" fmla="*/ 50174 h 167268"/>
              <a:gd name="connsiteX8" fmla="*/ 117320 w 167268"/>
              <a:gd name="connsiteY8" fmla="*/ 83866 h 167268"/>
              <a:gd name="connsiteX9" fmla="*/ 107523 w 167268"/>
              <a:gd name="connsiteY9" fmla="*/ 107283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6949"/>
                  <a:pt x="50281" y="101859"/>
                  <a:pt x="50412" y="83388"/>
                </a:cubicBezTo>
                <a:cubicBezTo>
                  <a:pt x="50544" y="64917"/>
                  <a:pt x="65634" y="50042"/>
                  <a:pt x="84105" y="50174"/>
                </a:cubicBezTo>
                <a:cubicBezTo>
                  <a:pt x="102588" y="50305"/>
                  <a:pt x="117451" y="65395"/>
                  <a:pt x="117320" y="83866"/>
                </a:cubicBezTo>
                <a:cubicBezTo>
                  <a:pt x="117260" y="92659"/>
                  <a:pt x="113736" y="101071"/>
                  <a:pt x="107523" y="107283"/>
                </a:cubicBezTo>
                <a:cubicBezTo>
                  <a:pt x="101202" y="113640"/>
                  <a:pt x="92588" y="117176"/>
                  <a:pt x="83627" y="117081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85" name="Vrije vorm: vorm 184">
            <a:extLst>
              <a:ext uri="{FF2B5EF4-FFF2-40B4-BE49-F238E27FC236}">
                <a16:creationId xmlns:a16="http://schemas.microsoft.com/office/drawing/2014/main" id="{1B13F80D-F64F-411F-E09B-DEACB0B05A73}"/>
              </a:ext>
            </a:extLst>
          </p:cNvPr>
          <p:cNvSpPr/>
          <p:nvPr/>
        </p:nvSpPr>
        <p:spPr>
          <a:xfrm>
            <a:off x="3715579" y="1029850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50412 w 167268"/>
              <a:gd name="connsiteY6" fmla="*/ 83388 h 167268"/>
              <a:gd name="connsiteX7" fmla="*/ 84105 w 167268"/>
              <a:gd name="connsiteY7" fmla="*/ 50173 h 167268"/>
              <a:gd name="connsiteX8" fmla="*/ 117320 w 167268"/>
              <a:gd name="connsiteY8" fmla="*/ 83866 h 167268"/>
              <a:gd name="connsiteX9" fmla="*/ 107523 w 167268"/>
              <a:gd name="connsiteY9" fmla="*/ 107284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6949"/>
                  <a:pt x="50281" y="101859"/>
                  <a:pt x="50412" y="83388"/>
                </a:cubicBezTo>
                <a:cubicBezTo>
                  <a:pt x="50544" y="64917"/>
                  <a:pt x="65634" y="50042"/>
                  <a:pt x="84105" y="50173"/>
                </a:cubicBezTo>
                <a:cubicBezTo>
                  <a:pt x="102588" y="50305"/>
                  <a:pt x="117451" y="65395"/>
                  <a:pt x="117320" y="83866"/>
                </a:cubicBezTo>
                <a:cubicBezTo>
                  <a:pt x="117260" y="92660"/>
                  <a:pt x="113736" y="101071"/>
                  <a:pt x="107523" y="107284"/>
                </a:cubicBezTo>
                <a:cubicBezTo>
                  <a:pt x="101202" y="113640"/>
                  <a:pt x="92588" y="117176"/>
                  <a:pt x="83627" y="117081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90" name="Vrije vorm: vorm 189">
            <a:extLst>
              <a:ext uri="{FF2B5EF4-FFF2-40B4-BE49-F238E27FC236}">
                <a16:creationId xmlns:a16="http://schemas.microsoft.com/office/drawing/2014/main" id="{CB2408CD-4200-C813-A0A5-7865C44B31FF}"/>
              </a:ext>
            </a:extLst>
          </p:cNvPr>
          <p:cNvSpPr/>
          <p:nvPr/>
        </p:nvSpPr>
        <p:spPr>
          <a:xfrm>
            <a:off x="5159247" y="3039403"/>
            <a:ext cx="2216828" cy="779193"/>
          </a:xfrm>
          <a:custGeom>
            <a:avLst/>
            <a:gdLst>
              <a:gd name="connsiteX0" fmla="*/ 1023336 w 1241615"/>
              <a:gd name="connsiteY0" fmla="*/ 283281 h 436415"/>
              <a:gd name="connsiteX1" fmla="*/ 958240 w 1241615"/>
              <a:gd name="connsiteY1" fmla="*/ 218184 h 436415"/>
              <a:gd name="connsiteX2" fmla="*/ 1023336 w 1241615"/>
              <a:gd name="connsiteY2" fmla="*/ 153087 h 436415"/>
              <a:gd name="connsiteX3" fmla="*/ 1088433 w 1241615"/>
              <a:gd name="connsiteY3" fmla="*/ 218184 h 436415"/>
              <a:gd name="connsiteX4" fmla="*/ 1023336 w 1241615"/>
              <a:gd name="connsiteY4" fmla="*/ 283281 h 436415"/>
              <a:gd name="connsiteX5" fmla="*/ 1023336 w 1241615"/>
              <a:gd name="connsiteY5" fmla="*/ 0 h 436415"/>
              <a:gd name="connsiteX6" fmla="*/ 808403 w 1241615"/>
              <a:gd name="connsiteY6" fmla="*/ 180235 h 436415"/>
              <a:gd name="connsiteX7" fmla="*/ 808403 w 1241615"/>
              <a:gd name="connsiteY7" fmla="*/ 53769 h 436415"/>
              <a:gd name="connsiteX8" fmla="*/ 761899 w 1241615"/>
              <a:gd name="connsiteY8" fmla="*/ 7265 h 436415"/>
              <a:gd name="connsiteX9" fmla="*/ 652305 w 1241615"/>
              <a:gd name="connsiteY9" fmla="*/ 7265 h 436415"/>
              <a:gd name="connsiteX10" fmla="*/ 652305 w 1241615"/>
              <a:gd name="connsiteY10" fmla="*/ 171823 h 436415"/>
              <a:gd name="connsiteX11" fmla="*/ 558579 w 1241615"/>
              <a:gd name="connsiteY11" fmla="*/ 44497 h 436415"/>
              <a:gd name="connsiteX12" fmla="*/ 484210 w 1241615"/>
              <a:gd name="connsiteY12" fmla="*/ 7265 h 436415"/>
              <a:gd name="connsiteX13" fmla="*/ 0 w 1241615"/>
              <a:gd name="connsiteY13" fmla="*/ 7265 h 436415"/>
              <a:gd name="connsiteX14" fmla="*/ 0 w 1241615"/>
              <a:gd name="connsiteY14" fmla="*/ 119392 h 436415"/>
              <a:gd name="connsiteX15" fmla="*/ 45787 w 1241615"/>
              <a:gd name="connsiteY15" fmla="*/ 165227 h 436415"/>
              <a:gd name="connsiteX16" fmla="*/ 118245 w 1241615"/>
              <a:gd name="connsiteY16" fmla="*/ 165227 h 436415"/>
              <a:gd name="connsiteX17" fmla="*/ 118245 w 1241615"/>
              <a:gd name="connsiteY17" fmla="*/ 382742 h 436415"/>
              <a:gd name="connsiteX18" fmla="*/ 164749 w 1241615"/>
              <a:gd name="connsiteY18" fmla="*/ 429246 h 436415"/>
              <a:gd name="connsiteX19" fmla="*/ 283328 w 1241615"/>
              <a:gd name="connsiteY19" fmla="*/ 429246 h 436415"/>
              <a:gd name="connsiteX20" fmla="*/ 283328 w 1241615"/>
              <a:gd name="connsiteY20" fmla="*/ 165179 h 436415"/>
              <a:gd name="connsiteX21" fmla="*/ 383411 w 1241615"/>
              <a:gd name="connsiteY21" fmla="*/ 165179 h 436415"/>
              <a:gd name="connsiteX22" fmla="*/ 383411 w 1241615"/>
              <a:gd name="connsiteY22" fmla="*/ 382694 h 436415"/>
              <a:gd name="connsiteX23" fmla="*/ 429915 w 1241615"/>
              <a:gd name="connsiteY23" fmla="*/ 429199 h 436415"/>
              <a:gd name="connsiteX24" fmla="*/ 539557 w 1241615"/>
              <a:gd name="connsiteY24" fmla="*/ 429199 h 436415"/>
              <a:gd name="connsiteX25" fmla="*/ 539557 w 1241615"/>
              <a:gd name="connsiteY25" fmla="*/ 264641 h 436415"/>
              <a:gd name="connsiteX26" fmla="*/ 632948 w 1241615"/>
              <a:gd name="connsiteY26" fmla="*/ 391966 h 436415"/>
              <a:gd name="connsiteX27" fmla="*/ 707364 w 1241615"/>
              <a:gd name="connsiteY27" fmla="*/ 429199 h 436415"/>
              <a:gd name="connsiteX28" fmla="*/ 808403 w 1241615"/>
              <a:gd name="connsiteY28" fmla="*/ 429199 h 436415"/>
              <a:gd name="connsiteX29" fmla="*/ 808403 w 1241615"/>
              <a:gd name="connsiteY29" fmla="*/ 257663 h 436415"/>
              <a:gd name="connsiteX30" fmla="*/ 1023336 w 1241615"/>
              <a:gd name="connsiteY30" fmla="*/ 436416 h 436415"/>
              <a:gd name="connsiteX31" fmla="*/ 1241616 w 1241615"/>
              <a:gd name="connsiteY31" fmla="*/ 218232 h 436415"/>
              <a:gd name="connsiteX32" fmla="*/ 1023336 w 1241615"/>
              <a:gd name="connsiteY32" fmla="*/ 0 h 436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41615" h="436415">
                <a:moveTo>
                  <a:pt x="1023336" y="283281"/>
                </a:moveTo>
                <a:cubicBezTo>
                  <a:pt x="987395" y="283281"/>
                  <a:pt x="958240" y="254174"/>
                  <a:pt x="958240" y="218184"/>
                </a:cubicBezTo>
                <a:cubicBezTo>
                  <a:pt x="958240" y="182242"/>
                  <a:pt x="987395" y="153087"/>
                  <a:pt x="1023336" y="153087"/>
                </a:cubicBezTo>
                <a:cubicBezTo>
                  <a:pt x="1059278" y="153087"/>
                  <a:pt x="1088433" y="182242"/>
                  <a:pt x="1088433" y="218184"/>
                </a:cubicBezTo>
                <a:cubicBezTo>
                  <a:pt x="1088433" y="254174"/>
                  <a:pt x="1059278" y="283281"/>
                  <a:pt x="1023336" y="283281"/>
                </a:cubicBezTo>
                <a:moveTo>
                  <a:pt x="1023336" y="0"/>
                </a:moveTo>
                <a:cubicBezTo>
                  <a:pt x="912787" y="0"/>
                  <a:pt x="825609" y="75803"/>
                  <a:pt x="808403" y="180235"/>
                </a:cubicBezTo>
                <a:lnTo>
                  <a:pt x="808403" y="53769"/>
                </a:lnTo>
                <a:cubicBezTo>
                  <a:pt x="808403" y="21221"/>
                  <a:pt x="794447" y="7265"/>
                  <a:pt x="761899" y="7265"/>
                </a:cubicBezTo>
                <a:lnTo>
                  <a:pt x="652305" y="7265"/>
                </a:lnTo>
                <a:lnTo>
                  <a:pt x="652305" y="171823"/>
                </a:lnTo>
                <a:lnTo>
                  <a:pt x="558579" y="44497"/>
                </a:lnTo>
                <a:cubicBezTo>
                  <a:pt x="538218" y="17493"/>
                  <a:pt x="518097" y="7265"/>
                  <a:pt x="484210" y="7265"/>
                </a:cubicBezTo>
                <a:lnTo>
                  <a:pt x="0" y="7265"/>
                </a:lnTo>
                <a:lnTo>
                  <a:pt x="0" y="119392"/>
                </a:lnTo>
                <a:cubicBezTo>
                  <a:pt x="0" y="151462"/>
                  <a:pt x="13765" y="165227"/>
                  <a:pt x="45787" y="165227"/>
                </a:cubicBezTo>
                <a:lnTo>
                  <a:pt x="118245" y="165227"/>
                </a:lnTo>
                <a:lnTo>
                  <a:pt x="118245" y="382742"/>
                </a:lnTo>
                <a:cubicBezTo>
                  <a:pt x="118245" y="415242"/>
                  <a:pt x="132201" y="429246"/>
                  <a:pt x="164749" y="429246"/>
                </a:cubicBezTo>
                <a:lnTo>
                  <a:pt x="283328" y="429246"/>
                </a:lnTo>
                <a:lnTo>
                  <a:pt x="283328" y="165179"/>
                </a:lnTo>
                <a:lnTo>
                  <a:pt x="383411" y="165179"/>
                </a:lnTo>
                <a:lnTo>
                  <a:pt x="383411" y="382694"/>
                </a:lnTo>
                <a:cubicBezTo>
                  <a:pt x="383411" y="415195"/>
                  <a:pt x="397415" y="429199"/>
                  <a:pt x="429915" y="429199"/>
                </a:cubicBezTo>
                <a:lnTo>
                  <a:pt x="539557" y="429199"/>
                </a:lnTo>
                <a:lnTo>
                  <a:pt x="539557" y="264641"/>
                </a:lnTo>
                <a:lnTo>
                  <a:pt x="632948" y="391966"/>
                </a:lnTo>
                <a:cubicBezTo>
                  <a:pt x="653356" y="419018"/>
                  <a:pt x="673478" y="429199"/>
                  <a:pt x="707364" y="429199"/>
                </a:cubicBezTo>
                <a:lnTo>
                  <a:pt x="808403" y="429199"/>
                </a:lnTo>
                <a:lnTo>
                  <a:pt x="808403" y="257663"/>
                </a:lnTo>
                <a:cubicBezTo>
                  <a:pt x="825418" y="363337"/>
                  <a:pt x="910349" y="436416"/>
                  <a:pt x="1023336" y="436416"/>
                </a:cubicBezTo>
                <a:cubicBezTo>
                  <a:pt x="1146934" y="436416"/>
                  <a:pt x="1241616" y="341782"/>
                  <a:pt x="1241616" y="218232"/>
                </a:cubicBezTo>
                <a:cubicBezTo>
                  <a:pt x="1241616" y="91623"/>
                  <a:pt x="1149945" y="0"/>
                  <a:pt x="1023336" y="0"/>
                </a:cubicBezTo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167" name="Groep 166">
            <a:extLst>
              <a:ext uri="{FF2B5EF4-FFF2-40B4-BE49-F238E27FC236}">
                <a16:creationId xmlns:a16="http://schemas.microsoft.com/office/drawing/2014/main" id="{E06E8170-EAEE-0BF4-0C2B-18C473117278}"/>
              </a:ext>
            </a:extLst>
          </p:cNvPr>
          <p:cNvGrpSpPr/>
          <p:nvPr userDrawn="1"/>
        </p:nvGrpSpPr>
        <p:grpSpPr>
          <a:xfrm>
            <a:off x="676275" y="4067783"/>
            <a:ext cx="151965" cy="151965"/>
            <a:chOff x="676275" y="4067783"/>
            <a:chExt cx="151965" cy="151965"/>
          </a:xfrm>
        </p:grpSpPr>
        <p:sp>
          <p:nvSpPr>
            <p:cNvPr id="106" name="Vrije vorm: vorm 105">
              <a:extLst>
                <a:ext uri="{FF2B5EF4-FFF2-40B4-BE49-F238E27FC236}">
                  <a16:creationId xmlns:a16="http://schemas.microsoft.com/office/drawing/2014/main" id="{511D45D6-CD2D-0AA6-E1D5-D47F40E65CCC}"/>
                </a:ext>
              </a:extLst>
            </p:cNvPr>
            <p:cNvSpPr/>
            <p:nvPr/>
          </p:nvSpPr>
          <p:spPr>
            <a:xfrm>
              <a:off x="676275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2EA339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7" name="Vrije vorm: vorm 106">
              <a:extLst>
                <a:ext uri="{FF2B5EF4-FFF2-40B4-BE49-F238E27FC236}">
                  <a16:creationId xmlns:a16="http://schemas.microsoft.com/office/drawing/2014/main" id="{8EAFF20B-5065-ACDD-E494-01B2BB3E9DAC}"/>
                </a:ext>
              </a:extLst>
            </p:cNvPr>
            <p:cNvSpPr/>
            <p:nvPr/>
          </p:nvSpPr>
          <p:spPr>
            <a:xfrm>
              <a:off x="676275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5" y="101071"/>
                    <a:pt x="107523" y="107284"/>
                  </a:cubicBezTo>
                  <a:cubicBezTo>
                    <a:pt x="101202" y="113628"/>
                    <a:pt x="92588" y="117165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809559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6" presetClass="emph" presetSubtype="0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10" dur="100" fill="hold"/>
                                        <p:tgtEl>
                                          <p:spTgt spid="15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6" presetClass="emph" presetSubtype="0" autoRev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16" dur="100" fill="hold"/>
                                        <p:tgtEl>
                                          <p:spTgt spid="16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6" presetClass="emph" presetSubtype="0" autoRev="1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22" dur="100" fill="hold"/>
                                        <p:tgtEl>
                                          <p:spTgt spid="15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6" presetClass="emph" presetSubtype="0" autoRev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28" dur="100" fill="hold"/>
                                        <p:tgtEl>
                                          <p:spTgt spid="17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6" presetClass="emph" presetSubtype="0" autoRev="1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Scale>
                                      <p:cBhvr>
                                        <p:cTn id="34" dur="100" fill="hold"/>
                                        <p:tgtEl>
                                          <p:spTgt spid="17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2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6" presetClass="emph" presetSubtype="0" autoRev="1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Scale>
                                      <p:cBhvr>
                                        <p:cTn id="40" dur="100" fill="hold"/>
                                        <p:tgtEl>
                                          <p:spTgt spid="16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41" presetID="2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6" presetClass="emph" presetSubtype="0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46" dur="100" fill="hold"/>
                                        <p:tgtEl>
                                          <p:spTgt spid="179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47" presetID="2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6" presetClass="emph" presetSubtype="0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52" dur="100" fill="hold"/>
                                        <p:tgtEl>
                                          <p:spTgt spid="160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6" presetClass="emph" presetSubtype="0" autoRev="1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58" dur="100" fill="hold"/>
                                        <p:tgtEl>
                                          <p:spTgt spid="16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23" presetClass="entr" presetSubtype="16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6" presetClass="emph" presetSubtype="0" autoRev="1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64" dur="100" fill="hold"/>
                                        <p:tgtEl>
                                          <p:spTgt spid="17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65" presetID="23" presetClass="entr" presetSubtype="16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6" presetClass="emph" presetSubtype="0" autoRev="1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70" dur="100" fill="hold"/>
                                        <p:tgtEl>
                                          <p:spTgt spid="162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71" presetID="2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6" presetClass="emph" presetSubtype="0" autoRev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76" dur="100" fill="hold"/>
                                        <p:tgtEl>
                                          <p:spTgt spid="161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77" presetID="2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6" presetClass="emph" presetSubtype="0" autoRev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82" dur="100" fill="hold"/>
                                        <p:tgtEl>
                                          <p:spTgt spid="169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83" presetID="23" presetClass="entr" presetSubtype="16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6" presetClass="emph" presetSubtype="0" autoRev="1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animScale>
                                      <p:cBhvr>
                                        <p:cTn id="88" dur="100" fill="hold"/>
                                        <p:tgtEl>
                                          <p:spTgt spid="158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89" presetID="23" presetClass="entr" presetSubtype="16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6" presetClass="emph" presetSubtype="0" autoRev="1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animScale>
                                      <p:cBhvr>
                                        <p:cTn id="94" dur="100" fill="hold"/>
                                        <p:tgtEl>
                                          <p:spTgt spid="168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5" presetID="23" presetClass="entr" presetSubtype="16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6" presetClass="emph" presetSubtype="0" autoRev="1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100" dur="100" fill="hold"/>
                                        <p:tgtEl>
                                          <p:spTgt spid="16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01" presetID="2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6" presetClass="emph" presetSubtype="0" autoRev="1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106" dur="100" fill="hold"/>
                                        <p:tgtEl>
                                          <p:spTgt spid="16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07" presetID="2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6" presetClass="emph" presetSubtype="0" autoRev="1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112" dur="100" fill="hold"/>
                                        <p:tgtEl>
                                          <p:spTgt spid="172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" presetClass="entr" presetSubtype="8" decel="10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8" decel="100000" fill="hold" grpId="0" nodeType="withEffect">
                                  <p:stCondLst>
                                    <p:cond delay="26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2" presetClass="entr" presetSubtype="8" decel="100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1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1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3" presetClass="entr" presetSubtype="16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6" presetClass="emph" presetSubtype="0" autoRev="1" fill="hold" grpId="1" nodeType="withEffect">
                                  <p:stCondLst>
                                    <p:cond delay="2250"/>
                                  </p:stCondLst>
                                  <p:childTnLst>
                                    <p:animScale>
                                      <p:cBhvr>
                                        <p:cTn id="133" dur="100" fill="hold"/>
                                        <p:tgtEl>
                                          <p:spTgt spid="13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4" presetID="2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6" presetClass="emph" presetSubtype="0" autoRev="1" fill="hold" grpId="1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139" dur="100" fill="hold"/>
                                        <p:tgtEl>
                                          <p:spTgt spid="18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40" presetID="2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6" presetClass="emph" presetSubtype="0" autoRev="1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145" dur="100" fill="hold"/>
                                        <p:tgtEl>
                                          <p:spTgt spid="149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46" presetID="2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6" presetClass="emph" presetSubtype="0" autoRev="1" fill="hold" grpId="1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151" dur="100" fill="hold"/>
                                        <p:tgtEl>
                                          <p:spTgt spid="4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52" presetID="2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1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7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8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1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3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" grpId="0" animBg="1"/>
      <p:bldP spid="192" grpId="0" animBg="1"/>
      <p:bldP spid="203" grpId="0" animBg="1"/>
      <p:bldP spid="101" grpId="0" animBg="1"/>
      <p:bldP spid="93" grpId="0" animBg="1"/>
      <p:bldP spid="10" grpId="0" animBg="1"/>
      <p:bldP spid="11" grpId="0" animBg="1"/>
      <p:bldP spid="91" grpId="0" animBg="1"/>
      <p:bldP spid="45" grpId="0" animBg="1"/>
      <p:bldP spid="45" grpId="1" animBg="1"/>
      <p:bldP spid="133" grpId="0" animBg="1"/>
      <p:bldP spid="133" grpId="1" animBg="1"/>
      <p:bldP spid="149" grpId="0" animBg="1"/>
      <p:bldP spid="149" grpId="1" animBg="1"/>
      <p:bldP spid="185" grpId="0" animBg="1"/>
      <p:bldP spid="185" grpId="1" animBg="1"/>
      <p:bldP spid="190" grpId="0" animBg="1"/>
    </p:bldLst>
  </p:timing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page dot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>
            <a:extLst>
              <a:ext uri="{FF2B5EF4-FFF2-40B4-BE49-F238E27FC236}">
                <a16:creationId xmlns:a16="http://schemas.microsoft.com/office/drawing/2014/main" id="{57D143DD-D5BF-2176-4CA3-9BD6E1FA150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err="1"/>
          </a:p>
        </p:txBody>
      </p:sp>
      <p:grpSp>
        <p:nvGrpSpPr>
          <p:cNvPr id="12" name="Groep 11">
            <a:extLst>
              <a:ext uri="{FF2B5EF4-FFF2-40B4-BE49-F238E27FC236}">
                <a16:creationId xmlns:a16="http://schemas.microsoft.com/office/drawing/2014/main" id="{1CE68053-8BDE-9AE4-7B61-50D5913BB2C0}"/>
              </a:ext>
            </a:extLst>
          </p:cNvPr>
          <p:cNvGrpSpPr/>
          <p:nvPr userDrawn="1"/>
        </p:nvGrpSpPr>
        <p:grpSpPr>
          <a:xfrm rot="10800000">
            <a:off x="-3" y="3409270"/>
            <a:ext cx="12200804" cy="3448730"/>
            <a:chOff x="-3" y="1"/>
            <a:chExt cx="12200804" cy="3448730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5AFB18C5-B781-C2C2-ADF7-FE0C003C7B7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t="1" r="12358" b="22051"/>
            <a:stretch/>
          </p:blipFill>
          <p:spPr>
            <a:xfrm flipH="1">
              <a:off x="-3" y="1"/>
              <a:ext cx="5770059" cy="3448730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79FC5473-33EB-DBD2-D9F3-5CDA74A71A3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t="1" r="796" b="30665"/>
            <a:stretch/>
          </p:blipFill>
          <p:spPr>
            <a:xfrm>
              <a:off x="5669567" y="2"/>
              <a:ext cx="6531234" cy="3067627"/>
            </a:xfrm>
            <a:prstGeom prst="rect">
              <a:avLst/>
            </a:prstGeom>
          </p:spPr>
        </p:pic>
      </p:grpSp>
      <p:sp>
        <p:nvSpPr>
          <p:cNvPr id="5" name="Tijdelijke aanduiding voor afbeelding 16">
            <a:extLst>
              <a:ext uri="{FF2B5EF4-FFF2-40B4-BE49-F238E27FC236}">
                <a16:creationId xmlns:a16="http://schemas.microsoft.com/office/drawing/2014/main" id="{DA715B4A-D0F3-83B8-E932-59116334B1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1" y="0"/>
            <a:ext cx="6096000" cy="6858000"/>
          </a:xfrm>
          <a:solidFill>
            <a:schemeClr val="bg1"/>
          </a:solidFill>
          <a:ln>
            <a:noFill/>
          </a:ln>
        </p:spPr>
        <p:txBody>
          <a:bodyPr lIns="360000" tIns="0" rIns="360000" bIns="1080000" anchor="ctr" anchorCtr="0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GB" sz="1200" i="1" kern="1200" noProof="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Click the icon below </a:t>
            </a:r>
            <a:br>
              <a:rPr lang="en-GB"/>
            </a:br>
            <a:r>
              <a:rPr lang="en-GB"/>
              <a:t>to add an image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71DEDF-37F1-4689-8FA1-5E743C7DD6C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138" y="1412876"/>
            <a:ext cx="7413643" cy="1916262"/>
          </a:xfrm>
          <a:noFill/>
        </p:spPr>
        <p:txBody>
          <a:bodyPr anchor="b"/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Presentation </a:t>
            </a:r>
            <a:br>
              <a:rPr lang="en-GB" noProof="0"/>
            </a:br>
            <a:r>
              <a:rPr lang="en-GB" noProof="0"/>
              <a:t>title here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EA18CD7-32A7-41E4-9DF7-7259FA2187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19137" y="3790374"/>
            <a:ext cx="2757960" cy="414477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lIns="144000" tIns="36000" rIns="144000" bIns="36000" anchor="ctr" anchorCtr="0">
            <a:spAutoFit/>
          </a:bodyPr>
          <a:lstStyle>
            <a:lvl1pPr marL="0" indent="0" algn="l">
              <a:buNone/>
              <a:defRPr sz="1600" b="1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Name Speaker | Location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EEA2768-3B92-4FC5-8ED3-7B1C505E87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139" y="6194280"/>
            <a:ext cx="4500562" cy="301915"/>
          </a:xfrm>
        </p:spPr>
        <p:txBody>
          <a:bodyPr/>
          <a:lstStyle>
            <a:lvl1pPr algn="l">
              <a:defRPr sz="16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82386C6B-1114-E03C-4094-DD50D09CF29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138" y="3448731"/>
            <a:ext cx="4500561" cy="222049"/>
          </a:xfrm>
          <a:noFill/>
        </p:spPr>
        <p:txBody>
          <a:bodyPr anchor="b" anchorCtr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Place a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980253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decel="100000" fill="hold" grpId="0" nodeType="withEffect" nodePh="1">
                                  <p:stCondLst>
                                    <p:cond delay="125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8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 animBg="1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>
            <p:tnLst>
              <p:par>
                <p:cTn presetID="2" presetClass="entr" presetSubtype="8" decel="10000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" grpId="0"/>
      <p:bldP spid="8" grpId="0">
        <p:tmplLst>
          <p:tmpl>
            <p:tnLst>
              <p:par>
                <p:cTn presetID="2" presetClass="entr" presetSubtype="8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pag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afbeelding 16">
            <a:extLst>
              <a:ext uri="{FF2B5EF4-FFF2-40B4-BE49-F238E27FC236}">
                <a16:creationId xmlns:a16="http://schemas.microsoft.com/office/drawing/2014/main" id="{DA715B4A-D0F3-83B8-E932-59116334B1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1" y="0"/>
            <a:ext cx="6096000" cy="6858000"/>
          </a:xfrm>
          <a:solidFill>
            <a:schemeClr val="bg1"/>
          </a:solidFill>
          <a:ln>
            <a:noFill/>
          </a:ln>
        </p:spPr>
        <p:txBody>
          <a:bodyPr lIns="360000" tIns="0" rIns="360000" bIns="1080000" anchor="ctr" anchorCtr="0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GB" sz="1200" i="1" kern="1200" noProof="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Click the icon below </a:t>
            </a:r>
            <a:br>
              <a:rPr lang="en-GB"/>
            </a:br>
            <a:r>
              <a:rPr lang="en-GB"/>
              <a:t>to add an image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71DEDF-37F1-4689-8FA1-5E743C7DD6C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138" y="1412876"/>
            <a:ext cx="7413643" cy="1916262"/>
          </a:xfrm>
        </p:spPr>
        <p:txBody>
          <a:bodyPr anchor="b"/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Presentation </a:t>
            </a:r>
            <a:br>
              <a:rPr lang="en-GB" noProof="0"/>
            </a:br>
            <a:r>
              <a:rPr lang="en-GB" noProof="0"/>
              <a:t>title here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EA18CD7-32A7-41E4-9DF7-7259FA2187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19137" y="3790374"/>
            <a:ext cx="2757960" cy="414477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lIns="144000" tIns="36000" rIns="144000" bIns="36000" anchor="ctr" anchorCtr="0">
            <a:spAutoFit/>
          </a:bodyPr>
          <a:lstStyle>
            <a:lvl1pPr marL="0" indent="0" algn="l">
              <a:buNone/>
              <a:defRPr sz="1600" b="1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Name Speaker | Location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EEA2768-3B92-4FC5-8ED3-7B1C505E87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139" y="6194280"/>
            <a:ext cx="4500562" cy="301915"/>
          </a:xfrm>
        </p:spPr>
        <p:txBody>
          <a:bodyPr/>
          <a:lstStyle>
            <a:lvl1pPr algn="l">
              <a:defRPr sz="16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82386C6B-1114-E03C-4094-DD50D09CF29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138" y="3448731"/>
            <a:ext cx="4500561" cy="222049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Place a subtitle here</a:t>
            </a:r>
          </a:p>
        </p:txBody>
      </p:sp>
    </p:spTree>
    <p:extLst>
      <p:ext uri="{BB962C8B-B14F-4D97-AF65-F5344CB8AC3E}">
        <p14:creationId xmlns:p14="http://schemas.microsoft.com/office/powerpoint/2010/main" val="493932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 nodePh="1">
                                  <p:stCondLst>
                                    <p:cond delay="125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 animBg="1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>
            <p:tnLst>
              <p:par>
                <p:cTn presetID="2" presetClass="entr" presetSubtype="8" decel="10000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" grpId="0"/>
      <p:bldP spid="8" grpId="0">
        <p:tmplLst>
          <p:tmpl>
            <p:tnLst>
              <p:par>
                <p:cTn presetID="2" presetClass="entr" presetSubtype="8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page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afbeelding 6">
            <a:extLst>
              <a:ext uri="{FF2B5EF4-FFF2-40B4-BE49-F238E27FC236}">
                <a16:creationId xmlns:a16="http://schemas.microsoft.com/office/drawing/2014/main" id="{8BABD5F6-F629-E2D1-1AED-7BDF9A56847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848"/>
            <a:ext cx="12192000" cy="6859848"/>
          </a:xfrm>
          <a:custGeom>
            <a:avLst/>
            <a:gdLst>
              <a:gd name="connsiteX0" fmla="*/ 11963399 w 12192000"/>
              <a:gd name="connsiteY0" fmla="*/ 0 h 6859848"/>
              <a:gd name="connsiteX1" fmla="*/ 12192000 w 12192000"/>
              <a:gd name="connsiteY1" fmla="*/ 256 h 6859848"/>
              <a:gd name="connsiteX2" fmla="*/ 12192000 w 12192000"/>
              <a:gd name="connsiteY2" fmla="*/ 6859848 h 6859848"/>
              <a:gd name="connsiteX3" fmla="*/ 0 w 12192000"/>
              <a:gd name="connsiteY3" fmla="*/ 6859848 h 6859848"/>
              <a:gd name="connsiteX4" fmla="*/ 0 w 12192000"/>
              <a:gd name="connsiteY4" fmla="*/ 256 h 6859848"/>
              <a:gd name="connsiteX5" fmla="*/ 9799320 w 12192000"/>
              <a:gd name="connsiteY5" fmla="*/ 255 h 6859848"/>
              <a:gd name="connsiteX6" fmla="*/ 9799320 w 12192000"/>
              <a:gd name="connsiteY6" fmla="*/ 1849 h 6859848"/>
              <a:gd name="connsiteX7" fmla="*/ 11963399 w 12192000"/>
              <a:gd name="connsiteY7" fmla="*/ 1849 h 6859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9848">
                <a:moveTo>
                  <a:pt x="11963399" y="0"/>
                </a:moveTo>
                <a:lnTo>
                  <a:pt x="12192000" y="256"/>
                </a:lnTo>
                <a:lnTo>
                  <a:pt x="12192000" y="6859848"/>
                </a:lnTo>
                <a:lnTo>
                  <a:pt x="0" y="6859848"/>
                </a:lnTo>
                <a:lnTo>
                  <a:pt x="0" y="256"/>
                </a:lnTo>
                <a:lnTo>
                  <a:pt x="9799320" y="255"/>
                </a:lnTo>
                <a:lnTo>
                  <a:pt x="9799320" y="1849"/>
                </a:lnTo>
                <a:lnTo>
                  <a:pt x="11963399" y="18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216000" bIns="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GB" sz="1200" i="1" kern="1200" noProof="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noProof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71DEDF-37F1-4689-8FA1-5E743C7DD6C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57299" y="1412875"/>
            <a:ext cx="9677402" cy="1742411"/>
          </a:xfrm>
        </p:spPr>
        <p:txBody>
          <a:bodyPr anchor="b"/>
          <a:lstStyle>
            <a:lvl1pPr algn="ctr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Presentation </a:t>
            </a:r>
            <a:br>
              <a:rPr lang="en-GB" noProof="0"/>
            </a:br>
            <a:r>
              <a:rPr lang="en-GB" noProof="0"/>
              <a:t>title here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EA18CD7-32A7-41E4-9DF7-7259FA2187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411745" y="3283353"/>
            <a:ext cx="5368509" cy="395785"/>
          </a:xfrm>
        </p:spPr>
        <p:txBody>
          <a:bodyPr anchor="b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Name Speaker | Location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EEA2768-3B92-4FC5-8ED3-7B1C505E87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11745" y="3785271"/>
            <a:ext cx="5368508" cy="301915"/>
          </a:xfrm>
        </p:spPr>
        <p:txBody>
          <a:bodyPr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F312E544-331C-0F21-CC9F-14019897709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11888" y="5391011"/>
            <a:ext cx="2168223" cy="414477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lIns="144000" tIns="36000" rIns="144000" bIns="36000">
            <a:spAutoFit/>
          </a:bodyPr>
          <a:lstStyle>
            <a:lvl1pPr marL="0" indent="0" algn="ctr">
              <a:buNone/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/>
              <a:t>Start presentation</a:t>
            </a:r>
          </a:p>
        </p:txBody>
      </p:sp>
    </p:spTree>
    <p:extLst>
      <p:ext uri="{BB962C8B-B14F-4D97-AF65-F5344CB8AC3E}">
        <p14:creationId xmlns:p14="http://schemas.microsoft.com/office/powerpoint/2010/main" val="1164064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 nodePh="1">
                                  <p:stCondLst>
                                    <p:cond delay="125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" grpId="0"/>
      <p:bldP spid="6" grpId="0" animBg="1">
        <p:tmplLst>
          <p:tmpl>
            <p:tnLst>
              <p:par>
                <p:cTn presetID="2" presetClass="entr" presetSubtype="4" decel="100000" fill="hold" nodeType="withEffect">
                  <p:stCondLst>
                    <p:cond delay="1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hoek 2">
            <a:extLst>
              <a:ext uri="{FF2B5EF4-FFF2-40B4-BE49-F238E27FC236}">
                <a16:creationId xmlns:a16="http://schemas.microsoft.com/office/drawing/2014/main" id="{2350A305-180A-205E-B6A0-5804855F69A1}"/>
              </a:ext>
            </a:extLst>
          </p:cNvPr>
          <p:cNvSpPr/>
          <p:nvPr userDrawn="1"/>
        </p:nvSpPr>
        <p:spPr>
          <a:xfrm>
            <a:off x="0" y="-1"/>
            <a:ext cx="12192000" cy="39719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/>
          </a:p>
        </p:txBody>
      </p:sp>
      <p:pic>
        <p:nvPicPr>
          <p:cNvPr id="44" name="Graphic 43">
            <a:extLst>
              <a:ext uri="{FF2B5EF4-FFF2-40B4-BE49-F238E27FC236}">
                <a16:creationId xmlns:a16="http://schemas.microsoft.com/office/drawing/2014/main" id="{E268EF74-D344-B49D-A9AB-FFC03746D66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2358" b="10226"/>
          <a:stretch/>
        </p:blipFill>
        <p:spPr>
          <a:xfrm flipH="1">
            <a:off x="-2" y="1"/>
            <a:ext cx="5770059" cy="3971924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B9AAF223-42FD-55BD-081B-0A807B6395F6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796" b="10226"/>
          <a:stretch/>
        </p:blipFill>
        <p:spPr>
          <a:xfrm>
            <a:off x="5669567" y="1"/>
            <a:ext cx="6531234" cy="3971924"/>
          </a:xfrm>
          <a:prstGeom prst="rect">
            <a:avLst/>
          </a:prstGeom>
        </p:spPr>
      </p:pic>
      <p:sp>
        <p:nvSpPr>
          <p:cNvPr id="17" name="Tijdelijke aanduiding voor afbeelding 16">
            <a:extLst>
              <a:ext uri="{FF2B5EF4-FFF2-40B4-BE49-F238E27FC236}">
                <a16:creationId xmlns:a16="http://schemas.microsoft.com/office/drawing/2014/main" id="{5B527D51-DB67-CC8C-3FCF-46D5E178F87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9138" y="1413070"/>
            <a:ext cx="5387971" cy="4387874"/>
          </a:xfrm>
          <a:solidFill>
            <a:schemeClr val="bg1"/>
          </a:solidFill>
        </p:spPr>
        <p:txBody>
          <a:bodyPr lIns="360000" tIns="0" rIns="360000" bIns="1080000" anchor="ctr" anchorCtr="0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GB" sz="1200" i="1" kern="1200" noProof="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noProof="0"/>
              <a:t>Click the icon below </a:t>
            </a:r>
            <a:br>
              <a:rPr lang="en-GB" noProof="0"/>
            </a:br>
            <a:r>
              <a:rPr lang="en-GB" noProof="0"/>
              <a:t>to add an image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41B87F0-D766-2D0F-6BE6-C35C3D3F01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Place a title here</a:t>
            </a:r>
            <a:endParaRPr lang="en-GB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CE57E7F4-6E4E-2A7E-1973-32E7DE8F5F3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0" y="1412875"/>
            <a:ext cx="5387833" cy="4392613"/>
          </a:xfrm>
          <a:solidFill>
            <a:schemeClr val="accent3"/>
          </a:solidFill>
        </p:spPr>
        <p:txBody>
          <a:bodyPr lIns="432000" tIns="288000" rIns="288000" bIns="288000" anchor="ctr" anchorCtr="0"/>
          <a:lstStyle/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#1</a:t>
            </a:r>
          </a:p>
          <a:p>
            <a:pPr lvl="2"/>
            <a:r>
              <a:rPr lang="en-GB" noProof="0"/>
              <a:t>Sub-bullet #2</a:t>
            </a:r>
          </a:p>
          <a:p>
            <a:pPr lvl="3"/>
            <a:r>
              <a:rPr lang="en-GB" noProof="0"/>
              <a:t>Text</a:t>
            </a:r>
          </a:p>
          <a:p>
            <a:pPr lvl="4"/>
            <a:r>
              <a:rPr lang="en-GB" noProof="0"/>
              <a:t>Subtitle #1</a:t>
            </a:r>
          </a:p>
          <a:p>
            <a:pPr lvl="5"/>
            <a:r>
              <a:rPr lang="en-GB" noProof="0"/>
              <a:t>Alt. subtitle #2</a:t>
            </a:r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1753227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hoek 2">
            <a:extLst>
              <a:ext uri="{FF2B5EF4-FFF2-40B4-BE49-F238E27FC236}">
                <a16:creationId xmlns:a16="http://schemas.microsoft.com/office/drawing/2014/main" id="{2350A305-180A-205E-B6A0-5804855F69A1}"/>
              </a:ext>
            </a:extLst>
          </p:cNvPr>
          <p:cNvSpPr/>
          <p:nvPr userDrawn="1"/>
        </p:nvSpPr>
        <p:spPr>
          <a:xfrm>
            <a:off x="0" y="-1"/>
            <a:ext cx="12192000" cy="39719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/>
          </a:p>
        </p:txBody>
      </p:sp>
      <p:sp>
        <p:nvSpPr>
          <p:cNvPr id="17" name="Tijdelijke aanduiding voor afbeelding 16">
            <a:extLst>
              <a:ext uri="{FF2B5EF4-FFF2-40B4-BE49-F238E27FC236}">
                <a16:creationId xmlns:a16="http://schemas.microsoft.com/office/drawing/2014/main" id="{5B527D51-DB67-CC8C-3FCF-46D5E178F87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9138" y="1413070"/>
            <a:ext cx="5387971" cy="4387874"/>
          </a:xfrm>
          <a:solidFill>
            <a:schemeClr val="bg1"/>
          </a:solidFill>
        </p:spPr>
        <p:txBody>
          <a:bodyPr lIns="360000" tIns="0" rIns="360000" bIns="1080000" anchor="ctr" anchorCtr="0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GB" sz="1200" i="1" kern="1200" noProof="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noProof="0"/>
              <a:t>Click the icon below </a:t>
            </a:r>
            <a:br>
              <a:rPr lang="en-GB" noProof="0"/>
            </a:br>
            <a:r>
              <a:rPr lang="en-GB" noProof="0"/>
              <a:t>to add an image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41B87F0-D766-2D0F-6BE6-C35C3D3F01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Place a title here</a:t>
            </a:r>
            <a:endParaRPr lang="en-GB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CE57E7F4-6E4E-2A7E-1973-32E7DE8F5F3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0" y="1412875"/>
            <a:ext cx="5387833" cy="4392613"/>
          </a:xfrm>
          <a:solidFill>
            <a:schemeClr val="accent3"/>
          </a:solidFill>
        </p:spPr>
        <p:txBody>
          <a:bodyPr lIns="432000" tIns="288000" rIns="288000" bIns="288000" anchor="ctr" anchorCtr="0"/>
          <a:lstStyle/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#1</a:t>
            </a:r>
          </a:p>
          <a:p>
            <a:pPr lvl="2"/>
            <a:r>
              <a:rPr lang="en-GB" noProof="0"/>
              <a:t>Sub-bullet #2</a:t>
            </a:r>
          </a:p>
          <a:p>
            <a:pPr lvl="3"/>
            <a:r>
              <a:rPr lang="en-GB" noProof="0"/>
              <a:t>Text</a:t>
            </a:r>
          </a:p>
          <a:p>
            <a:pPr lvl="4"/>
            <a:r>
              <a:rPr lang="en-GB" noProof="0"/>
              <a:t>Subtitle #1</a:t>
            </a:r>
          </a:p>
          <a:p>
            <a:pPr lvl="5"/>
            <a:r>
              <a:rPr lang="en-GB" noProof="0"/>
              <a:t>Alt. subtitle #2</a:t>
            </a:r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976192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itel 122">
            <a:extLst>
              <a:ext uri="{FF2B5EF4-FFF2-40B4-BE49-F238E27FC236}">
                <a16:creationId xmlns:a16="http://schemas.microsoft.com/office/drawing/2014/main" id="{ADDD288F-1F47-09DE-8053-359936D939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Place a title here</a:t>
            </a:r>
          </a:p>
        </p:txBody>
      </p:sp>
      <p:sp>
        <p:nvSpPr>
          <p:cNvPr id="125" name="Tijdelijke aanduiding voor datum 124">
            <a:extLst>
              <a:ext uri="{FF2B5EF4-FFF2-40B4-BE49-F238E27FC236}">
                <a16:creationId xmlns:a16="http://schemas.microsoft.com/office/drawing/2014/main" id="{9BF91E09-0796-D143-BEA8-50AE4C4E748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6" name="Tijdelijke aanduiding voor voettekst 125">
            <a:extLst>
              <a:ext uri="{FF2B5EF4-FFF2-40B4-BE49-F238E27FC236}">
                <a16:creationId xmlns:a16="http://schemas.microsoft.com/office/drawing/2014/main" id="{945383CF-2308-C6FE-2656-72D2225DE2F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7" name="Tijdelijke aanduiding voor dianummer 126">
            <a:extLst>
              <a:ext uri="{FF2B5EF4-FFF2-40B4-BE49-F238E27FC236}">
                <a16:creationId xmlns:a16="http://schemas.microsoft.com/office/drawing/2014/main" id="{27485487-1F01-ECE4-6915-9AF97883D77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D7B5DC5B-6873-43DB-ADC7-B15ACCE0DFD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9B99D79-B181-A06F-B39D-F37E799B1A6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19138" y="1412876"/>
            <a:ext cx="10752136" cy="4392612"/>
          </a:xfrm>
        </p:spPr>
        <p:txBody>
          <a:bodyPr/>
          <a:lstStyle/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#1</a:t>
            </a:r>
          </a:p>
          <a:p>
            <a:pPr lvl="2"/>
            <a:r>
              <a:rPr lang="en-GB" noProof="0"/>
              <a:t>Sub-bullet #2</a:t>
            </a:r>
          </a:p>
          <a:p>
            <a:pPr lvl="3"/>
            <a:r>
              <a:rPr lang="en-GB" noProof="0"/>
              <a:t>Text</a:t>
            </a:r>
          </a:p>
          <a:p>
            <a:pPr lvl="4"/>
            <a:r>
              <a:rPr lang="en-GB" noProof="0"/>
              <a:t>Subtitle #1</a:t>
            </a:r>
          </a:p>
          <a:p>
            <a:pPr lvl="5"/>
            <a:r>
              <a:rPr lang="en-GB" noProof="0"/>
              <a:t>Alt. subtitle #2</a:t>
            </a:r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</p:txBody>
      </p:sp>
      <p:sp>
        <p:nvSpPr>
          <p:cNvPr id="3" name="Tijdelijke aanduiding voor tekst 8">
            <a:extLst>
              <a:ext uri="{FF2B5EF4-FFF2-40B4-BE49-F238E27FC236}">
                <a16:creationId xmlns:a16="http://schemas.microsoft.com/office/drawing/2014/main" id="{8FFA4539-CB58-F330-56D6-E3280017F0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43087" y="333375"/>
            <a:ext cx="9628187" cy="250825"/>
          </a:xfrm>
          <a:noFill/>
        </p:spPr>
        <p:txBody>
          <a:bodyPr wrap="none" lIns="0" tIns="72000" rIns="0" bIns="36000" anchor="b">
            <a:no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Place text here</a:t>
            </a:r>
          </a:p>
        </p:txBody>
      </p:sp>
      <p:sp>
        <p:nvSpPr>
          <p:cNvPr id="2" name="Tijdelijke aanduiding voor tekst 8">
            <a:extLst>
              <a:ext uri="{FF2B5EF4-FFF2-40B4-BE49-F238E27FC236}">
                <a16:creationId xmlns:a16="http://schemas.microsoft.com/office/drawing/2014/main" id="{664CCA49-E08A-9F4D-E2E7-56FDF45FAC8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138" y="333375"/>
            <a:ext cx="991792" cy="252000"/>
          </a:xfrm>
          <a:solidFill>
            <a:schemeClr val="bg1"/>
          </a:solidFill>
        </p:spPr>
        <p:txBody>
          <a:bodyPr wrap="none" lIns="72000" tIns="36000" rIns="72000" bIns="36000" anchor="b">
            <a:sp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Theme name</a:t>
            </a:r>
          </a:p>
        </p:txBody>
      </p:sp>
    </p:spTree>
    <p:extLst>
      <p:ext uri="{BB962C8B-B14F-4D97-AF65-F5344CB8AC3E}">
        <p14:creationId xmlns:p14="http://schemas.microsoft.com/office/powerpoint/2010/main" val="3480694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photo 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hoek 7">
            <a:extLst>
              <a:ext uri="{FF2B5EF4-FFF2-40B4-BE49-F238E27FC236}">
                <a16:creationId xmlns:a16="http://schemas.microsoft.com/office/drawing/2014/main" id="{35B0F9BA-A474-4FD9-91F3-9510904A6A59}"/>
              </a:ext>
            </a:extLst>
          </p:cNvPr>
          <p:cNvSpPr/>
          <p:nvPr userDrawn="1"/>
        </p:nvSpPr>
        <p:spPr>
          <a:xfrm>
            <a:off x="719138" y="720000"/>
            <a:ext cx="10748098" cy="508548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/>
          </a:p>
        </p:txBody>
      </p:sp>
      <p:sp>
        <p:nvSpPr>
          <p:cNvPr id="17" name="Tijdelijke aanduiding voor afbeelding 16">
            <a:extLst>
              <a:ext uri="{FF2B5EF4-FFF2-40B4-BE49-F238E27FC236}">
                <a16:creationId xmlns:a16="http://schemas.microsoft.com/office/drawing/2014/main" id="{34EE03AE-CD13-42C5-B28F-9FD03DEF7A7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53119" y="1089024"/>
            <a:ext cx="3387341" cy="4401273"/>
          </a:xfrm>
          <a:solidFill>
            <a:schemeClr val="bg1"/>
          </a:solidFill>
          <a:ln>
            <a:noFill/>
          </a:ln>
        </p:spPr>
        <p:txBody>
          <a:bodyPr lIns="360000" tIns="0" rIns="360000" bIns="1080000" anchor="ctr" anchorCtr="0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GB" sz="1200" i="1" kern="1200" noProof="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Click the icon below </a:t>
            </a:r>
            <a:br>
              <a:rPr lang="en-GB"/>
            </a:br>
            <a:r>
              <a:rPr lang="en-GB"/>
              <a:t>to add an image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1038224" y="2167800"/>
            <a:ext cx="6415527" cy="3322498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#1</a:t>
            </a:r>
          </a:p>
          <a:p>
            <a:pPr lvl="2"/>
            <a:r>
              <a:rPr lang="en-GB" noProof="0"/>
              <a:t>Sub-bullet #2</a:t>
            </a:r>
          </a:p>
          <a:p>
            <a:pPr lvl="3"/>
            <a:r>
              <a:rPr lang="en-GB" noProof="0"/>
              <a:t>Text</a:t>
            </a:r>
          </a:p>
          <a:p>
            <a:pPr lvl="4"/>
            <a:r>
              <a:rPr lang="en-GB" noProof="0"/>
              <a:t>Subtitle #1</a:t>
            </a:r>
          </a:p>
          <a:p>
            <a:pPr lvl="5"/>
            <a:r>
              <a:rPr lang="en-GB" noProof="0"/>
              <a:t>Alt. subtitle #2</a:t>
            </a:r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A9D5A26-B4B5-47D7-AE48-D5B9A7EF7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A864317-6C6E-4970-8602-A0B2E6A8B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E939907-F15D-4115-88E8-76C634F9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5DC5B-6873-43DB-ADC7-B15ACCE0DFDB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E541B53C-EDA7-4445-8B1E-7C9991C20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223" y="1089025"/>
            <a:ext cx="6415527" cy="827088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Place a title here</a:t>
            </a:r>
            <a:br>
              <a:rPr lang="en-GB" noProof="0"/>
            </a:br>
            <a:r>
              <a:rPr lang="en-GB" noProof="0"/>
              <a:t>max 2 rows</a:t>
            </a:r>
            <a:endParaRPr lang="en-GB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6CFDF398-85A7-412E-8557-F6480C8CBCEE}"/>
              </a:ext>
            </a:extLst>
          </p:cNvPr>
          <p:cNvSpPr/>
          <p:nvPr userDrawn="1"/>
        </p:nvSpPr>
        <p:spPr>
          <a:xfrm>
            <a:off x="719138" y="720000"/>
            <a:ext cx="71438" cy="50941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/>
          </a:p>
        </p:txBody>
      </p:sp>
      <p:sp>
        <p:nvSpPr>
          <p:cNvPr id="20" name="Tijdelijke aanduiding voor tekst 8">
            <a:extLst>
              <a:ext uri="{FF2B5EF4-FFF2-40B4-BE49-F238E27FC236}">
                <a16:creationId xmlns:a16="http://schemas.microsoft.com/office/drawing/2014/main" id="{E4CFDDD8-EAAF-5386-D0AE-B912C4217A1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43087" y="333375"/>
            <a:ext cx="9628187" cy="250825"/>
          </a:xfrm>
          <a:noFill/>
        </p:spPr>
        <p:txBody>
          <a:bodyPr wrap="none" lIns="0" tIns="72000" rIns="0" bIns="36000" anchor="b">
            <a:no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Place text here</a:t>
            </a:r>
          </a:p>
        </p:txBody>
      </p:sp>
      <p:sp>
        <p:nvSpPr>
          <p:cNvPr id="2" name="Tijdelijke aanduiding voor tekst 8">
            <a:extLst>
              <a:ext uri="{FF2B5EF4-FFF2-40B4-BE49-F238E27FC236}">
                <a16:creationId xmlns:a16="http://schemas.microsoft.com/office/drawing/2014/main" id="{79A52C79-435C-A4DC-4EE8-EB9792B000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138" y="333375"/>
            <a:ext cx="991792" cy="252000"/>
          </a:xfrm>
          <a:solidFill>
            <a:schemeClr val="accent3"/>
          </a:solidFill>
        </p:spPr>
        <p:txBody>
          <a:bodyPr wrap="none" lIns="72000" tIns="36000" rIns="72000" bIns="36000" anchor="b">
            <a:sp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Theme name</a:t>
            </a:r>
          </a:p>
        </p:txBody>
      </p:sp>
    </p:spTree>
    <p:extLst>
      <p:ext uri="{BB962C8B-B14F-4D97-AF65-F5344CB8AC3E}">
        <p14:creationId xmlns:p14="http://schemas.microsoft.com/office/powerpoint/2010/main" val="1528100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photo (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hthoekige driehoek 23">
            <a:extLst>
              <a:ext uri="{FF2B5EF4-FFF2-40B4-BE49-F238E27FC236}">
                <a16:creationId xmlns:a16="http://schemas.microsoft.com/office/drawing/2014/main" id="{FC5A4C23-CAC5-31CB-4032-7B65637D2091}"/>
              </a:ext>
            </a:extLst>
          </p:cNvPr>
          <p:cNvSpPr/>
          <p:nvPr userDrawn="1"/>
        </p:nvSpPr>
        <p:spPr>
          <a:xfrm>
            <a:off x="9867618" y="721519"/>
            <a:ext cx="1598893" cy="1600288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/>
          </a:p>
        </p:txBody>
      </p:sp>
      <p:sp>
        <p:nvSpPr>
          <p:cNvPr id="25" name="Rechthoek 24">
            <a:extLst>
              <a:ext uri="{FF2B5EF4-FFF2-40B4-BE49-F238E27FC236}">
                <a16:creationId xmlns:a16="http://schemas.microsoft.com/office/drawing/2014/main" id="{4A07E551-5354-04D4-D6BF-F34A465ADC07}"/>
              </a:ext>
            </a:extLst>
          </p:cNvPr>
          <p:cNvSpPr/>
          <p:nvPr userDrawn="1"/>
        </p:nvSpPr>
        <p:spPr>
          <a:xfrm>
            <a:off x="9755841" y="723900"/>
            <a:ext cx="116541" cy="16193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961DDEA7-CCE8-18A7-8A66-DBFE06ED967F}"/>
              </a:ext>
            </a:extLst>
          </p:cNvPr>
          <p:cNvSpPr/>
          <p:nvPr userDrawn="1"/>
        </p:nvSpPr>
        <p:spPr>
          <a:xfrm>
            <a:off x="719138" y="723900"/>
            <a:ext cx="5340350" cy="50815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/>
          </a:p>
        </p:txBody>
      </p:sp>
      <p:sp>
        <p:nvSpPr>
          <p:cNvPr id="23" name="Tijdelijke aanduiding voor afbeelding 22">
            <a:extLst>
              <a:ext uri="{FF2B5EF4-FFF2-40B4-BE49-F238E27FC236}">
                <a16:creationId xmlns:a16="http://schemas.microsoft.com/office/drawing/2014/main" id="{67FC2AEA-C1EC-380E-F0A9-F2EE556BAC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59488" y="723900"/>
            <a:ext cx="5413374" cy="5081588"/>
          </a:xfrm>
          <a:custGeom>
            <a:avLst/>
            <a:gdLst>
              <a:gd name="connsiteX0" fmla="*/ 0 w 5408612"/>
              <a:gd name="connsiteY0" fmla="*/ 0 h 5081588"/>
              <a:gd name="connsiteX1" fmla="*/ 3806825 w 5408612"/>
              <a:gd name="connsiteY1" fmla="*/ 0 h 5081588"/>
              <a:gd name="connsiteX2" fmla="*/ 3806825 w 5408612"/>
              <a:gd name="connsiteY2" fmla="*/ 1600200 h 5081588"/>
              <a:gd name="connsiteX3" fmla="*/ 5408612 w 5408612"/>
              <a:gd name="connsiteY3" fmla="*/ 1600200 h 5081588"/>
              <a:gd name="connsiteX4" fmla="*/ 5408612 w 5408612"/>
              <a:gd name="connsiteY4" fmla="*/ 5081588 h 5081588"/>
              <a:gd name="connsiteX5" fmla="*/ 0 w 5408612"/>
              <a:gd name="connsiteY5" fmla="*/ 5081588 h 5081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8612" h="5081588">
                <a:moveTo>
                  <a:pt x="0" y="0"/>
                </a:moveTo>
                <a:lnTo>
                  <a:pt x="3806825" y="0"/>
                </a:lnTo>
                <a:lnTo>
                  <a:pt x="3806825" y="1600200"/>
                </a:lnTo>
                <a:lnTo>
                  <a:pt x="5408612" y="1600200"/>
                </a:lnTo>
                <a:lnTo>
                  <a:pt x="5408612" y="5081588"/>
                </a:lnTo>
                <a:lnTo>
                  <a:pt x="0" y="50815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square" tIns="0" bIns="108000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the icon below </a:t>
            </a:r>
            <a:br>
              <a:rPr lang="en-GB" noProof="0"/>
            </a:br>
            <a:r>
              <a:rPr lang="en-GB" noProof="0"/>
              <a:t>to add an image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1038222" y="2167800"/>
            <a:ext cx="4337778" cy="3322498"/>
          </a:xfrm>
        </p:spPr>
        <p:txBody>
          <a:bodyPr vert="horz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#1</a:t>
            </a:r>
          </a:p>
          <a:p>
            <a:pPr lvl="2"/>
            <a:r>
              <a:rPr lang="en-GB" noProof="0"/>
              <a:t>Sub-bullet #2</a:t>
            </a:r>
          </a:p>
          <a:p>
            <a:pPr lvl="3"/>
            <a:r>
              <a:rPr lang="en-GB" noProof="0"/>
              <a:t>Text</a:t>
            </a:r>
          </a:p>
          <a:p>
            <a:pPr lvl="4"/>
            <a:r>
              <a:rPr lang="en-GB" noProof="0"/>
              <a:t>Subtitle #1</a:t>
            </a:r>
          </a:p>
          <a:p>
            <a:pPr lvl="5"/>
            <a:r>
              <a:rPr lang="en-GB" noProof="0"/>
              <a:t>Alt. subtitle #2</a:t>
            </a:r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A9D5A26-B4B5-47D7-AE48-D5B9A7EF7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380030" y="2092630"/>
            <a:ext cx="2933400" cy="151790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A864317-6C6E-4970-8602-A0B2E6A8B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E939907-F15D-4115-88E8-76C634F9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5DC5B-6873-43DB-ADC7-B15ACCE0DFDB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E541B53C-EDA7-4445-8B1E-7C9991C20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223" y="1089025"/>
            <a:ext cx="4337778" cy="8270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Place a title here</a:t>
            </a:r>
            <a:br>
              <a:rPr lang="en-GB" noProof="0"/>
            </a:br>
            <a:r>
              <a:rPr lang="en-GB" noProof="0"/>
              <a:t>max 2 rows</a:t>
            </a:r>
            <a:endParaRPr lang="en-GB"/>
          </a:p>
        </p:txBody>
      </p:sp>
      <p:sp>
        <p:nvSpPr>
          <p:cNvPr id="27" name="Tijdelijke aanduiding voor tekst 8">
            <a:extLst>
              <a:ext uri="{FF2B5EF4-FFF2-40B4-BE49-F238E27FC236}">
                <a16:creationId xmlns:a16="http://schemas.microsoft.com/office/drawing/2014/main" id="{2A5B0B27-0FD7-6536-A160-585E1F422B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43087" y="333375"/>
            <a:ext cx="9628187" cy="250825"/>
          </a:xfrm>
          <a:noFill/>
        </p:spPr>
        <p:txBody>
          <a:bodyPr wrap="none" lIns="0" tIns="72000" rIns="0" bIns="36000" anchor="b">
            <a:no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Place text here</a:t>
            </a:r>
          </a:p>
        </p:txBody>
      </p:sp>
      <p:sp>
        <p:nvSpPr>
          <p:cNvPr id="7" name="Tijdelijke aanduiding voor tekst 8">
            <a:extLst>
              <a:ext uri="{FF2B5EF4-FFF2-40B4-BE49-F238E27FC236}">
                <a16:creationId xmlns:a16="http://schemas.microsoft.com/office/drawing/2014/main" id="{1547E70B-E692-F7D2-AD4E-C39C882F5F4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138" y="333375"/>
            <a:ext cx="991792" cy="252000"/>
          </a:xfrm>
          <a:solidFill>
            <a:schemeClr val="accent3"/>
          </a:solidFill>
        </p:spPr>
        <p:txBody>
          <a:bodyPr wrap="none" lIns="72000" tIns="36000" rIns="72000" bIns="36000" anchor="b">
            <a:sp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Theme name</a:t>
            </a:r>
          </a:p>
        </p:txBody>
      </p:sp>
    </p:spTree>
    <p:extLst>
      <p:ext uri="{BB962C8B-B14F-4D97-AF65-F5344CB8AC3E}">
        <p14:creationId xmlns:p14="http://schemas.microsoft.com/office/powerpoint/2010/main" val="472723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1" pos="3817">
          <p15:clr>
            <a:srgbClr val="FBAE40"/>
          </p15:clr>
        </p15:guide>
        <p15:guide id="2" orient="horz" pos="1366">
          <p15:clr>
            <a:srgbClr val="5ACBF0"/>
          </p15:clr>
        </p15:guide>
        <p15:guide id="3" orient="horz" pos="1207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photo (M)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hoek 24">
            <a:extLst>
              <a:ext uri="{FF2B5EF4-FFF2-40B4-BE49-F238E27FC236}">
                <a16:creationId xmlns:a16="http://schemas.microsoft.com/office/drawing/2014/main" id="{4A07E551-5354-04D4-D6BF-F34A465ADC07}"/>
              </a:ext>
            </a:extLst>
          </p:cNvPr>
          <p:cNvSpPr/>
          <p:nvPr userDrawn="1"/>
        </p:nvSpPr>
        <p:spPr>
          <a:xfrm>
            <a:off x="9755841" y="723900"/>
            <a:ext cx="116541" cy="16193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961DDEA7-CCE8-18A7-8A66-DBFE06ED967F}"/>
              </a:ext>
            </a:extLst>
          </p:cNvPr>
          <p:cNvSpPr/>
          <p:nvPr userDrawn="1"/>
        </p:nvSpPr>
        <p:spPr>
          <a:xfrm>
            <a:off x="719138" y="723900"/>
            <a:ext cx="5340350" cy="50815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/>
          </a:p>
        </p:txBody>
      </p:sp>
      <p:sp>
        <p:nvSpPr>
          <p:cNvPr id="23" name="Tijdelijke aanduiding voor afbeelding 22">
            <a:extLst>
              <a:ext uri="{FF2B5EF4-FFF2-40B4-BE49-F238E27FC236}">
                <a16:creationId xmlns:a16="http://schemas.microsoft.com/office/drawing/2014/main" id="{67FC2AEA-C1EC-380E-F0A9-F2EE556BAC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59488" y="723900"/>
            <a:ext cx="5408612" cy="50815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tIns="0" bIns="108000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the icon below </a:t>
            </a:r>
            <a:br>
              <a:rPr lang="en-GB" noProof="0"/>
            </a:br>
            <a:r>
              <a:rPr lang="en-GB" noProof="0"/>
              <a:t>to add an image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1038222" y="2167800"/>
            <a:ext cx="4337778" cy="3322498"/>
          </a:xfrm>
        </p:spPr>
        <p:txBody>
          <a:bodyPr vert="horz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#1</a:t>
            </a:r>
          </a:p>
          <a:p>
            <a:pPr lvl="2"/>
            <a:r>
              <a:rPr lang="en-GB" noProof="0"/>
              <a:t>Sub-bullet #2</a:t>
            </a:r>
          </a:p>
          <a:p>
            <a:pPr lvl="3"/>
            <a:r>
              <a:rPr lang="en-GB" noProof="0"/>
              <a:t>Text</a:t>
            </a:r>
          </a:p>
          <a:p>
            <a:pPr lvl="4"/>
            <a:r>
              <a:rPr lang="en-GB" noProof="0"/>
              <a:t>Subtitle #1</a:t>
            </a:r>
          </a:p>
          <a:p>
            <a:pPr lvl="5"/>
            <a:r>
              <a:rPr lang="en-GB" noProof="0"/>
              <a:t>Alt. subtitle #2</a:t>
            </a:r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A9D5A26-B4B5-47D7-AE48-D5B9A7EF7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380030" y="2092630"/>
            <a:ext cx="2933400" cy="151790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A864317-6C6E-4970-8602-A0B2E6A8B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E939907-F15D-4115-88E8-76C634F9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5DC5B-6873-43DB-ADC7-B15ACCE0DFDB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E541B53C-EDA7-4445-8B1E-7C9991C20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223" y="1089025"/>
            <a:ext cx="4337778" cy="8270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Place a title here</a:t>
            </a:r>
            <a:br>
              <a:rPr lang="en-GB" noProof="0"/>
            </a:br>
            <a:r>
              <a:rPr lang="en-GB" noProof="0"/>
              <a:t>max 2 rows</a:t>
            </a:r>
            <a:endParaRPr lang="en-GB"/>
          </a:p>
        </p:txBody>
      </p:sp>
      <p:sp>
        <p:nvSpPr>
          <p:cNvPr id="27" name="Tijdelijke aanduiding voor tekst 8">
            <a:extLst>
              <a:ext uri="{FF2B5EF4-FFF2-40B4-BE49-F238E27FC236}">
                <a16:creationId xmlns:a16="http://schemas.microsoft.com/office/drawing/2014/main" id="{2A5B0B27-0FD7-6536-A160-585E1F422B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43087" y="333375"/>
            <a:ext cx="9628187" cy="250825"/>
          </a:xfrm>
          <a:noFill/>
        </p:spPr>
        <p:txBody>
          <a:bodyPr wrap="none" lIns="0" tIns="72000" rIns="0" bIns="36000" anchor="b">
            <a:no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Place text here</a:t>
            </a:r>
          </a:p>
        </p:txBody>
      </p:sp>
      <p:sp>
        <p:nvSpPr>
          <p:cNvPr id="7" name="Tijdelijke aanduiding voor tekst 8">
            <a:extLst>
              <a:ext uri="{FF2B5EF4-FFF2-40B4-BE49-F238E27FC236}">
                <a16:creationId xmlns:a16="http://schemas.microsoft.com/office/drawing/2014/main" id="{0780BF8D-750F-5DFB-7700-AB07E2DB7C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138" y="333375"/>
            <a:ext cx="991792" cy="252000"/>
          </a:xfrm>
          <a:solidFill>
            <a:schemeClr val="accent3"/>
          </a:solidFill>
        </p:spPr>
        <p:txBody>
          <a:bodyPr wrap="none" lIns="72000" tIns="36000" rIns="72000" bIns="36000" anchor="b">
            <a:sp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Theme name</a:t>
            </a:r>
          </a:p>
        </p:txBody>
      </p:sp>
    </p:spTree>
    <p:extLst>
      <p:ext uri="{BB962C8B-B14F-4D97-AF65-F5344CB8AC3E}">
        <p14:creationId xmlns:p14="http://schemas.microsoft.com/office/powerpoint/2010/main" val="1509744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1" pos="3817">
          <p15:clr>
            <a:srgbClr val="FBAE40"/>
          </p15:clr>
        </p15:guide>
        <p15:guide id="2" orient="horz" pos="1366">
          <p15:clr>
            <a:srgbClr val="5ACBF0"/>
          </p15:clr>
        </p15:guide>
        <p15:guide id="3" orient="horz" pos="1207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photo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6">
            <a:extLst>
              <a:ext uri="{FF2B5EF4-FFF2-40B4-BE49-F238E27FC236}">
                <a16:creationId xmlns:a16="http://schemas.microsoft.com/office/drawing/2014/main" id="{1F98E507-CE16-46A2-83D9-8A57B69557D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1885361"/>
          </a:xfrm>
          <a:solidFill>
            <a:schemeClr val="bg1"/>
          </a:solidFill>
          <a:ln>
            <a:noFill/>
          </a:ln>
        </p:spPr>
        <p:txBody>
          <a:bodyPr tIns="0" bIns="252000" anchor="b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the icon above </a:t>
            </a:r>
            <a:br>
              <a:rPr lang="en-GB" noProof="0"/>
            </a:br>
            <a:r>
              <a:rPr lang="en-GB" noProof="0"/>
              <a:t>to add an image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20000" y="3180522"/>
            <a:ext cx="10751275" cy="2624965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#1</a:t>
            </a:r>
          </a:p>
          <a:p>
            <a:pPr lvl="2"/>
            <a:r>
              <a:rPr lang="en-GB" noProof="0"/>
              <a:t>Sub-bullet #2</a:t>
            </a:r>
          </a:p>
          <a:p>
            <a:pPr lvl="3"/>
            <a:r>
              <a:rPr lang="en-GB" noProof="0"/>
              <a:t>Text</a:t>
            </a:r>
          </a:p>
          <a:p>
            <a:pPr lvl="4"/>
            <a:r>
              <a:rPr lang="en-GB" noProof="0"/>
              <a:t>Subtitle #1</a:t>
            </a:r>
          </a:p>
          <a:p>
            <a:pPr lvl="5"/>
            <a:r>
              <a:rPr lang="en-GB" noProof="0"/>
              <a:t>Alt. subtitle #2</a:t>
            </a:r>
          </a:p>
          <a:p>
            <a:pPr lvl="6"/>
            <a:r>
              <a:rPr lang="en-GB" noProof="0"/>
              <a:t>Numbers</a:t>
            </a:r>
          </a:p>
          <a:p>
            <a:pPr lvl="7"/>
            <a:r>
              <a:rPr lang="en-GB" noProof="0"/>
              <a:t>ABC</a:t>
            </a:r>
          </a:p>
          <a:p>
            <a:pPr lvl="8"/>
            <a:r>
              <a:rPr lang="en-GB" noProof="0"/>
              <a:t>Source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A9D5A26-B4B5-47D7-AE48-D5B9A7EF7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A864317-6C6E-4970-8602-A0B2E6A8B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E939907-F15D-4115-88E8-76C634F9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5DC5B-6873-43DB-ADC7-B15ACCE0DFDB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E541B53C-EDA7-4445-8B1E-7C9991C20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1" y="2144180"/>
            <a:ext cx="10751273" cy="77752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Place a title here</a:t>
            </a:r>
            <a:br>
              <a:rPr lang="en-GB" noProof="0"/>
            </a:br>
            <a:r>
              <a:rPr lang="en-GB" noProof="0"/>
              <a:t>max 2 rows</a:t>
            </a:r>
            <a:endParaRPr lang="en-GB"/>
          </a:p>
        </p:txBody>
      </p:sp>
      <p:sp>
        <p:nvSpPr>
          <p:cNvPr id="16" name="Tijdelijke aanduiding voor tekst 8">
            <a:extLst>
              <a:ext uri="{FF2B5EF4-FFF2-40B4-BE49-F238E27FC236}">
                <a16:creationId xmlns:a16="http://schemas.microsoft.com/office/drawing/2014/main" id="{B06377B1-D5D5-0F17-B278-E62EC89269D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43087" y="333375"/>
            <a:ext cx="9628187" cy="250825"/>
          </a:xfrm>
          <a:noFill/>
        </p:spPr>
        <p:txBody>
          <a:bodyPr wrap="none" lIns="0" tIns="72000" rIns="0" bIns="36000" anchor="b">
            <a:no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Place text here</a:t>
            </a:r>
          </a:p>
        </p:txBody>
      </p:sp>
      <p:sp>
        <p:nvSpPr>
          <p:cNvPr id="7" name="Tijdelijke aanduiding voor tekst 8">
            <a:extLst>
              <a:ext uri="{FF2B5EF4-FFF2-40B4-BE49-F238E27FC236}">
                <a16:creationId xmlns:a16="http://schemas.microsoft.com/office/drawing/2014/main" id="{2BFA3204-8EDC-8F00-DC55-977EB8D906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138" y="333375"/>
            <a:ext cx="991792" cy="252000"/>
          </a:xfrm>
          <a:solidFill>
            <a:schemeClr val="accent3"/>
          </a:solidFill>
        </p:spPr>
        <p:txBody>
          <a:bodyPr wrap="none" lIns="72000" tIns="36000" rIns="72000" bIns="36000" anchor="b">
            <a:sp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Theme name</a:t>
            </a:r>
          </a:p>
        </p:txBody>
      </p:sp>
    </p:spTree>
    <p:extLst>
      <p:ext uri="{BB962C8B-B14F-4D97-AF65-F5344CB8AC3E}">
        <p14:creationId xmlns:p14="http://schemas.microsoft.com/office/powerpoint/2010/main" val="514952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afbeelding 16">
            <a:extLst>
              <a:ext uri="{FF2B5EF4-FFF2-40B4-BE49-F238E27FC236}">
                <a16:creationId xmlns:a16="http://schemas.microsoft.com/office/drawing/2014/main" id="{57FEFDB0-1EE2-20D4-A4CC-EC57C244BBB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53119" y="0"/>
            <a:ext cx="4438881" cy="6858000"/>
          </a:xfrm>
          <a:solidFill>
            <a:schemeClr val="bg1"/>
          </a:solidFill>
          <a:ln>
            <a:noFill/>
          </a:ln>
        </p:spPr>
        <p:txBody>
          <a:bodyPr lIns="360000" tIns="0" rIns="360000" bIns="1080000" anchor="ctr" anchorCtr="0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GB" sz="1200" i="1" kern="1200" noProof="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Click the icon below </a:t>
            </a:r>
            <a:br>
              <a:rPr lang="en-GB"/>
            </a:br>
            <a:r>
              <a:rPr lang="en-GB"/>
              <a:t>to add an image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20001" y="1773238"/>
            <a:ext cx="6715094" cy="4032250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#1</a:t>
            </a:r>
          </a:p>
          <a:p>
            <a:pPr lvl="2"/>
            <a:r>
              <a:rPr lang="en-GB" noProof="0"/>
              <a:t>Sub-bullet #2</a:t>
            </a:r>
          </a:p>
          <a:p>
            <a:pPr lvl="3"/>
            <a:r>
              <a:rPr lang="en-GB" noProof="0"/>
              <a:t>Text</a:t>
            </a:r>
          </a:p>
          <a:p>
            <a:pPr lvl="4"/>
            <a:r>
              <a:rPr lang="en-GB" noProof="0"/>
              <a:t>Subtitle #1</a:t>
            </a:r>
          </a:p>
          <a:p>
            <a:pPr lvl="5"/>
            <a:r>
              <a:rPr lang="en-GB" noProof="0"/>
              <a:t>Alt. subtitle #2</a:t>
            </a:r>
          </a:p>
          <a:p>
            <a:pPr lvl="6"/>
            <a:r>
              <a:rPr lang="en-GB" noProof="0"/>
              <a:t>Numbers</a:t>
            </a:r>
          </a:p>
          <a:p>
            <a:pPr lvl="7"/>
            <a:r>
              <a:rPr lang="en-GB" noProof="0"/>
              <a:t>ABC</a:t>
            </a:r>
          </a:p>
          <a:p>
            <a:pPr lvl="8"/>
            <a:r>
              <a:rPr lang="en-GB" noProof="0"/>
              <a:t>Source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A9D5A26-B4B5-47D7-AE48-D5B9A7EF7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A864317-6C6E-4970-8602-A0B2E6A8B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E939907-F15D-4115-88E8-76C634F9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B5DC5B-6873-43DB-ADC7-B15ACCE0DFD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E541B53C-EDA7-4445-8B1E-7C9991C20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1" y="719999"/>
            <a:ext cx="6715093" cy="80082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Place a title here</a:t>
            </a:r>
            <a:br>
              <a:rPr lang="en-GB" noProof="0"/>
            </a:br>
            <a:r>
              <a:rPr lang="en-GB" noProof="0"/>
              <a:t>max 2 rows</a:t>
            </a:r>
            <a:endParaRPr lang="en-GB"/>
          </a:p>
        </p:txBody>
      </p:sp>
      <p:sp>
        <p:nvSpPr>
          <p:cNvPr id="18" name="Tijdelijke aanduiding voor tekst 8">
            <a:extLst>
              <a:ext uri="{FF2B5EF4-FFF2-40B4-BE49-F238E27FC236}">
                <a16:creationId xmlns:a16="http://schemas.microsoft.com/office/drawing/2014/main" id="{D0D44FF9-D9C7-414F-2C62-6B5BA917EDF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43087" y="333375"/>
            <a:ext cx="9628187" cy="250825"/>
          </a:xfrm>
          <a:noFill/>
        </p:spPr>
        <p:txBody>
          <a:bodyPr wrap="none" lIns="0" tIns="72000" rIns="0" bIns="36000" anchor="b">
            <a:no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Place text here</a:t>
            </a:r>
          </a:p>
        </p:txBody>
      </p:sp>
      <p:sp>
        <p:nvSpPr>
          <p:cNvPr id="8" name="Tijdelijke aanduiding voor tekst 14">
            <a:extLst>
              <a:ext uri="{FF2B5EF4-FFF2-40B4-BE49-F238E27FC236}">
                <a16:creationId xmlns:a16="http://schemas.microsoft.com/office/drawing/2014/main" id="{2187C2F9-B729-8935-DBB4-5B2301FCFD4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55535" y="6336593"/>
            <a:ext cx="4015740" cy="162631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07D52FD6-9FB6-4860-92C6-3C83651A090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138" y="333375"/>
            <a:ext cx="991792" cy="252000"/>
          </a:xfrm>
          <a:solidFill>
            <a:schemeClr val="accent3"/>
          </a:solidFill>
        </p:spPr>
        <p:txBody>
          <a:bodyPr wrap="none" lIns="72000" tIns="36000" rIns="72000" bIns="36000" anchor="b">
            <a:sp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Theme name</a:t>
            </a:r>
          </a:p>
        </p:txBody>
      </p:sp>
    </p:spTree>
    <p:extLst>
      <p:ext uri="{BB962C8B-B14F-4D97-AF65-F5344CB8AC3E}">
        <p14:creationId xmlns:p14="http://schemas.microsoft.com/office/powerpoint/2010/main" val="3535468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958">
          <p15:clr>
            <a:srgbClr val="5ACBF0"/>
          </p15:clr>
        </p15:guide>
        <p15:guide id="3" orient="horz" pos="1117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D91FBE04-59D4-8148-7D79-525CA937F94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2171"/>
            <a:ext cx="12192000" cy="6860171"/>
          </a:xfrm>
          <a:custGeom>
            <a:avLst/>
            <a:gdLst>
              <a:gd name="connsiteX0" fmla="*/ 11674090 w 12192000"/>
              <a:gd name="connsiteY0" fmla="*/ 0 h 6860171"/>
              <a:gd name="connsiteX1" fmla="*/ 12192000 w 12192000"/>
              <a:gd name="connsiteY1" fmla="*/ 579 h 6860171"/>
              <a:gd name="connsiteX2" fmla="*/ 12192000 w 12192000"/>
              <a:gd name="connsiteY2" fmla="*/ 6860171 h 6860171"/>
              <a:gd name="connsiteX3" fmla="*/ 0 w 12192000"/>
              <a:gd name="connsiteY3" fmla="*/ 6860171 h 6860171"/>
              <a:gd name="connsiteX4" fmla="*/ 0 w 12192000"/>
              <a:gd name="connsiteY4" fmla="*/ 579 h 6860171"/>
              <a:gd name="connsiteX5" fmla="*/ 10020300 w 12192000"/>
              <a:gd name="connsiteY5" fmla="*/ 578 h 6860171"/>
              <a:gd name="connsiteX6" fmla="*/ 10020300 w 12192000"/>
              <a:gd name="connsiteY6" fmla="*/ 2171 h 6860171"/>
              <a:gd name="connsiteX7" fmla="*/ 11674090 w 12192000"/>
              <a:gd name="connsiteY7" fmla="*/ 2171 h 6860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60171">
                <a:moveTo>
                  <a:pt x="11674090" y="0"/>
                </a:moveTo>
                <a:lnTo>
                  <a:pt x="12192000" y="579"/>
                </a:lnTo>
                <a:lnTo>
                  <a:pt x="12192000" y="6860171"/>
                </a:lnTo>
                <a:lnTo>
                  <a:pt x="0" y="6860171"/>
                </a:lnTo>
                <a:lnTo>
                  <a:pt x="0" y="579"/>
                </a:lnTo>
                <a:lnTo>
                  <a:pt x="10020300" y="578"/>
                </a:lnTo>
                <a:lnTo>
                  <a:pt x="10020300" y="2171"/>
                </a:lnTo>
                <a:lnTo>
                  <a:pt x="11674090" y="21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216000" bIns="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GB" sz="1200" i="1" kern="1200" noProof="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noProof="0"/>
              <a:t> 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A9D5A26-B4B5-47D7-AE48-D5B9A7EF7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A864317-6C6E-4970-8602-A0B2E6A8B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9138" y="6345237"/>
            <a:ext cx="6733752" cy="1539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E939907-F15D-4115-88E8-76C634F9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B5DC5B-6873-43DB-ADC7-B15ACCE0DFD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0" name="Tijdelijke aanduiding voor tekst 23">
            <a:extLst>
              <a:ext uri="{FF2B5EF4-FFF2-40B4-BE49-F238E27FC236}">
                <a16:creationId xmlns:a16="http://schemas.microsoft.com/office/drawing/2014/main" id="{6AF019BD-7D14-FEC2-F53E-0C7BEA20F2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42496" y="673100"/>
            <a:ext cx="5132388" cy="5132388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64" b="64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1" y="2214340"/>
            <a:ext cx="4194900" cy="369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Place a title here</a:t>
            </a:r>
          </a:p>
        </p:txBody>
      </p:sp>
      <p:sp>
        <p:nvSpPr>
          <p:cNvPr id="8" name="Tijdelijke aanduiding voor tekst 14">
            <a:extLst>
              <a:ext uri="{FF2B5EF4-FFF2-40B4-BE49-F238E27FC236}">
                <a16:creationId xmlns:a16="http://schemas.microsoft.com/office/drawing/2014/main" id="{8AC86A69-B8EF-AF6D-F6FC-CC464142467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55535" y="6336593"/>
            <a:ext cx="4015740" cy="162631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11" name="Tijdelijke aanduiding voor tekst 8">
            <a:extLst>
              <a:ext uri="{FF2B5EF4-FFF2-40B4-BE49-F238E27FC236}">
                <a16:creationId xmlns:a16="http://schemas.microsoft.com/office/drawing/2014/main" id="{D0FFBDA4-7C06-1685-AA76-4DCA4FCB0E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43087" y="333375"/>
            <a:ext cx="9628187" cy="250825"/>
          </a:xfrm>
          <a:noFill/>
        </p:spPr>
        <p:txBody>
          <a:bodyPr wrap="none" lIns="0" tIns="72000" rIns="0" bIns="36000" anchor="b">
            <a:no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Place text here</a:t>
            </a:r>
          </a:p>
        </p:txBody>
      </p:sp>
      <p:sp>
        <p:nvSpPr>
          <p:cNvPr id="7" name="Tijdelijke aanduiding voor tekst 8">
            <a:extLst>
              <a:ext uri="{FF2B5EF4-FFF2-40B4-BE49-F238E27FC236}">
                <a16:creationId xmlns:a16="http://schemas.microsoft.com/office/drawing/2014/main" id="{F070211A-0D19-7DBA-DA23-3A8456577D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138" y="333375"/>
            <a:ext cx="991792" cy="252000"/>
          </a:xfrm>
          <a:solidFill>
            <a:schemeClr val="accent3"/>
          </a:solidFill>
        </p:spPr>
        <p:txBody>
          <a:bodyPr wrap="none" lIns="72000" tIns="36000" rIns="72000" bIns="36000" anchor="b">
            <a:sp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Theme name</a:t>
            </a:r>
          </a:p>
        </p:txBody>
      </p:sp>
    </p:spTree>
    <p:extLst>
      <p:ext uri="{BB962C8B-B14F-4D97-AF65-F5344CB8AC3E}">
        <p14:creationId xmlns:p14="http://schemas.microsoft.com/office/powerpoint/2010/main" val="825532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0" uiExpand="1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1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" grpId="0"/>
    </p:bldLst>
  </p:timing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graph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2E78DFAA-EE9E-29C3-064E-534C26AF9230}"/>
              </a:ext>
            </a:extLst>
          </p:cNvPr>
          <p:cNvSpPr/>
          <p:nvPr userDrawn="1"/>
        </p:nvSpPr>
        <p:spPr>
          <a:xfrm>
            <a:off x="0" y="-6420"/>
            <a:ext cx="7453752" cy="68644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9B47FD98-A9FC-49EE-1730-7F969FD64CBF}"/>
              </a:ext>
            </a:extLst>
          </p:cNvPr>
          <p:cNvSpPr/>
          <p:nvPr userDrawn="1"/>
        </p:nvSpPr>
        <p:spPr>
          <a:xfrm>
            <a:off x="6463462" y="719138"/>
            <a:ext cx="5016001" cy="50867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720000"/>
            <a:ext cx="5425437" cy="79074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Place a title here</a:t>
            </a:r>
            <a:br>
              <a:rPr lang="en-GB" noProof="0"/>
            </a:br>
            <a:r>
              <a:rPr lang="en-GB" noProof="0"/>
              <a:t>max 2 rows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19999" y="1773238"/>
            <a:ext cx="5425438" cy="4033562"/>
          </a:xfrm>
        </p:spPr>
        <p:txBody>
          <a:bodyPr vert="horz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#1</a:t>
            </a:r>
          </a:p>
          <a:p>
            <a:pPr lvl="2"/>
            <a:r>
              <a:rPr lang="en-GB" noProof="0"/>
              <a:t>Sub-bullet #2</a:t>
            </a:r>
          </a:p>
          <a:p>
            <a:pPr lvl="3"/>
            <a:r>
              <a:rPr lang="en-GB" noProof="0"/>
              <a:t>Text</a:t>
            </a:r>
          </a:p>
          <a:p>
            <a:pPr lvl="4"/>
            <a:r>
              <a:rPr lang="en-GB" noProof="0"/>
              <a:t>Subtitle #1</a:t>
            </a:r>
          </a:p>
          <a:p>
            <a:pPr lvl="5"/>
            <a:r>
              <a:rPr lang="en-GB" noProof="0"/>
              <a:t>Alt. subtitle #2</a:t>
            </a:r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A9D5A26-B4B5-47D7-AE48-D5B9A7EF7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A864317-6C6E-4970-8602-A0B2E6A8B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E939907-F15D-4115-88E8-76C634F9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5DC5B-6873-43DB-ADC7-B15ACCE0DFDB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18" name="Tijdelijke aanduiding voor grafiek 17">
            <a:extLst>
              <a:ext uri="{FF2B5EF4-FFF2-40B4-BE49-F238E27FC236}">
                <a16:creationId xmlns:a16="http://schemas.microsoft.com/office/drawing/2014/main" id="{FBAE20DA-BB0F-413F-A532-86A4D0079AB9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6456000" y="719138"/>
            <a:ext cx="5016000" cy="5087661"/>
          </a:xfrm>
          <a:solidFill>
            <a:schemeClr val="bg1"/>
          </a:solidFill>
        </p:spPr>
        <p:txBody>
          <a:bodyPr tIns="216000" bIns="1080000" anchor="ctr" anchorCtr="0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nl-NL" sz="1200" i="1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noProof="0"/>
              <a:t>Click the icon below </a:t>
            </a:r>
            <a:br>
              <a:rPr lang="en-GB" noProof="0"/>
            </a:br>
            <a:r>
              <a:rPr lang="en-GB" noProof="0"/>
              <a:t>to add a graph.</a:t>
            </a:r>
          </a:p>
        </p:txBody>
      </p:sp>
      <p:sp>
        <p:nvSpPr>
          <p:cNvPr id="22" name="Tijdelijke aanduiding voor tekst 8">
            <a:extLst>
              <a:ext uri="{FF2B5EF4-FFF2-40B4-BE49-F238E27FC236}">
                <a16:creationId xmlns:a16="http://schemas.microsoft.com/office/drawing/2014/main" id="{8097BAC4-4B32-5C53-84A5-DDDB96465DB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43087" y="333375"/>
            <a:ext cx="9628187" cy="250825"/>
          </a:xfrm>
          <a:noFill/>
        </p:spPr>
        <p:txBody>
          <a:bodyPr wrap="none" lIns="0" tIns="72000" rIns="0" bIns="36000" anchor="b">
            <a:no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Place text here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41CAE089-44C6-4724-BAD5-9EE33A7317A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138" y="333375"/>
            <a:ext cx="991792" cy="252000"/>
          </a:xfrm>
          <a:solidFill>
            <a:schemeClr val="accent3"/>
          </a:solidFill>
        </p:spPr>
        <p:txBody>
          <a:bodyPr wrap="none" lIns="72000" tIns="36000" rIns="72000" bIns="36000" anchor="b">
            <a:sp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Theme name</a:t>
            </a:r>
          </a:p>
        </p:txBody>
      </p:sp>
    </p:spTree>
    <p:extLst>
      <p:ext uri="{BB962C8B-B14F-4D97-AF65-F5344CB8AC3E}">
        <p14:creationId xmlns:p14="http://schemas.microsoft.com/office/powerpoint/2010/main" val="38916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1" orient="horz" pos="958">
          <p15:clr>
            <a:srgbClr val="5ACBF0"/>
          </p15:clr>
        </p15:guide>
        <p15:guide id="2" orient="horz" pos="1117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do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ep 21">
            <a:extLst>
              <a:ext uri="{FF2B5EF4-FFF2-40B4-BE49-F238E27FC236}">
                <a16:creationId xmlns:a16="http://schemas.microsoft.com/office/drawing/2014/main" id="{806C9B1C-6AE9-4353-EC10-987E90F534A3}"/>
              </a:ext>
            </a:extLst>
          </p:cNvPr>
          <p:cNvGrpSpPr/>
          <p:nvPr userDrawn="1"/>
        </p:nvGrpSpPr>
        <p:grpSpPr>
          <a:xfrm rot="10800000">
            <a:off x="-2" y="2886074"/>
            <a:ext cx="12192002" cy="3971926"/>
            <a:chOff x="-2" y="-1"/>
            <a:chExt cx="12192002" cy="3971926"/>
          </a:xfrm>
        </p:grpSpPr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18B3B05B-1E8E-60E2-C4B6-D184061E0DEC}"/>
                </a:ext>
              </a:extLst>
            </p:cNvPr>
            <p:cNvSpPr/>
            <p:nvPr userDrawn="1"/>
          </p:nvSpPr>
          <p:spPr>
            <a:xfrm>
              <a:off x="0" y="-1"/>
              <a:ext cx="12192000" cy="39719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err="1"/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F0C2B1A4-006E-2762-94F2-8BCBB49892A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r="12358" b="10226"/>
            <a:stretch/>
          </p:blipFill>
          <p:spPr>
            <a:xfrm flipH="1">
              <a:off x="-2" y="1"/>
              <a:ext cx="5770059" cy="3971924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162A71EB-05AA-0018-1112-4067D9054FB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r="796" b="10226"/>
            <a:stretch/>
          </p:blipFill>
          <p:spPr>
            <a:xfrm>
              <a:off x="5660041" y="1"/>
              <a:ext cx="6531234" cy="3971924"/>
            </a:xfrm>
            <a:prstGeom prst="rect">
              <a:avLst/>
            </a:prstGeom>
          </p:spPr>
        </p:pic>
      </p:grpSp>
      <p:sp>
        <p:nvSpPr>
          <p:cNvPr id="3" name="Rechthoek 2">
            <a:extLst>
              <a:ext uri="{FF2B5EF4-FFF2-40B4-BE49-F238E27FC236}">
                <a16:creationId xmlns:a16="http://schemas.microsoft.com/office/drawing/2014/main" id="{FEE7EF3B-BECB-53A3-0515-376F069B5625}"/>
              </a:ext>
            </a:extLst>
          </p:cNvPr>
          <p:cNvSpPr/>
          <p:nvPr userDrawn="1"/>
        </p:nvSpPr>
        <p:spPr>
          <a:xfrm>
            <a:off x="719138" y="720000"/>
            <a:ext cx="10752137" cy="5085488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222" y="1089025"/>
            <a:ext cx="10121995" cy="323851"/>
          </a:xfrm>
        </p:spPr>
        <p:txBody>
          <a:bodyPr/>
          <a:lstStyle/>
          <a:p>
            <a:r>
              <a:rPr lang="en-GB" noProof="0"/>
              <a:t>Place a title here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A9D5A26-B4B5-47D7-AE48-D5B9A7EF7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A864317-6C6E-4970-8602-A0B2E6A8B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E939907-F15D-4115-88E8-76C634F9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B5DC5B-6873-43DB-ADC7-B15ACCE0DFD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8" name="Tijdelijke aanduiding voor grafiek 17">
            <a:extLst>
              <a:ext uri="{FF2B5EF4-FFF2-40B4-BE49-F238E27FC236}">
                <a16:creationId xmlns:a16="http://schemas.microsoft.com/office/drawing/2014/main" id="{FBAE20DA-BB0F-413F-A532-86A4D0079AB9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1036239" y="1594800"/>
            <a:ext cx="10123253" cy="3840799"/>
          </a:xfrm>
          <a:noFill/>
        </p:spPr>
        <p:txBody>
          <a:bodyPr tIns="216000" bIns="108000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the icon below </a:t>
            </a:r>
            <a:br>
              <a:rPr lang="en-GB" noProof="0"/>
            </a:br>
            <a:r>
              <a:rPr lang="en-GB" noProof="0"/>
              <a:t>to add a graph.</a:t>
            </a:r>
          </a:p>
        </p:txBody>
      </p:sp>
      <p:grpSp>
        <p:nvGrpSpPr>
          <p:cNvPr id="23" name="Groep 22">
            <a:extLst>
              <a:ext uri="{FF2B5EF4-FFF2-40B4-BE49-F238E27FC236}">
                <a16:creationId xmlns:a16="http://schemas.microsoft.com/office/drawing/2014/main" id="{DF628AF1-D540-E081-176C-30FD638FCE78}"/>
              </a:ext>
            </a:extLst>
          </p:cNvPr>
          <p:cNvGrpSpPr/>
          <p:nvPr userDrawn="1"/>
        </p:nvGrpSpPr>
        <p:grpSpPr>
          <a:xfrm>
            <a:off x="7453752" y="6342684"/>
            <a:ext cx="4016042" cy="163185"/>
            <a:chOff x="7453752" y="6342684"/>
            <a:chExt cx="4016042" cy="163185"/>
          </a:xfrm>
        </p:grpSpPr>
        <p:sp>
          <p:nvSpPr>
            <p:cNvPr id="24" name="Vrije vorm: vorm 23">
              <a:extLst>
                <a:ext uri="{FF2B5EF4-FFF2-40B4-BE49-F238E27FC236}">
                  <a16:creationId xmlns:a16="http://schemas.microsoft.com/office/drawing/2014/main" id="{177AADEB-6522-F944-2269-46E2C0DE4FA5}"/>
                </a:ext>
              </a:extLst>
            </p:cNvPr>
            <p:cNvSpPr/>
            <p:nvPr/>
          </p:nvSpPr>
          <p:spPr>
            <a:xfrm>
              <a:off x="7453752" y="6473521"/>
              <a:ext cx="3021491" cy="1787"/>
            </a:xfrm>
            <a:custGeom>
              <a:avLst/>
              <a:gdLst>
                <a:gd name="connsiteX0" fmla="*/ 0 w 3021491"/>
                <a:gd name="connsiteY0" fmla="*/ 0 h 1787"/>
                <a:gd name="connsiteX1" fmla="*/ 3021492 w 3021491"/>
                <a:gd name="connsiteY1" fmla="*/ 0 h 1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21491" h="1787">
                  <a:moveTo>
                    <a:pt x="0" y="0"/>
                  </a:moveTo>
                  <a:lnTo>
                    <a:pt x="3021492" y="0"/>
                  </a:lnTo>
                </a:path>
              </a:pathLst>
            </a:custGeom>
            <a:ln w="58892" cap="flat">
              <a:gradFill>
                <a:gsLst>
                  <a:gs pos="0">
                    <a:srgbClr val="FFFFFF">
                      <a:alpha val="0"/>
                    </a:srgbClr>
                  </a:gs>
                  <a:gs pos="22990">
                    <a:schemeClr val="bg1">
                      <a:alpha val="50000"/>
                    </a:schemeClr>
                  </a:gs>
                  <a:gs pos="46010">
                    <a:schemeClr val="bg1"/>
                  </a:gs>
                  <a:gs pos="100000">
                    <a:schemeClr val="bg1"/>
                  </a:gs>
                </a:gsLst>
                <a:lin ang="0" scaled="1"/>
              </a:gra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25" name="Graphic 18">
              <a:extLst>
                <a:ext uri="{FF2B5EF4-FFF2-40B4-BE49-F238E27FC236}">
                  <a16:creationId xmlns:a16="http://schemas.microsoft.com/office/drawing/2014/main" id="{B45E2A5B-D759-6D18-9B8C-00B906254B81}"/>
                </a:ext>
              </a:extLst>
            </p:cNvPr>
            <p:cNvGrpSpPr/>
            <p:nvPr/>
          </p:nvGrpSpPr>
          <p:grpSpPr>
            <a:xfrm>
              <a:off x="10511361" y="6342684"/>
              <a:ext cx="958433" cy="163185"/>
              <a:chOff x="10511361" y="6342684"/>
              <a:chExt cx="958433" cy="163185"/>
            </a:xfrm>
            <a:solidFill>
              <a:schemeClr val="bg1"/>
            </a:solidFill>
          </p:grpSpPr>
          <p:sp>
            <p:nvSpPr>
              <p:cNvPr id="26" name="Vrije vorm: vorm 25">
                <a:extLst>
                  <a:ext uri="{FF2B5EF4-FFF2-40B4-BE49-F238E27FC236}">
                    <a16:creationId xmlns:a16="http://schemas.microsoft.com/office/drawing/2014/main" id="{55AE08BF-219D-0F21-D6CB-A345702F07E9}"/>
                  </a:ext>
                </a:extLst>
              </p:cNvPr>
              <p:cNvSpPr/>
              <p:nvPr/>
            </p:nvSpPr>
            <p:spPr>
              <a:xfrm>
                <a:off x="10511361" y="6342684"/>
                <a:ext cx="464267" cy="163185"/>
              </a:xfrm>
              <a:custGeom>
                <a:avLst/>
                <a:gdLst>
                  <a:gd name="connsiteX0" fmla="*/ 382648 w 464267"/>
                  <a:gd name="connsiteY0" fmla="*/ 105925 h 163185"/>
                  <a:gd name="connsiteX1" fmla="*/ 358307 w 464267"/>
                  <a:gd name="connsiteY1" fmla="*/ 81584 h 163185"/>
                  <a:gd name="connsiteX2" fmla="*/ 382648 w 464267"/>
                  <a:gd name="connsiteY2" fmla="*/ 57243 h 163185"/>
                  <a:gd name="connsiteX3" fmla="*/ 406989 w 464267"/>
                  <a:gd name="connsiteY3" fmla="*/ 81584 h 163185"/>
                  <a:gd name="connsiteX4" fmla="*/ 382648 w 464267"/>
                  <a:gd name="connsiteY4" fmla="*/ 105925 h 163185"/>
                  <a:gd name="connsiteX5" fmla="*/ 382648 w 464267"/>
                  <a:gd name="connsiteY5" fmla="*/ 0 h 163185"/>
                  <a:gd name="connsiteX6" fmla="*/ 302280 w 464267"/>
                  <a:gd name="connsiteY6" fmla="*/ 67394 h 163185"/>
                  <a:gd name="connsiteX7" fmla="*/ 302280 w 464267"/>
                  <a:gd name="connsiteY7" fmla="*/ 20105 h 163185"/>
                  <a:gd name="connsiteX8" fmla="*/ 284891 w 464267"/>
                  <a:gd name="connsiteY8" fmla="*/ 2716 h 163185"/>
                  <a:gd name="connsiteX9" fmla="*/ 243911 w 464267"/>
                  <a:gd name="connsiteY9" fmla="*/ 2716 h 163185"/>
                  <a:gd name="connsiteX10" fmla="*/ 243911 w 464267"/>
                  <a:gd name="connsiteY10" fmla="*/ 64248 h 163185"/>
                  <a:gd name="connsiteX11" fmla="*/ 208865 w 464267"/>
                  <a:gd name="connsiteY11" fmla="*/ 16638 h 163185"/>
                  <a:gd name="connsiteX12" fmla="*/ 181057 w 464267"/>
                  <a:gd name="connsiteY12" fmla="*/ 2716 h 163185"/>
                  <a:gd name="connsiteX13" fmla="*/ 0 w 464267"/>
                  <a:gd name="connsiteY13" fmla="*/ 2716 h 163185"/>
                  <a:gd name="connsiteX14" fmla="*/ 0 w 464267"/>
                  <a:gd name="connsiteY14" fmla="*/ 44643 h 163185"/>
                  <a:gd name="connsiteX15" fmla="*/ 17121 w 464267"/>
                  <a:gd name="connsiteY15" fmla="*/ 61782 h 163185"/>
                  <a:gd name="connsiteX16" fmla="*/ 44214 w 464267"/>
                  <a:gd name="connsiteY16" fmla="*/ 61782 h 163185"/>
                  <a:gd name="connsiteX17" fmla="*/ 44214 w 464267"/>
                  <a:gd name="connsiteY17" fmla="*/ 143115 h 163185"/>
                  <a:gd name="connsiteX18" fmla="*/ 61603 w 464267"/>
                  <a:gd name="connsiteY18" fmla="*/ 160504 h 163185"/>
                  <a:gd name="connsiteX19" fmla="*/ 105943 w 464267"/>
                  <a:gd name="connsiteY19" fmla="*/ 160504 h 163185"/>
                  <a:gd name="connsiteX20" fmla="*/ 105943 w 464267"/>
                  <a:gd name="connsiteY20" fmla="*/ 61764 h 163185"/>
                  <a:gd name="connsiteX21" fmla="*/ 143366 w 464267"/>
                  <a:gd name="connsiteY21" fmla="*/ 61764 h 163185"/>
                  <a:gd name="connsiteX22" fmla="*/ 143366 w 464267"/>
                  <a:gd name="connsiteY22" fmla="*/ 143097 h 163185"/>
                  <a:gd name="connsiteX23" fmla="*/ 160755 w 464267"/>
                  <a:gd name="connsiteY23" fmla="*/ 160486 h 163185"/>
                  <a:gd name="connsiteX24" fmla="*/ 201752 w 464267"/>
                  <a:gd name="connsiteY24" fmla="*/ 160486 h 163185"/>
                  <a:gd name="connsiteX25" fmla="*/ 201752 w 464267"/>
                  <a:gd name="connsiteY25" fmla="*/ 98955 h 163185"/>
                  <a:gd name="connsiteX26" fmla="*/ 236673 w 464267"/>
                  <a:gd name="connsiteY26" fmla="*/ 146564 h 163185"/>
                  <a:gd name="connsiteX27" fmla="*/ 264499 w 464267"/>
                  <a:gd name="connsiteY27" fmla="*/ 160486 h 163185"/>
                  <a:gd name="connsiteX28" fmla="*/ 302280 w 464267"/>
                  <a:gd name="connsiteY28" fmla="*/ 160486 h 163185"/>
                  <a:gd name="connsiteX29" fmla="*/ 302280 w 464267"/>
                  <a:gd name="connsiteY29" fmla="*/ 96345 h 163185"/>
                  <a:gd name="connsiteX30" fmla="*/ 382648 w 464267"/>
                  <a:gd name="connsiteY30" fmla="*/ 163185 h 163185"/>
                  <a:gd name="connsiteX31" fmla="*/ 464268 w 464267"/>
                  <a:gd name="connsiteY31" fmla="*/ 81601 h 163185"/>
                  <a:gd name="connsiteX32" fmla="*/ 382648 w 464267"/>
                  <a:gd name="connsiteY32" fmla="*/ 0 h 163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4267" h="163185">
                    <a:moveTo>
                      <a:pt x="382648" y="105925"/>
                    </a:moveTo>
                    <a:cubicBezTo>
                      <a:pt x="369209" y="105925"/>
                      <a:pt x="358307" y="95041"/>
                      <a:pt x="358307" y="81584"/>
                    </a:cubicBezTo>
                    <a:cubicBezTo>
                      <a:pt x="358307" y="68144"/>
                      <a:pt x="369209" y="57243"/>
                      <a:pt x="382648" y="57243"/>
                    </a:cubicBezTo>
                    <a:cubicBezTo>
                      <a:pt x="396087" y="57243"/>
                      <a:pt x="406989" y="68144"/>
                      <a:pt x="406989" y="81584"/>
                    </a:cubicBezTo>
                    <a:cubicBezTo>
                      <a:pt x="406989" y="95041"/>
                      <a:pt x="396087" y="105925"/>
                      <a:pt x="382648" y="105925"/>
                    </a:cubicBezTo>
                    <a:moveTo>
                      <a:pt x="382648" y="0"/>
                    </a:moveTo>
                    <a:cubicBezTo>
                      <a:pt x="341311" y="0"/>
                      <a:pt x="308713" y="28344"/>
                      <a:pt x="302280" y="67394"/>
                    </a:cubicBezTo>
                    <a:lnTo>
                      <a:pt x="302280" y="20105"/>
                    </a:lnTo>
                    <a:cubicBezTo>
                      <a:pt x="302280" y="7935"/>
                      <a:pt x="297061" y="2716"/>
                      <a:pt x="284891" y="2716"/>
                    </a:cubicBezTo>
                    <a:lnTo>
                      <a:pt x="243911" y="2716"/>
                    </a:lnTo>
                    <a:lnTo>
                      <a:pt x="243911" y="64248"/>
                    </a:lnTo>
                    <a:lnTo>
                      <a:pt x="208865" y="16638"/>
                    </a:lnTo>
                    <a:cubicBezTo>
                      <a:pt x="201252" y="6541"/>
                      <a:pt x="193728" y="2716"/>
                      <a:pt x="181057" y="2716"/>
                    </a:cubicBezTo>
                    <a:lnTo>
                      <a:pt x="0" y="2716"/>
                    </a:lnTo>
                    <a:lnTo>
                      <a:pt x="0" y="44643"/>
                    </a:lnTo>
                    <a:cubicBezTo>
                      <a:pt x="0" y="56635"/>
                      <a:pt x="5147" y="61782"/>
                      <a:pt x="17121" y="61782"/>
                    </a:cubicBezTo>
                    <a:lnTo>
                      <a:pt x="44214" y="61782"/>
                    </a:lnTo>
                    <a:lnTo>
                      <a:pt x="44214" y="143115"/>
                    </a:lnTo>
                    <a:cubicBezTo>
                      <a:pt x="44214" y="155268"/>
                      <a:pt x="49433" y="160504"/>
                      <a:pt x="61603" y="160504"/>
                    </a:cubicBezTo>
                    <a:lnTo>
                      <a:pt x="105943" y="160504"/>
                    </a:lnTo>
                    <a:lnTo>
                      <a:pt x="105943" y="61764"/>
                    </a:lnTo>
                    <a:lnTo>
                      <a:pt x="143366" y="61764"/>
                    </a:lnTo>
                    <a:lnTo>
                      <a:pt x="143366" y="143097"/>
                    </a:lnTo>
                    <a:cubicBezTo>
                      <a:pt x="143366" y="155250"/>
                      <a:pt x="148602" y="160486"/>
                      <a:pt x="160755" y="160486"/>
                    </a:cubicBezTo>
                    <a:lnTo>
                      <a:pt x="201752" y="160486"/>
                    </a:lnTo>
                    <a:lnTo>
                      <a:pt x="201752" y="98955"/>
                    </a:lnTo>
                    <a:lnTo>
                      <a:pt x="236673" y="146564"/>
                    </a:lnTo>
                    <a:cubicBezTo>
                      <a:pt x="244304" y="156680"/>
                      <a:pt x="251828" y="160486"/>
                      <a:pt x="264499" y="160486"/>
                    </a:cubicBezTo>
                    <a:lnTo>
                      <a:pt x="302280" y="160486"/>
                    </a:lnTo>
                    <a:lnTo>
                      <a:pt x="302280" y="96345"/>
                    </a:lnTo>
                    <a:cubicBezTo>
                      <a:pt x="308642" y="135859"/>
                      <a:pt x="340400" y="163185"/>
                      <a:pt x="382648" y="163185"/>
                    </a:cubicBezTo>
                    <a:cubicBezTo>
                      <a:pt x="428864" y="163185"/>
                      <a:pt x="464268" y="127799"/>
                      <a:pt x="464268" y="81601"/>
                    </a:cubicBezTo>
                    <a:cubicBezTo>
                      <a:pt x="464268" y="34260"/>
                      <a:pt x="429990" y="0"/>
                      <a:pt x="382648" y="0"/>
                    </a:cubicBezTo>
                  </a:path>
                </a:pathLst>
              </a:custGeom>
              <a:solidFill>
                <a:schemeClr val="bg1"/>
              </a:solidFill>
              <a:ln w="17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7" name="Vrije vorm: vorm 26">
                <a:extLst>
                  <a:ext uri="{FF2B5EF4-FFF2-40B4-BE49-F238E27FC236}">
                    <a16:creationId xmlns:a16="http://schemas.microsoft.com/office/drawing/2014/main" id="{72AF70F2-9438-1D86-F5E7-C2B4D8E16115}"/>
                  </a:ext>
                </a:extLst>
              </p:cNvPr>
              <p:cNvSpPr/>
              <p:nvPr/>
            </p:nvSpPr>
            <p:spPr>
              <a:xfrm>
                <a:off x="11009156" y="6435044"/>
                <a:ext cx="276312" cy="69520"/>
              </a:xfrm>
              <a:custGeom>
                <a:avLst/>
                <a:gdLst>
                  <a:gd name="connsiteX0" fmla="*/ 240944 w 276312"/>
                  <a:gd name="connsiteY0" fmla="*/ 37995 h 69520"/>
                  <a:gd name="connsiteX1" fmla="*/ 252632 w 276312"/>
                  <a:gd name="connsiteY1" fmla="*/ 25038 h 69520"/>
                  <a:gd name="connsiteX2" fmla="*/ 264535 w 276312"/>
                  <a:gd name="connsiteY2" fmla="*/ 37995 h 69520"/>
                  <a:gd name="connsiteX3" fmla="*/ 240944 w 276312"/>
                  <a:gd name="connsiteY3" fmla="*/ 37995 h 69520"/>
                  <a:gd name="connsiteX4" fmla="*/ 240748 w 276312"/>
                  <a:gd name="connsiteY4" fmla="*/ 44947 h 69520"/>
                  <a:gd name="connsiteX5" fmla="*/ 276312 w 276312"/>
                  <a:gd name="connsiteY5" fmla="*/ 44947 h 69520"/>
                  <a:gd name="connsiteX6" fmla="*/ 276312 w 276312"/>
                  <a:gd name="connsiteY6" fmla="*/ 43213 h 69520"/>
                  <a:gd name="connsiteX7" fmla="*/ 252632 w 276312"/>
                  <a:gd name="connsiteY7" fmla="*/ 17139 h 69520"/>
                  <a:gd name="connsiteX8" fmla="*/ 228863 w 276312"/>
                  <a:gd name="connsiteY8" fmla="*/ 43428 h 69520"/>
                  <a:gd name="connsiteX9" fmla="*/ 252936 w 276312"/>
                  <a:gd name="connsiteY9" fmla="*/ 69520 h 69520"/>
                  <a:gd name="connsiteX10" fmla="*/ 275830 w 276312"/>
                  <a:gd name="connsiteY10" fmla="*/ 53865 h 69520"/>
                  <a:gd name="connsiteX11" fmla="*/ 265107 w 276312"/>
                  <a:gd name="connsiteY11" fmla="*/ 52703 h 69520"/>
                  <a:gd name="connsiteX12" fmla="*/ 253508 w 276312"/>
                  <a:gd name="connsiteY12" fmla="*/ 61121 h 69520"/>
                  <a:gd name="connsiteX13" fmla="*/ 240748 w 276312"/>
                  <a:gd name="connsiteY13" fmla="*/ 45251 h 69520"/>
                  <a:gd name="connsiteX14" fmla="*/ 240748 w 276312"/>
                  <a:gd name="connsiteY14" fmla="*/ 44947 h 69520"/>
                  <a:gd name="connsiteX15" fmla="*/ 229256 w 276312"/>
                  <a:gd name="connsiteY15" fmla="*/ 876 h 69520"/>
                  <a:gd name="connsiteX16" fmla="*/ 219677 w 276312"/>
                  <a:gd name="connsiteY16" fmla="*/ 0 h 69520"/>
                  <a:gd name="connsiteX17" fmla="*/ 203753 w 276312"/>
                  <a:gd name="connsiteY17" fmla="*/ 17496 h 69520"/>
                  <a:gd name="connsiteX18" fmla="*/ 203753 w 276312"/>
                  <a:gd name="connsiteY18" fmla="*/ 18461 h 69520"/>
                  <a:gd name="connsiteX19" fmla="*/ 195533 w 276312"/>
                  <a:gd name="connsiteY19" fmla="*/ 18461 h 69520"/>
                  <a:gd name="connsiteX20" fmla="*/ 195533 w 276312"/>
                  <a:gd name="connsiteY20" fmla="*/ 26075 h 69520"/>
                  <a:gd name="connsiteX21" fmla="*/ 203753 w 276312"/>
                  <a:gd name="connsiteY21" fmla="*/ 26075 h 69520"/>
                  <a:gd name="connsiteX22" fmla="*/ 203753 w 276312"/>
                  <a:gd name="connsiteY22" fmla="*/ 68126 h 69520"/>
                  <a:gd name="connsiteX23" fmla="*/ 214655 w 276312"/>
                  <a:gd name="connsiteY23" fmla="*/ 68126 h 69520"/>
                  <a:gd name="connsiteX24" fmla="*/ 214655 w 276312"/>
                  <a:gd name="connsiteY24" fmla="*/ 26092 h 69520"/>
                  <a:gd name="connsiteX25" fmla="*/ 226540 w 276312"/>
                  <a:gd name="connsiteY25" fmla="*/ 26092 h 69520"/>
                  <a:gd name="connsiteX26" fmla="*/ 226540 w 276312"/>
                  <a:gd name="connsiteY26" fmla="*/ 18479 h 69520"/>
                  <a:gd name="connsiteX27" fmla="*/ 214459 w 276312"/>
                  <a:gd name="connsiteY27" fmla="*/ 18479 h 69520"/>
                  <a:gd name="connsiteX28" fmla="*/ 214459 w 276312"/>
                  <a:gd name="connsiteY28" fmla="*/ 17121 h 69520"/>
                  <a:gd name="connsiteX29" fmla="*/ 222680 w 276312"/>
                  <a:gd name="connsiteY29" fmla="*/ 8310 h 69520"/>
                  <a:gd name="connsiteX30" fmla="*/ 229256 w 276312"/>
                  <a:gd name="connsiteY30" fmla="*/ 8989 h 69520"/>
                  <a:gd name="connsiteX31" fmla="*/ 229256 w 276312"/>
                  <a:gd name="connsiteY31" fmla="*/ 876 h 69520"/>
                  <a:gd name="connsiteX32" fmla="*/ 175248 w 276312"/>
                  <a:gd name="connsiteY32" fmla="*/ 68144 h 69520"/>
                  <a:gd name="connsiteX33" fmla="*/ 186543 w 276312"/>
                  <a:gd name="connsiteY33" fmla="*/ 68144 h 69520"/>
                  <a:gd name="connsiteX34" fmla="*/ 186543 w 276312"/>
                  <a:gd name="connsiteY34" fmla="*/ 18479 h 69520"/>
                  <a:gd name="connsiteX35" fmla="*/ 175248 w 276312"/>
                  <a:gd name="connsiteY35" fmla="*/ 18479 h 69520"/>
                  <a:gd name="connsiteX36" fmla="*/ 175248 w 276312"/>
                  <a:gd name="connsiteY36" fmla="*/ 68144 h 69520"/>
                  <a:gd name="connsiteX37" fmla="*/ 175248 w 276312"/>
                  <a:gd name="connsiteY37" fmla="*/ 10348 h 69520"/>
                  <a:gd name="connsiteX38" fmla="*/ 186543 w 276312"/>
                  <a:gd name="connsiteY38" fmla="*/ 10348 h 69520"/>
                  <a:gd name="connsiteX39" fmla="*/ 186543 w 276312"/>
                  <a:gd name="connsiteY39" fmla="*/ 1090 h 69520"/>
                  <a:gd name="connsiteX40" fmla="*/ 175248 w 276312"/>
                  <a:gd name="connsiteY40" fmla="*/ 1090 h 69520"/>
                  <a:gd name="connsiteX41" fmla="*/ 175248 w 276312"/>
                  <a:gd name="connsiteY41" fmla="*/ 10348 h 69520"/>
                  <a:gd name="connsiteX42" fmla="*/ 147941 w 276312"/>
                  <a:gd name="connsiteY42" fmla="*/ 68144 h 69520"/>
                  <a:gd name="connsiteX43" fmla="*/ 159236 w 276312"/>
                  <a:gd name="connsiteY43" fmla="*/ 68144 h 69520"/>
                  <a:gd name="connsiteX44" fmla="*/ 159236 w 276312"/>
                  <a:gd name="connsiteY44" fmla="*/ 1072 h 69520"/>
                  <a:gd name="connsiteX45" fmla="*/ 147941 w 276312"/>
                  <a:gd name="connsiteY45" fmla="*/ 1072 h 69520"/>
                  <a:gd name="connsiteX46" fmla="*/ 147941 w 276312"/>
                  <a:gd name="connsiteY46" fmla="*/ 68144 h 69520"/>
                  <a:gd name="connsiteX47" fmla="*/ 118989 w 276312"/>
                  <a:gd name="connsiteY47" fmla="*/ 17228 h 69520"/>
                  <a:gd name="connsiteX48" fmla="*/ 116380 w 276312"/>
                  <a:gd name="connsiteY48" fmla="*/ 17121 h 69520"/>
                  <a:gd name="connsiteX49" fmla="*/ 102368 w 276312"/>
                  <a:gd name="connsiteY49" fmla="*/ 29184 h 69520"/>
                  <a:gd name="connsiteX50" fmla="*/ 102368 w 276312"/>
                  <a:gd name="connsiteY50" fmla="*/ 18461 h 69520"/>
                  <a:gd name="connsiteX51" fmla="*/ 92235 w 276312"/>
                  <a:gd name="connsiteY51" fmla="*/ 18461 h 69520"/>
                  <a:gd name="connsiteX52" fmla="*/ 92235 w 276312"/>
                  <a:gd name="connsiteY52" fmla="*/ 68126 h 69520"/>
                  <a:gd name="connsiteX53" fmla="*/ 103333 w 276312"/>
                  <a:gd name="connsiteY53" fmla="*/ 68126 h 69520"/>
                  <a:gd name="connsiteX54" fmla="*/ 103333 w 276312"/>
                  <a:gd name="connsiteY54" fmla="*/ 43499 h 69520"/>
                  <a:gd name="connsiteX55" fmla="*/ 116576 w 276312"/>
                  <a:gd name="connsiteY55" fmla="*/ 27826 h 69520"/>
                  <a:gd name="connsiteX56" fmla="*/ 118989 w 276312"/>
                  <a:gd name="connsiteY56" fmla="*/ 27933 h 69520"/>
                  <a:gd name="connsiteX57" fmla="*/ 118989 w 276312"/>
                  <a:gd name="connsiteY57" fmla="*/ 17228 h 69520"/>
                  <a:gd name="connsiteX58" fmla="*/ 59351 w 276312"/>
                  <a:gd name="connsiteY58" fmla="*/ 25235 h 69520"/>
                  <a:gd name="connsiteX59" fmla="*/ 71254 w 276312"/>
                  <a:gd name="connsiteY59" fmla="*/ 43321 h 69520"/>
                  <a:gd name="connsiteX60" fmla="*/ 59351 w 276312"/>
                  <a:gd name="connsiteY60" fmla="*/ 61299 h 69520"/>
                  <a:gd name="connsiteX61" fmla="*/ 47556 w 276312"/>
                  <a:gd name="connsiteY61" fmla="*/ 43321 h 69520"/>
                  <a:gd name="connsiteX62" fmla="*/ 59351 w 276312"/>
                  <a:gd name="connsiteY62" fmla="*/ 25235 h 69520"/>
                  <a:gd name="connsiteX63" fmla="*/ 59351 w 276312"/>
                  <a:gd name="connsiteY63" fmla="*/ 17121 h 69520"/>
                  <a:gd name="connsiteX64" fmla="*/ 35689 w 276312"/>
                  <a:gd name="connsiteY64" fmla="*/ 43321 h 69520"/>
                  <a:gd name="connsiteX65" fmla="*/ 59351 w 276312"/>
                  <a:gd name="connsiteY65" fmla="*/ 69502 h 69520"/>
                  <a:gd name="connsiteX66" fmla="*/ 83121 w 276312"/>
                  <a:gd name="connsiteY66" fmla="*/ 43321 h 69520"/>
                  <a:gd name="connsiteX67" fmla="*/ 59351 w 276312"/>
                  <a:gd name="connsiteY67" fmla="*/ 17121 h 69520"/>
                  <a:gd name="connsiteX68" fmla="*/ 33724 w 276312"/>
                  <a:gd name="connsiteY68" fmla="*/ 876 h 69520"/>
                  <a:gd name="connsiteX69" fmla="*/ 24162 w 276312"/>
                  <a:gd name="connsiteY69" fmla="*/ 0 h 69520"/>
                  <a:gd name="connsiteX70" fmla="*/ 8221 w 276312"/>
                  <a:gd name="connsiteY70" fmla="*/ 17496 h 69520"/>
                  <a:gd name="connsiteX71" fmla="*/ 8221 w 276312"/>
                  <a:gd name="connsiteY71" fmla="*/ 18461 h 69520"/>
                  <a:gd name="connsiteX72" fmla="*/ 0 w 276312"/>
                  <a:gd name="connsiteY72" fmla="*/ 18461 h 69520"/>
                  <a:gd name="connsiteX73" fmla="*/ 0 w 276312"/>
                  <a:gd name="connsiteY73" fmla="*/ 26075 h 69520"/>
                  <a:gd name="connsiteX74" fmla="*/ 8221 w 276312"/>
                  <a:gd name="connsiteY74" fmla="*/ 26075 h 69520"/>
                  <a:gd name="connsiteX75" fmla="*/ 8221 w 276312"/>
                  <a:gd name="connsiteY75" fmla="*/ 68126 h 69520"/>
                  <a:gd name="connsiteX76" fmla="*/ 19140 w 276312"/>
                  <a:gd name="connsiteY76" fmla="*/ 68126 h 69520"/>
                  <a:gd name="connsiteX77" fmla="*/ 19140 w 276312"/>
                  <a:gd name="connsiteY77" fmla="*/ 26092 h 69520"/>
                  <a:gd name="connsiteX78" fmla="*/ 31025 w 276312"/>
                  <a:gd name="connsiteY78" fmla="*/ 26092 h 69520"/>
                  <a:gd name="connsiteX79" fmla="*/ 31025 w 276312"/>
                  <a:gd name="connsiteY79" fmla="*/ 18479 h 69520"/>
                  <a:gd name="connsiteX80" fmla="*/ 18944 w 276312"/>
                  <a:gd name="connsiteY80" fmla="*/ 18479 h 69520"/>
                  <a:gd name="connsiteX81" fmla="*/ 18944 w 276312"/>
                  <a:gd name="connsiteY81" fmla="*/ 17121 h 69520"/>
                  <a:gd name="connsiteX82" fmla="*/ 27165 w 276312"/>
                  <a:gd name="connsiteY82" fmla="*/ 8310 h 69520"/>
                  <a:gd name="connsiteX83" fmla="*/ 33742 w 276312"/>
                  <a:gd name="connsiteY83" fmla="*/ 8989 h 69520"/>
                  <a:gd name="connsiteX84" fmla="*/ 33742 w 276312"/>
                  <a:gd name="connsiteY84" fmla="*/ 876 h 695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</a:cxnLst>
                <a:rect l="l" t="t" r="r" b="b"/>
                <a:pathLst>
                  <a:path w="276312" h="69520">
                    <a:moveTo>
                      <a:pt x="240944" y="37995"/>
                    </a:moveTo>
                    <a:cubicBezTo>
                      <a:pt x="241624" y="29667"/>
                      <a:pt x="246163" y="25038"/>
                      <a:pt x="252632" y="25038"/>
                    </a:cubicBezTo>
                    <a:cubicBezTo>
                      <a:pt x="259995" y="25038"/>
                      <a:pt x="264249" y="29488"/>
                      <a:pt x="264535" y="37995"/>
                    </a:cubicBezTo>
                    <a:lnTo>
                      <a:pt x="240944" y="37995"/>
                    </a:lnTo>
                    <a:close/>
                    <a:moveTo>
                      <a:pt x="240748" y="44947"/>
                    </a:moveTo>
                    <a:lnTo>
                      <a:pt x="276312" y="44947"/>
                    </a:lnTo>
                    <a:lnTo>
                      <a:pt x="276312" y="43213"/>
                    </a:lnTo>
                    <a:cubicBezTo>
                      <a:pt x="276312" y="27075"/>
                      <a:pt x="267055" y="17139"/>
                      <a:pt x="252632" y="17139"/>
                    </a:cubicBezTo>
                    <a:cubicBezTo>
                      <a:pt x="238514" y="17139"/>
                      <a:pt x="228863" y="27665"/>
                      <a:pt x="228863" y="43428"/>
                    </a:cubicBezTo>
                    <a:cubicBezTo>
                      <a:pt x="228863" y="59191"/>
                      <a:pt x="238425" y="69520"/>
                      <a:pt x="252936" y="69520"/>
                    </a:cubicBezTo>
                    <a:cubicBezTo>
                      <a:pt x="264249" y="69520"/>
                      <a:pt x="272255" y="64016"/>
                      <a:pt x="275830" y="53865"/>
                    </a:cubicBezTo>
                    <a:lnTo>
                      <a:pt x="265107" y="52703"/>
                    </a:lnTo>
                    <a:cubicBezTo>
                      <a:pt x="263284" y="58118"/>
                      <a:pt x="258923" y="61121"/>
                      <a:pt x="253508" y="61121"/>
                    </a:cubicBezTo>
                    <a:cubicBezTo>
                      <a:pt x="245680" y="61121"/>
                      <a:pt x="240748" y="55402"/>
                      <a:pt x="240748" y="45251"/>
                    </a:cubicBezTo>
                    <a:lnTo>
                      <a:pt x="240748" y="44947"/>
                    </a:lnTo>
                    <a:close/>
                    <a:moveTo>
                      <a:pt x="229256" y="876"/>
                    </a:moveTo>
                    <a:cubicBezTo>
                      <a:pt x="226254" y="197"/>
                      <a:pt x="223073" y="0"/>
                      <a:pt x="219677" y="0"/>
                    </a:cubicBezTo>
                    <a:cubicBezTo>
                      <a:pt x="208776" y="0"/>
                      <a:pt x="203753" y="5594"/>
                      <a:pt x="203753" y="17496"/>
                    </a:cubicBezTo>
                    <a:lnTo>
                      <a:pt x="203753" y="18461"/>
                    </a:lnTo>
                    <a:lnTo>
                      <a:pt x="195533" y="18461"/>
                    </a:lnTo>
                    <a:lnTo>
                      <a:pt x="195533" y="26075"/>
                    </a:lnTo>
                    <a:lnTo>
                      <a:pt x="203753" y="26075"/>
                    </a:lnTo>
                    <a:lnTo>
                      <a:pt x="203753" y="68126"/>
                    </a:lnTo>
                    <a:lnTo>
                      <a:pt x="214655" y="68126"/>
                    </a:lnTo>
                    <a:lnTo>
                      <a:pt x="214655" y="26092"/>
                    </a:lnTo>
                    <a:lnTo>
                      <a:pt x="226540" y="26092"/>
                    </a:lnTo>
                    <a:lnTo>
                      <a:pt x="226540" y="18479"/>
                    </a:lnTo>
                    <a:lnTo>
                      <a:pt x="214459" y="18479"/>
                    </a:lnTo>
                    <a:lnTo>
                      <a:pt x="214459" y="17121"/>
                    </a:lnTo>
                    <a:cubicBezTo>
                      <a:pt x="214459" y="11027"/>
                      <a:pt x="216871" y="8310"/>
                      <a:pt x="222680" y="8310"/>
                    </a:cubicBezTo>
                    <a:cubicBezTo>
                      <a:pt x="224324" y="8310"/>
                      <a:pt x="226450" y="8507"/>
                      <a:pt x="229256" y="8989"/>
                    </a:cubicBezTo>
                    <a:lnTo>
                      <a:pt x="229256" y="876"/>
                    </a:lnTo>
                    <a:close/>
                    <a:moveTo>
                      <a:pt x="175248" y="68144"/>
                    </a:moveTo>
                    <a:lnTo>
                      <a:pt x="186543" y="68144"/>
                    </a:lnTo>
                    <a:lnTo>
                      <a:pt x="186543" y="18479"/>
                    </a:lnTo>
                    <a:lnTo>
                      <a:pt x="175248" y="18479"/>
                    </a:lnTo>
                    <a:lnTo>
                      <a:pt x="175248" y="68144"/>
                    </a:lnTo>
                    <a:close/>
                    <a:moveTo>
                      <a:pt x="175248" y="10348"/>
                    </a:moveTo>
                    <a:lnTo>
                      <a:pt x="186543" y="10348"/>
                    </a:lnTo>
                    <a:lnTo>
                      <a:pt x="186543" y="1090"/>
                    </a:lnTo>
                    <a:lnTo>
                      <a:pt x="175248" y="1090"/>
                    </a:lnTo>
                    <a:lnTo>
                      <a:pt x="175248" y="10348"/>
                    </a:lnTo>
                    <a:close/>
                    <a:moveTo>
                      <a:pt x="147941" y="68144"/>
                    </a:moveTo>
                    <a:lnTo>
                      <a:pt x="159236" y="68144"/>
                    </a:lnTo>
                    <a:lnTo>
                      <a:pt x="159236" y="1072"/>
                    </a:lnTo>
                    <a:lnTo>
                      <a:pt x="147941" y="1072"/>
                    </a:lnTo>
                    <a:lnTo>
                      <a:pt x="147941" y="68144"/>
                    </a:lnTo>
                    <a:close/>
                    <a:moveTo>
                      <a:pt x="118989" y="17228"/>
                    </a:moveTo>
                    <a:cubicBezTo>
                      <a:pt x="118024" y="17121"/>
                      <a:pt x="117148" y="17121"/>
                      <a:pt x="116380" y="17121"/>
                    </a:cubicBezTo>
                    <a:cubicBezTo>
                      <a:pt x="109409" y="17121"/>
                      <a:pt x="104870" y="21071"/>
                      <a:pt x="102368" y="29184"/>
                    </a:cubicBezTo>
                    <a:lnTo>
                      <a:pt x="102368" y="18461"/>
                    </a:lnTo>
                    <a:lnTo>
                      <a:pt x="92235" y="18461"/>
                    </a:lnTo>
                    <a:lnTo>
                      <a:pt x="92235" y="68126"/>
                    </a:lnTo>
                    <a:lnTo>
                      <a:pt x="103333" y="68126"/>
                    </a:lnTo>
                    <a:lnTo>
                      <a:pt x="103333" y="43499"/>
                    </a:lnTo>
                    <a:cubicBezTo>
                      <a:pt x="103351" y="33724"/>
                      <a:pt x="108570" y="27826"/>
                      <a:pt x="116576" y="27826"/>
                    </a:cubicBezTo>
                    <a:cubicBezTo>
                      <a:pt x="117059" y="27826"/>
                      <a:pt x="117934" y="27826"/>
                      <a:pt x="118989" y="27933"/>
                    </a:cubicBezTo>
                    <a:lnTo>
                      <a:pt x="118989" y="17228"/>
                    </a:lnTo>
                    <a:close/>
                    <a:moveTo>
                      <a:pt x="59351" y="25235"/>
                    </a:moveTo>
                    <a:cubicBezTo>
                      <a:pt x="66607" y="25235"/>
                      <a:pt x="71254" y="31704"/>
                      <a:pt x="71254" y="43321"/>
                    </a:cubicBezTo>
                    <a:cubicBezTo>
                      <a:pt x="71254" y="54919"/>
                      <a:pt x="66607" y="61299"/>
                      <a:pt x="59351" y="61299"/>
                    </a:cubicBezTo>
                    <a:cubicBezTo>
                      <a:pt x="52006" y="61299"/>
                      <a:pt x="47556" y="55009"/>
                      <a:pt x="47556" y="43321"/>
                    </a:cubicBezTo>
                    <a:cubicBezTo>
                      <a:pt x="47556" y="31597"/>
                      <a:pt x="52006" y="25235"/>
                      <a:pt x="59351" y="25235"/>
                    </a:cubicBezTo>
                    <a:moveTo>
                      <a:pt x="59351" y="17121"/>
                    </a:moveTo>
                    <a:cubicBezTo>
                      <a:pt x="45340" y="17121"/>
                      <a:pt x="35689" y="27361"/>
                      <a:pt x="35689" y="43321"/>
                    </a:cubicBezTo>
                    <a:cubicBezTo>
                      <a:pt x="35689" y="59262"/>
                      <a:pt x="45251" y="69502"/>
                      <a:pt x="59351" y="69502"/>
                    </a:cubicBezTo>
                    <a:cubicBezTo>
                      <a:pt x="73470" y="69502"/>
                      <a:pt x="83121" y="59262"/>
                      <a:pt x="83121" y="43321"/>
                    </a:cubicBezTo>
                    <a:cubicBezTo>
                      <a:pt x="83121" y="27361"/>
                      <a:pt x="73470" y="17121"/>
                      <a:pt x="59351" y="17121"/>
                    </a:cubicBezTo>
                    <a:moveTo>
                      <a:pt x="33724" y="876"/>
                    </a:moveTo>
                    <a:cubicBezTo>
                      <a:pt x="30721" y="197"/>
                      <a:pt x="27540" y="0"/>
                      <a:pt x="24162" y="0"/>
                    </a:cubicBezTo>
                    <a:cubicBezTo>
                      <a:pt x="13243" y="0"/>
                      <a:pt x="8221" y="5594"/>
                      <a:pt x="8221" y="17496"/>
                    </a:cubicBezTo>
                    <a:lnTo>
                      <a:pt x="8221" y="18461"/>
                    </a:lnTo>
                    <a:lnTo>
                      <a:pt x="0" y="18461"/>
                    </a:lnTo>
                    <a:lnTo>
                      <a:pt x="0" y="26075"/>
                    </a:lnTo>
                    <a:lnTo>
                      <a:pt x="8221" y="26075"/>
                    </a:lnTo>
                    <a:lnTo>
                      <a:pt x="8221" y="68126"/>
                    </a:lnTo>
                    <a:lnTo>
                      <a:pt x="19140" y="68126"/>
                    </a:lnTo>
                    <a:lnTo>
                      <a:pt x="19140" y="26092"/>
                    </a:lnTo>
                    <a:lnTo>
                      <a:pt x="31025" y="26092"/>
                    </a:lnTo>
                    <a:lnTo>
                      <a:pt x="31025" y="18479"/>
                    </a:lnTo>
                    <a:lnTo>
                      <a:pt x="18944" y="18479"/>
                    </a:lnTo>
                    <a:lnTo>
                      <a:pt x="18944" y="17121"/>
                    </a:lnTo>
                    <a:cubicBezTo>
                      <a:pt x="18944" y="11027"/>
                      <a:pt x="21356" y="8310"/>
                      <a:pt x="27165" y="8310"/>
                    </a:cubicBezTo>
                    <a:cubicBezTo>
                      <a:pt x="28809" y="8310"/>
                      <a:pt x="30936" y="8507"/>
                      <a:pt x="33742" y="8989"/>
                    </a:cubicBezTo>
                    <a:lnTo>
                      <a:pt x="33742" y="876"/>
                    </a:lnTo>
                    <a:close/>
                  </a:path>
                </a:pathLst>
              </a:custGeom>
              <a:solidFill>
                <a:schemeClr val="bg1"/>
              </a:solidFill>
              <a:ln w="17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8" name="Vrije vorm: vorm 27">
                <a:extLst>
                  <a:ext uri="{FF2B5EF4-FFF2-40B4-BE49-F238E27FC236}">
                    <a16:creationId xmlns:a16="http://schemas.microsoft.com/office/drawing/2014/main" id="{E4D1479E-2872-5B85-8BF2-C1DC563951CF}"/>
                  </a:ext>
                </a:extLst>
              </p:cNvPr>
              <p:cNvSpPr/>
              <p:nvPr/>
            </p:nvSpPr>
            <p:spPr>
              <a:xfrm>
                <a:off x="11013731" y="6345060"/>
                <a:ext cx="456064" cy="68394"/>
              </a:xfrm>
              <a:custGeom>
                <a:avLst/>
                <a:gdLst>
                  <a:gd name="connsiteX0" fmla="*/ 414299 w 456064"/>
                  <a:gd name="connsiteY0" fmla="*/ 17389 h 68394"/>
                  <a:gd name="connsiteX1" fmla="*/ 414299 w 456064"/>
                  <a:gd name="connsiteY1" fmla="*/ 67054 h 68394"/>
                  <a:gd name="connsiteX2" fmla="*/ 425218 w 456064"/>
                  <a:gd name="connsiteY2" fmla="*/ 67054 h 68394"/>
                  <a:gd name="connsiteX3" fmla="*/ 425218 w 456064"/>
                  <a:gd name="connsiteY3" fmla="*/ 38638 h 68394"/>
                  <a:gd name="connsiteX4" fmla="*/ 436728 w 456064"/>
                  <a:gd name="connsiteY4" fmla="*/ 24520 h 68394"/>
                  <a:gd name="connsiteX5" fmla="*/ 445145 w 456064"/>
                  <a:gd name="connsiteY5" fmla="*/ 35350 h 68394"/>
                  <a:gd name="connsiteX6" fmla="*/ 445145 w 456064"/>
                  <a:gd name="connsiteY6" fmla="*/ 67036 h 68394"/>
                  <a:gd name="connsiteX7" fmla="*/ 456064 w 456064"/>
                  <a:gd name="connsiteY7" fmla="*/ 67036 h 68394"/>
                  <a:gd name="connsiteX8" fmla="*/ 456064 w 456064"/>
                  <a:gd name="connsiteY8" fmla="*/ 35261 h 68394"/>
                  <a:gd name="connsiteX9" fmla="*/ 439926 w 456064"/>
                  <a:gd name="connsiteY9" fmla="*/ 16031 h 68394"/>
                  <a:gd name="connsiteX10" fmla="*/ 424557 w 456064"/>
                  <a:gd name="connsiteY10" fmla="*/ 25878 h 68394"/>
                  <a:gd name="connsiteX11" fmla="*/ 424539 w 456064"/>
                  <a:gd name="connsiteY11" fmla="*/ 17371 h 68394"/>
                  <a:gd name="connsiteX12" fmla="*/ 414299 w 456064"/>
                  <a:gd name="connsiteY12" fmla="*/ 17371 h 68394"/>
                  <a:gd name="connsiteX13" fmla="*/ 380343 w 456064"/>
                  <a:gd name="connsiteY13" fmla="*/ 24144 h 68394"/>
                  <a:gd name="connsiteX14" fmla="*/ 392227 w 456064"/>
                  <a:gd name="connsiteY14" fmla="*/ 42213 h 68394"/>
                  <a:gd name="connsiteX15" fmla="*/ 380343 w 456064"/>
                  <a:gd name="connsiteY15" fmla="*/ 60191 h 68394"/>
                  <a:gd name="connsiteX16" fmla="*/ 368547 w 456064"/>
                  <a:gd name="connsiteY16" fmla="*/ 42213 h 68394"/>
                  <a:gd name="connsiteX17" fmla="*/ 380343 w 456064"/>
                  <a:gd name="connsiteY17" fmla="*/ 24144 h 68394"/>
                  <a:gd name="connsiteX18" fmla="*/ 380343 w 456064"/>
                  <a:gd name="connsiteY18" fmla="*/ 16031 h 68394"/>
                  <a:gd name="connsiteX19" fmla="*/ 356663 w 456064"/>
                  <a:gd name="connsiteY19" fmla="*/ 42213 h 68394"/>
                  <a:gd name="connsiteX20" fmla="*/ 380343 w 456064"/>
                  <a:gd name="connsiteY20" fmla="*/ 68394 h 68394"/>
                  <a:gd name="connsiteX21" fmla="*/ 404112 w 456064"/>
                  <a:gd name="connsiteY21" fmla="*/ 42213 h 68394"/>
                  <a:gd name="connsiteX22" fmla="*/ 380343 w 456064"/>
                  <a:gd name="connsiteY22" fmla="*/ 16031 h 68394"/>
                  <a:gd name="connsiteX23" fmla="*/ 335271 w 456064"/>
                  <a:gd name="connsiteY23" fmla="*/ 67054 h 68394"/>
                  <a:gd name="connsiteX24" fmla="*/ 346565 w 456064"/>
                  <a:gd name="connsiteY24" fmla="*/ 67054 h 68394"/>
                  <a:gd name="connsiteX25" fmla="*/ 346565 w 456064"/>
                  <a:gd name="connsiteY25" fmla="*/ 17389 h 68394"/>
                  <a:gd name="connsiteX26" fmla="*/ 335271 w 456064"/>
                  <a:gd name="connsiteY26" fmla="*/ 17389 h 68394"/>
                  <a:gd name="connsiteX27" fmla="*/ 335271 w 456064"/>
                  <a:gd name="connsiteY27" fmla="*/ 67054 h 68394"/>
                  <a:gd name="connsiteX28" fmla="*/ 335271 w 456064"/>
                  <a:gd name="connsiteY28" fmla="*/ 9257 h 68394"/>
                  <a:gd name="connsiteX29" fmla="*/ 346565 w 456064"/>
                  <a:gd name="connsiteY29" fmla="*/ 9257 h 68394"/>
                  <a:gd name="connsiteX30" fmla="*/ 346565 w 456064"/>
                  <a:gd name="connsiteY30" fmla="*/ 0 h 68394"/>
                  <a:gd name="connsiteX31" fmla="*/ 335271 w 456064"/>
                  <a:gd name="connsiteY31" fmla="*/ 0 h 68394"/>
                  <a:gd name="connsiteX32" fmla="*/ 335271 w 456064"/>
                  <a:gd name="connsiteY32" fmla="*/ 9257 h 68394"/>
                  <a:gd name="connsiteX33" fmla="*/ 311019 w 456064"/>
                  <a:gd name="connsiteY33" fmla="*/ 3664 h 68394"/>
                  <a:gd name="connsiteX34" fmla="*/ 300582 w 456064"/>
                  <a:gd name="connsiteY34" fmla="*/ 4521 h 68394"/>
                  <a:gd name="connsiteX35" fmla="*/ 300206 w 456064"/>
                  <a:gd name="connsiteY35" fmla="*/ 17371 h 68394"/>
                  <a:gd name="connsiteX36" fmla="*/ 291592 w 456064"/>
                  <a:gd name="connsiteY36" fmla="*/ 17371 h 68394"/>
                  <a:gd name="connsiteX37" fmla="*/ 291592 w 456064"/>
                  <a:gd name="connsiteY37" fmla="*/ 25002 h 68394"/>
                  <a:gd name="connsiteX38" fmla="*/ 299903 w 456064"/>
                  <a:gd name="connsiteY38" fmla="*/ 25002 h 68394"/>
                  <a:gd name="connsiteX39" fmla="*/ 299903 w 456064"/>
                  <a:gd name="connsiteY39" fmla="*/ 49844 h 68394"/>
                  <a:gd name="connsiteX40" fmla="*/ 315540 w 456064"/>
                  <a:gd name="connsiteY40" fmla="*/ 68377 h 68394"/>
                  <a:gd name="connsiteX41" fmla="*/ 323475 w 456064"/>
                  <a:gd name="connsiteY41" fmla="*/ 67411 h 68394"/>
                  <a:gd name="connsiteX42" fmla="*/ 323475 w 456064"/>
                  <a:gd name="connsiteY42" fmla="*/ 58815 h 68394"/>
                  <a:gd name="connsiteX43" fmla="*/ 317953 w 456064"/>
                  <a:gd name="connsiteY43" fmla="*/ 59494 h 68394"/>
                  <a:gd name="connsiteX44" fmla="*/ 311001 w 456064"/>
                  <a:gd name="connsiteY44" fmla="*/ 49057 h 68394"/>
                  <a:gd name="connsiteX45" fmla="*/ 311001 w 456064"/>
                  <a:gd name="connsiteY45" fmla="*/ 25020 h 68394"/>
                  <a:gd name="connsiteX46" fmla="*/ 322099 w 456064"/>
                  <a:gd name="connsiteY46" fmla="*/ 25020 h 68394"/>
                  <a:gd name="connsiteX47" fmla="*/ 322099 w 456064"/>
                  <a:gd name="connsiteY47" fmla="*/ 17389 h 68394"/>
                  <a:gd name="connsiteX48" fmla="*/ 311001 w 456064"/>
                  <a:gd name="connsiteY48" fmla="*/ 17389 h 68394"/>
                  <a:gd name="connsiteX49" fmla="*/ 311001 w 456064"/>
                  <a:gd name="connsiteY49" fmla="*/ 3664 h 68394"/>
                  <a:gd name="connsiteX50" fmla="*/ 272470 w 456064"/>
                  <a:gd name="connsiteY50" fmla="*/ 42320 h 68394"/>
                  <a:gd name="connsiteX51" fmla="*/ 272470 w 456064"/>
                  <a:gd name="connsiteY51" fmla="*/ 45894 h 68394"/>
                  <a:gd name="connsiteX52" fmla="*/ 259423 w 456064"/>
                  <a:gd name="connsiteY52" fmla="*/ 60316 h 68394"/>
                  <a:gd name="connsiteX53" fmla="*/ 250523 w 456064"/>
                  <a:gd name="connsiteY53" fmla="*/ 52864 h 68394"/>
                  <a:gd name="connsiteX54" fmla="*/ 269968 w 456064"/>
                  <a:gd name="connsiteY54" fmla="*/ 42320 h 68394"/>
                  <a:gd name="connsiteX55" fmla="*/ 272470 w 456064"/>
                  <a:gd name="connsiteY55" fmla="*/ 42320 h 68394"/>
                  <a:gd name="connsiteX56" fmla="*/ 240105 w 456064"/>
                  <a:gd name="connsiteY56" fmla="*/ 30239 h 68394"/>
                  <a:gd name="connsiteX57" fmla="*/ 250541 w 456064"/>
                  <a:gd name="connsiteY57" fmla="*/ 31508 h 68394"/>
                  <a:gd name="connsiteX58" fmla="*/ 262140 w 456064"/>
                  <a:gd name="connsiteY58" fmla="*/ 23769 h 68394"/>
                  <a:gd name="connsiteX59" fmla="*/ 272488 w 456064"/>
                  <a:gd name="connsiteY59" fmla="*/ 33044 h 68394"/>
                  <a:gd name="connsiteX60" fmla="*/ 272488 w 456064"/>
                  <a:gd name="connsiteY60" fmla="*/ 35654 h 68394"/>
                  <a:gd name="connsiteX61" fmla="*/ 271434 w 456064"/>
                  <a:gd name="connsiteY61" fmla="*/ 35654 h 68394"/>
                  <a:gd name="connsiteX62" fmla="*/ 238764 w 456064"/>
                  <a:gd name="connsiteY62" fmla="*/ 53436 h 68394"/>
                  <a:gd name="connsiteX63" fmla="*/ 255849 w 456064"/>
                  <a:gd name="connsiteY63" fmla="*/ 68305 h 68394"/>
                  <a:gd name="connsiteX64" fmla="*/ 272684 w 456064"/>
                  <a:gd name="connsiteY64" fmla="*/ 58458 h 68394"/>
                  <a:gd name="connsiteX65" fmla="*/ 273739 w 456064"/>
                  <a:gd name="connsiteY65" fmla="*/ 67054 h 68394"/>
                  <a:gd name="connsiteX66" fmla="*/ 284855 w 456064"/>
                  <a:gd name="connsiteY66" fmla="*/ 67054 h 68394"/>
                  <a:gd name="connsiteX67" fmla="*/ 283407 w 456064"/>
                  <a:gd name="connsiteY67" fmla="*/ 57207 h 68394"/>
                  <a:gd name="connsiteX68" fmla="*/ 283407 w 456064"/>
                  <a:gd name="connsiteY68" fmla="*/ 35546 h 68394"/>
                  <a:gd name="connsiteX69" fmla="*/ 263320 w 456064"/>
                  <a:gd name="connsiteY69" fmla="*/ 16031 h 68394"/>
                  <a:gd name="connsiteX70" fmla="*/ 240105 w 456064"/>
                  <a:gd name="connsiteY70" fmla="*/ 30239 h 68394"/>
                  <a:gd name="connsiteX71" fmla="*/ 205487 w 456064"/>
                  <a:gd name="connsiteY71" fmla="*/ 67054 h 68394"/>
                  <a:gd name="connsiteX72" fmla="*/ 215638 w 456064"/>
                  <a:gd name="connsiteY72" fmla="*/ 67054 h 68394"/>
                  <a:gd name="connsiteX73" fmla="*/ 233224 w 456064"/>
                  <a:gd name="connsiteY73" fmla="*/ 17389 h 68394"/>
                  <a:gd name="connsiteX74" fmla="*/ 224038 w 456064"/>
                  <a:gd name="connsiteY74" fmla="*/ 17389 h 68394"/>
                  <a:gd name="connsiteX75" fmla="*/ 211671 w 456064"/>
                  <a:gd name="connsiteY75" fmla="*/ 55187 h 68394"/>
                  <a:gd name="connsiteX76" fmla="*/ 199393 w 456064"/>
                  <a:gd name="connsiteY76" fmla="*/ 17389 h 68394"/>
                  <a:gd name="connsiteX77" fmla="*/ 188080 w 456064"/>
                  <a:gd name="connsiteY77" fmla="*/ 17389 h 68394"/>
                  <a:gd name="connsiteX78" fmla="*/ 205487 w 456064"/>
                  <a:gd name="connsiteY78" fmla="*/ 67054 h 68394"/>
                  <a:gd name="connsiteX79" fmla="*/ 159378 w 456064"/>
                  <a:gd name="connsiteY79" fmla="*/ 24144 h 68394"/>
                  <a:gd name="connsiteX80" fmla="*/ 171281 w 456064"/>
                  <a:gd name="connsiteY80" fmla="*/ 42213 h 68394"/>
                  <a:gd name="connsiteX81" fmla="*/ 159378 w 456064"/>
                  <a:gd name="connsiteY81" fmla="*/ 60191 h 68394"/>
                  <a:gd name="connsiteX82" fmla="*/ 147584 w 456064"/>
                  <a:gd name="connsiteY82" fmla="*/ 42213 h 68394"/>
                  <a:gd name="connsiteX83" fmla="*/ 159378 w 456064"/>
                  <a:gd name="connsiteY83" fmla="*/ 24144 h 68394"/>
                  <a:gd name="connsiteX84" fmla="*/ 159378 w 456064"/>
                  <a:gd name="connsiteY84" fmla="*/ 16031 h 68394"/>
                  <a:gd name="connsiteX85" fmla="*/ 135717 w 456064"/>
                  <a:gd name="connsiteY85" fmla="*/ 42213 h 68394"/>
                  <a:gd name="connsiteX86" fmla="*/ 159378 w 456064"/>
                  <a:gd name="connsiteY86" fmla="*/ 68394 h 68394"/>
                  <a:gd name="connsiteX87" fmla="*/ 183148 w 456064"/>
                  <a:gd name="connsiteY87" fmla="*/ 42213 h 68394"/>
                  <a:gd name="connsiteX88" fmla="*/ 159378 w 456064"/>
                  <a:gd name="connsiteY88" fmla="*/ 16031 h 68394"/>
                  <a:gd name="connsiteX89" fmla="*/ 83871 w 456064"/>
                  <a:gd name="connsiteY89" fmla="*/ 17389 h 68394"/>
                  <a:gd name="connsiteX90" fmla="*/ 83871 w 456064"/>
                  <a:gd name="connsiteY90" fmla="*/ 67054 h 68394"/>
                  <a:gd name="connsiteX91" fmla="*/ 94773 w 456064"/>
                  <a:gd name="connsiteY91" fmla="*/ 67054 h 68394"/>
                  <a:gd name="connsiteX92" fmla="*/ 94773 w 456064"/>
                  <a:gd name="connsiteY92" fmla="*/ 38638 h 68394"/>
                  <a:gd name="connsiteX93" fmla="*/ 106282 w 456064"/>
                  <a:gd name="connsiteY93" fmla="*/ 24520 h 68394"/>
                  <a:gd name="connsiteX94" fmla="*/ 114682 w 456064"/>
                  <a:gd name="connsiteY94" fmla="*/ 35350 h 68394"/>
                  <a:gd name="connsiteX95" fmla="*/ 114682 w 456064"/>
                  <a:gd name="connsiteY95" fmla="*/ 67036 h 68394"/>
                  <a:gd name="connsiteX96" fmla="*/ 125601 w 456064"/>
                  <a:gd name="connsiteY96" fmla="*/ 67036 h 68394"/>
                  <a:gd name="connsiteX97" fmla="*/ 125601 w 456064"/>
                  <a:gd name="connsiteY97" fmla="*/ 35261 h 68394"/>
                  <a:gd name="connsiteX98" fmla="*/ 109481 w 456064"/>
                  <a:gd name="connsiteY98" fmla="*/ 16031 h 68394"/>
                  <a:gd name="connsiteX99" fmla="*/ 94112 w 456064"/>
                  <a:gd name="connsiteY99" fmla="*/ 25878 h 68394"/>
                  <a:gd name="connsiteX100" fmla="*/ 94094 w 456064"/>
                  <a:gd name="connsiteY100" fmla="*/ 17371 h 68394"/>
                  <a:gd name="connsiteX101" fmla="*/ 83871 w 456064"/>
                  <a:gd name="connsiteY101" fmla="*/ 17371 h 68394"/>
                  <a:gd name="connsiteX102" fmla="*/ 28863 w 456064"/>
                  <a:gd name="connsiteY102" fmla="*/ 17389 h 68394"/>
                  <a:gd name="connsiteX103" fmla="*/ 28863 w 456064"/>
                  <a:gd name="connsiteY103" fmla="*/ 67054 h 68394"/>
                  <a:gd name="connsiteX104" fmla="*/ 39782 w 456064"/>
                  <a:gd name="connsiteY104" fmla="*/ 67054 h 68394"/>
                  <a:gd name="connsiteX105" fmla="*/ 39782 w 456064"/>
                  <a:gd name="connsiteY105" fmla="*/ 38638 h 68394"/>
                  <a:gd name="connsiteX106" fmla="*/ 51292 w 456064"/>
                  <a:gd name="connsiteY106" fmla="*/ 24520 h 68394"/>
                  <a:gd name="connsiteX107" fmla="*/ 59691 w 456064"/>
                  <a:gd name="connsiteY107" fmla="*/ 35350 h 68394"/>
                  <a:gd name="connsiteX108" fmla="*/ 59691 w 456064"/>
                  <a:gd name="connsiteY108" fmla="*/ 67036 h 68394"/>
                  <a:gd name="connsiteX109" fmla="*/ 70611 w 456064"/>
                  <a:gd name="connsiteY109" fmla="*/ 67036 h 68394"/>
                  <a:gd name="connsiteX110" fmla="*/ 70611 w 456064"/>
                  <a:gd name="connsiteY110" fmla="*/ 35261 h 68394"/>
                  <a:gd name="connsiteX111" fmla="*/ 54472 w 456064"/>
                  <a:gd name="connsiteY111" fmla="*/ 16031 h 68394"/>
                  <a:gd name="connsiteX112" fmla="*/ 39121 w 456064"/>
                  <a:gd name="connsiteY112" fmla="*/ 25878 h 68394"/>
                  <a:gd name="connsiteX113" fmla="*/ 39103 w 456064"/>
                  <a:gd name="connsiteY113" fmla="*/ 17371 h 68394"/>
                  <a:gd name="connsiteX114" fmla="*/ 28863 w 456064"/>
                  <a:gd name="connsiteY114" fmla="*/ 17371 h 68394"/>
                  <a:gd name="connsiteX115" fmla="*/ 0 w 456064"/>
                  <a:gd name="connsiteY115" fmla="*/ 67054 h 68394"/>
                  <a:gd name="connsiteX116" fmla="*/ 11295 w 456064"/>
                  <a:gd name="connsiteY116" fmla="*/ 67054 h 68394"/>
                  <a:gd name="connsiteX117" fmla="*/ 11295 w 456064"/>
                  <a:gd name="connsiteY117" fmla="*/ 17389 h 68394"/>
                  <a:gd name="connsiteX118" fmla="*/ 0 w 456064"/>
                  <a:gd name="connsiteY118" fmla="*/ 17389 h 68394"/>
                  <a:gd name="connsiteX119" fmla="*/ 0 w 456064"/>
                  <a:gd name="connsiteY119" fmla="*/ 67054 h 68394"/>
                  <a:gd name="connsiteX120" fmla="*/ 0 w 456064"/>
                  <a:gd name="connsiteY120" fmla="*/ 9257 h 68394"/>
                  <a:gd name="connsiteX121" fmla="*/ 11295 w 456064"/>
                  <a:gd name="connsiteY121" fmla="*/ 9257 h 68394"/>
                  <a:gd name="connsiteX122" fmla="*/ 11295 w 456064"/>
                  <a:gd name="connsiteY122" fmla="*/ 0 h 68394"/>
                  <a:gd name="connsiteX123" fmla="*/ 0 w 456064"/>
                  <a:gd name="connsiteY123" fmla="*/ 0 h 68394"/>
                  <a:gd name="connsiteX124" fmla="*/ 0 w 456064"/>
                  <a:gd name="connsiteY124" fmla="*/ 9257 h 683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</a:cxnLst>
                <a:rect l="l" t="t" r="r" b="b"/>
                <a:pathLst>
                  <a:path w="456064" h="68394">
                    <a:moveTo>
                      <a:pt x="414299" y="17389"/>
                    </a:moveTo>
                    <a:lnTo>
                      <a:pt x="414299" y="67054"/>
                    </a:lnTo>
                    <a:lnTo>
                      <a:pt x="425218" y="67054"/>
                    </a:lnTo>
                    <a:lnTo>
                      <a:pt x="425218" y="38638"/>
                    </a:lnTo>
                    <a:cubicBezTo>
                      <a:pt x="425236" y="30042"/>
                      <a:pt x="430258" y="24520"/>
                      <a:pt x="436728" y="24520"/>
                    </a:cubicBezTo>
                    <a:cubicBezTo>
                      <a:pt x="442142" y="24520"/>
                      <a:pt x="445145" y="28183"/>
                      <a:pt x="445145" y="35350"/>
                    </a:cubicBezTo>
                    <a:lnTo>
                      <a:pt x="445145" y="67036"/>
                    </a:lnTo>
                    <a:lnTo>
                      <a:pt x="456064" y="67036"/>
                    </a:lnTo>
                    <a:lnTo>
                      <a:pt x="456064" y="35261"/>
                    </a:lnTo>
                    <a:cubicBezTo>
                      <a:pt x="456064" y="22411"/>
                      <a:pt x="450757" y="16031"/>
                      <a:pt x="439926" y="16031"/>
                    </a:cubicBezTo>
                    <a:cubicBezTo>
                      <a:pt x="433260" y="16031"/>
                      <a:pt x="428131" y="19319"/>
                      <a:pt x="424557" y="25878"/>
                    </a:cubicBezTo>
                    <a:lnTo>
                      <a:pt x="424539" y="17371"/>
                    </a:lnTo>
                    <a:lnTo>
                      <a:pt x="414299" y="17371"/>
                    </a:lnTo>
                    <a:close/>
                    <a:moveTo>
                      <a:pt x="380343" y="24144"/>
                    </a:moveTo>
                    <a:cubicBezTo>
                      <a:pt x="387599" y="24144"/>
                      <a:pt x="392227" y="30614"/>
                      <a:pt x="392227" y="42213"/>
                    </a:cubicBezTo>
                    <a:cubicBezTo>
                      <a:pt x="392227" y="53811"/>
                      <a:pt x="387599" y="60191"/>
                      <a:pt x="380343" y="60191"/>
                    </a:cubicBezTo>
                    <a:cubicBezTo>
                      <a:pt x="372997" y="60191"/>
                      <a:pt x="368547" y="53901"/>
                      <a:pt x="368547" y="42213"/>
                    </a:cubicBezTo>
                    <a:cubicBezTo>
                      <a:pt x="368547" y="30525"/>
                      <a:pt x="372979" y="24144"/>
                      <a:pt x="380343" y="24144"/>
                    </a:cubicBezTo>
                    <a:moveTo>
                      <a:pt x="380343" y="16031"/>
                    </a:moveTo>
                    <a:cubicBezTo>
                      <a:pt x="366313" y="16031"/>
                      <a:pt x="356663" y="26271"/>
                      <a:pt x="356663" y="42213"/>
                    </a:cubicBezTo>
                    <a:cubicBezTo>
                      <a:pt x="356663" y="58172"/>
                      <a:pt x="366224" y="68394"/>
                      <a:pt x="380343" y="68394"/>
                    </a:cubicBezTo>
                    <a:cubicBezTo>
                      <a:pt x="394461" y="68394"/>
                      <a:pt x="404112" y="58172"/>
                      <a:pt x="404112" y="42213"/>
                    </a:cubicBezTo>
                    <a:cubicBezTo>
                      <a:pt x="404112" y="26271"/>
                      <a:pt x="394443" y="16031"/>
                      <a:pt x="380343" y="16031"/>
                    </a:cubicBezTo>
                    <a:moveTo>
                      <a:pt x="335271" y="67054"/>
                    </a:moveTo>
                    <a:lnTo>
                      <a:pt x="346565" y="67054"/>
                    </a:lnTo>
                    <a:lnTo>
                      <a:pt x="346565" y="17389"/>
                    </a:lnTo>
                    <a:lnTo>
                      <a:pt x="335271" y="17389"/>
                    </a:lnTo>
                    <a:lnTo>
                      <a:pt x="335271" y="67054"/>
                    </a:lnTo>
                    <a:close/>
                    <a:moveTo>
                      <a:pt x="335271" y="9257"/>
                    </a:moveTo>
                    <a:lnTo>
                      <a:pt x="346565" y="9257"/>
                    </a:lnTo>
                    <a:lnTo>
                      <a:pt x="346565" y="0"/>
                    </a:lnTo>
                    <a:lnTo>
                      <a:pt x="335271" y="0"/>
                    </a:lnTo>
                    <a:lnTo>
                      <a:pt x="335271" y="9257"/>
                    </a:lnTo>
                    <a:close/>
                    <a:moveTo>
                      <a:pt x="311019" y="3664"/>
                    </a:moveTo>
                    <a:lnTo>
                      <a:pt x="300582" y="4521"/>
                    </a:lnTo>
                    <a:lnTo>
                      <a:pt x="300206" y="17371"/>
                    </a:lnTo>
                    <a:lnTo>
                      <a:pt x="291592" y="17371"/>
                    </a:lnTo>
                    <a:lnTo>
                      <a:pt x="291592" y="25002"/>
                    </a:lnTo>
                    <a:lnTo>
                      <a:pt x="299903" y="25002"/>
                    </a:lnTo>
                    <a:lnTo>
                      <a:pt x="299903" y="49844"/>
                    </a:lnTo>
                    <a:cubicBezTo>
                      <a:pt x="299903" y="62783"/>
                      <a:pt x="303673" y="68377"/>
                      <a:pt x="315540" y="68377"/>
                    </a:cubicBezTo>
                    <a:cubicBezTo>
                      <a:pt x="318150" y="68377"/>
                      <a:pt x="320759" y="67983"/>
                      <a:pt x="323475" y="67411"/>
                    </a:cubicBezTo>
                    <a:lnTo>
                      <a:pt x="323475" y="58815"/>
                    </a:lnTo>
                    <a:cubicBezTo>
                      <a:pt x="321545" y="59298"/>
                      <a:pt x="319705" y="59494"/>
                      <a:pt x="317953" y="59494"/>
                    </a:cubicBezTo>
                    <a:cubicBezTo>
                      <a:pt x="312056" y="59494"/>
                      <a:pt x="311001" y="56313"/>
                      <a:pt x="311001" y="49057"/>
                    </a:cubicBezTo>
                    <a:lnTo>
                      <a:pt x="311001" y="25020"/>
                    </a:lnTo>
                    <a:lnTo>
                      <a:pt x="322099" y="25020"/>
                    </a:lnTo>
                    <a:lnTo>
                      <a:pt x="322099" y="17389"/>
                    </a:lnTo>
                    <a:lnTo>
                      <a:pt x="311001" y="17389"/>
                    </a:lnTo>
                    <a:lnTo>
                      <a:pt x="311001" y="3664"/>
                    </a:lnTo>
                    <a:close/>
                    <a:moveTo>
                      <a:pt x="272470" y="42320"/>
                    </a:moveTo>
                    <a:lnTo>
                      <a:pt x="272470" y="45894"/>
                    </a:lnTo>
                    <a:cubicBezTo>
                      <a:pt x="272470" y="54026"/>
                      <a:pt x="266679" y="60316"/>
                      <a:pt x="259423" y="60316"/>
                    </a:cubicBezTo>
                    <a:cubicBezTo>
                      <a:pt x="253901" y="60316"/>
                      <a:pt x="250523" y="57314"/>
                      <a:pt x="250523" y="52864"/>
                    </a:cubicBezTo>
                    <a:cubicBezTo>
                      <a:pt x="250523" y="45894"/>
                      <a:pt x="256993" y="42320"/>
                      <a:pt x="269968" y="42320"/>
                    </a:cubicBezTo>
                    <a:lnTo>
                      <a:pt x="272470" y="42320"/>
                    </a:lnTo>
                    <a:close/>
                    <a:moveTo>
                      <a:pt x="240105" y="30239"/>
                    </a:moveTo>
                    <a:lnTo>
                      <a:pt x="250541" y="31508"/>
                    </a:lnTo>
                    <a:cubicBezTo>
                      <a:pt x="251596" y="26378"/>
                      <a:pt x="255474" y="23769"/>
                      <a:pt x="262140" y="23769"/>
                    </a:cubicBezTo>
                    <a:cubicBezTo>
                      <a:pt x="269110" y="23769"/>
                      <a:pt x="272488" y="26754"/>
                      <a:pt x="272488" y="33044"/>
                    </a:cubicBezTo>
                    <a:lnTo>
                      <a:pt x="272488" y="35654"/>
                    </a:lnTo>
                    <a:lnTo>
                      <a:pt x="271434" y="35654"/>
                    </a:lnTo>
                    <a:cubicBezTo>
                      <a:pt x="249469" y="35654"/>
                      <a:pt x="238764" y="41444"/>
                      <a:pt x="238764" y="53436"/>
                    </a:cubicBezTo>
                    <a:cubicBezTo>
                      <a:pt x="238764" y="62121"/>
                      <a:pt x="245430" y="68305"/>
                      <a:pt x="255849" y="68305"/>
                    </a:cubicBezTo>
                    <a:cubicBezTo>
                      <a:pt x="263302" y="68305"/>
                      <a:pt x="269306" y="64838"/>
                      <a:pt x="272684" y="58458"/>
                    </a:cubicBezTo>
                    <a:cubicBezTo>
                      <a:pt x="272774" y="61639"/>
                      <a:pt x="273078" y="64463"/>
                      <a:pt x="273739" y="67054"/>
                    </a:cubicBezTo>
                    <a:lnTo>
                      <a:pt x="284855" y="67054"/>
                    </a:lnTo>
                    <a:cubicBezTo>
                      <a:pt x="283783" y="64463"/>
                      <a:pt x="283407" y="61174"/>
                      <a:pt x="283407" y="57207"/>
                    </a:cubicBezTo>
                    <a:lnTo>
                      <a:pt x="283407" y="35546"/>
                    </a:lnTo>
                    <a:cubicBezTo>
                      <a:pt x="283407" y="22018"/>
                      <a:pt x="277706" y="16031"/>
                      <a:pt x="263320" y="16031"/>
                    </a:cubicBezTo>
                    <a:cubicBezTo>
                      <a:pt x="250148" y="16031"/>
                      <a:pt x="242321" y="20856"/>
                      <a:pt x="240105" y="30239"/>
                    </a:cubicBezTo>
                    <a:moveTo>
                      <a:pt x="205487" y="67054"/>
                    </a:moveTo>
                    <a:lnTo>
                      <a:pt x="215638" y="67054"/>
                    </a:lnTo>
                    <a:lnTo>
                      <a:pt x="233224" y="17389"/>
                    </a:lnTo>
                    <a:lnTo>
                      <a:pt x="224038" y="17389"/>
                    </a:lnTo>
                    <a:lnTo>
                      <a:pt x="211671" y="55187"/>
                    </a:lnTo>
                    <a:lnTo>
                      <a:pt x="199393" y="17389"/>
                    </a:lnTo>
                    <a:lnTo>
                      <a:pt x="188080" y="17389"/>
                    </a:lnTo>
                    <a:lnTo>
                      <a:pt x="205487" y="67054"/>
                    </a:lnTo>
                    <a:close/>
                    <a:moveTo>
                      <a:pt x="159378" y="24144"/>
                    </a:moveTo>
                    <a:cubicBezTo>
                      <a:pt x="166634" y="24144"/>
                      <a:pt x="171281" y="30614"/>
                      <a:pt x="171281" y="42213"/>
                    </a:cubicBezTo>
                    <a:cubicBezTo>
                      <a:pt x="171281" y="53811"/>
                      <a:pt x="166634" y="60191"/>
                      <a:pt x="159378" y="60191"/>
                    </a:cubicBezTo>
                    <a:cubicBezTo>
                      <a:pt x="152034" y="60191"/>
                      <a:pt x="147584" y="53901"/>
                      <a:pt x="147584" y="42213"/>
                    </a:cubicBezTo>
                    <a:cubicBezTo>
                      <a:pt x="147601" y="30525"/>
                      <a:pt x="152034" y="24144"/>
                      <a:pt x="159378" y="24144"/>
                    </a:cubicBezTo>
                    <a:moveTo>
                      <a:pt x="159378" y="16031"/>
                    </a:moveTo>
                    <a:cubicBezTo>
                      <a:pt x="145367" y="16031"/>
                      <a:pt x="135717" y="26271"/>
                      <a:pt x="135717" y="42213"/>
                    </a:cubicBezTo>
                    <a:cubicBezTo>
                      <a:pt x="135717" y="58172"/>
                      <a:pt x="145260" y="68394"/>
                      <a:pt x="159378" y="68394"/>
                    </a:cubicBezTo>
                    <a:cubicBezTo>
                      <a:pt x="173497" y="68394"/>
                      <a:pt x="183148" y="58172"/>
                      <a:pt x="183148" y="42213"/>
                    </a:cubicBezTo>
                    <a:cubicBezTo>
                      <a:pt x="183148" y="26271"/>
                      <a:pt x="173497" y="16031"/>
                      <a:pt x="159378" y="16031"/>
                    </a:cubicBezTo>
                    <a:moveTo>
                      <a:pt x="83871" y="17389"/>
                    </a:moveTo>
                    <a:lnTo>
                      <a:pt x="83871" y="67054"/>
                    </a:lnTo>
                    <a:lnTo>
                      <a:pt x="94773" y="67054"/>
                    </a:lnTo>
                    <a:lnTo>
                      <a:pt x="94773" y="38638"/>
                    </a:lnTo>
                    <a:cubicBezTo>
                      <a:pt x="94791" y="30042"/>
                      <a:pt x="99831" y="24520"/>
                      <a:pt x="106282" y="24520"/>
                    </a:cubicBezTo>
                    <a:cubicBezTo>
                      <a:pt x="111697" y="24520"/>
                      <a:pt x="114682" y="28183"/>
                      <a:pt x="114682" y="35350"/>
                    </a:cubicBezTo>
                    <a:lnTo>
                      <a:pt x="114682" y="67036"/>
                    </a:lnTo>
                    <a:lnTo>
                      <a:pt x="125601" y="67036"/>
                    </a:lnTo>
                    <a:lnTo>
                      <a:pt x="125601" y="35261"/>
                    </a:lnTo>
                    <a:cubicBezTo>
                      <a:pt x="125601" y="22411"/>
                      <a:pt x="120294" y="16031"/>
                      <a:pt x="109481" y="16031"/>
                    </a:cubicBezTo>
                    <a:cubicBezTo>
                      <a:pt x="102815" y="16031"/>
                      <a:pt x="97686" y="19319"/>
                      <a:pt x="94112" y="25878"/>
                    </a:cubicBezTo>
                    <a:lnTo>
                      <a:pt x="94094" y="17371"/>
                    </a:lnTo>
                    <a:lnTo>
                      <a:pt x="83871" y="17371"/>
                    </a:lnTo>
                    <a:close/>
                    <a:moveTo>
                      <a:pt x="28863" y="17389"/>
                    </a:moveTo>
                    <a:lnTo>
                      <a:pt x="28863" y="67054"/>
                    </a:lnTo>
                    <a:lnTo>
                      <a:pt x="39782" y="67054"/>
                    </a:lnTo>
                    <a:lnTo>
                      <a:pt x="39782" y="38638"/>
                    </a:lnTo>
                    <a:cubicBezTo>
                      <a:pt x="39800" y="30042"/>
                      <a:pt x="44822" y="24520"/>
                      <a:pt x="51292" y="24520"/>
                    </a:cubicBezTo>
                    <a:cubicBezTo>
                      <a:pt x="56706" y="24520"/>
                      <a:pt x="59691" y="28183"/>
                      <a:pt x="59691" y="35350"/>
                    </a:cubicBezTo>
                    <a:lnTo>
                      <a:pt x="59691" y="67036"/>
                    </a:lnTo>
                    <a:lnTo>
                      <a:pt x="70611" y="67036"/>
                    </a:lnTo>
                    <a:lnTo>
                      <a:pt x="70611" y="35261"/>
                    </a:lnTo>
                    <a:cubicBezTo>
                      <a:pt x="70611" y="22411"/>
                      <a:pt x="65303" y="16031"/>
                      <a:pt x="54472" y="16031"/>
                    </a:cubicBezTo>
                    <a:cubicBezTo>
                      <a:pt x="47806" y="16031"/>
                      <a:pt x="42695" y="19319"/>
                      <a:pt x="39121" y="25878"/>
                    </a:cubicBezTo>
                    <a:lnTo>
                      <a:pt x="39103" y="17371"/>
                    </a:lnTo>
                    <a:lnTo>
                      <a:pt x="28863" y="17371"/>
                    </a:lnTo>
                    <a:close/>
                    <a:moveTo>
                      <a:pt x="0" y="67054"/>
                    </a:moveTo>
                    <a:lnTo>
                      <a:pt x="11295" y="67054"/>
                    </a:lnTo>
                    <a:lnTo>
                      <a:pt x="11295" y="17389"/>
                    </a:lnTo>
                    <a:lnTo>
                      <a:pt x="0" y="17389"/>
                    </a:lnTo>
                    <a:lnTo>
                      <a:pt x="0" y="67054"/>
                    </a:lnTo>
                    <a:close/>
                    <a:moveTo>
                      <a:pt x="0" y="9257"/>
                    </a:moveTo>
                    <a:lnTo>
                      <a:pt x="11295" y="9257"/>
                    </a:lnTo>
                    <a:lnTo>
                      <a:pt x="11295" y="0"/>
                    </a:lnTo>
                    <a:lnTo>
                      <a:pt x="0" y="0"/>
                    </a:lnTo>
                    <a:lnTo>
                      <a:pt x="0" y="9257"/>
                    </a:lnTo>
                    <a:close/>
                  </a:path>
                </a:pathLst>
              </a:custGeom>
              <a:solidFill>
                <a:schemeClr val="bg1"/>
              </a:solidFill>
              <a:ln w="17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30" name="Tijdelijke aanduiding voor tekst 8">
            <a:extLst>
              <a:ext uri="{FF2B5EF4-FFF2-40B4-BE49-F238E27FC236}">
                <a16:creationId xmlns:a16="http://schemas.microsoft.com/office/drawing/2014/main" id="{2A6BE6D1-6358-2E34-6095-99EE5DA7F5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43087" y="333375"/>
            <a:ext cx="9628187" cy="250825"/>
          </a:xfrm>
          <a:noFill/>
        </p:spPr>
        <p:txBody>
          <a:bodyPr wrap="none" lIns="0" tIns="72000" rIns="0" bIns="36000" anchor="b">
            <a:no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Place text here</a:t>
            </a:r>
          </a:p>
        </p:txBody>
      </p:sp>
      <p:sp>
        <p:nvSpPr>
          <p:cNvPr id="8" name="Tijdelijke aanduiding voor tekst 8">
            <a:extLst>
              <a:ext uri="{FF2B5EF4-FFF2-40B4-BE49-F238E27FC236}">
                <a16:creationId xmlns:a16="http://schemas.microsoft.com/office/drawing/2014/main" id="{85E5BFAE-8AC6-5952-2B0D-E26D1165190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138" y="333375"/>
            <a:ext cx="991792" cy="252000"/>
          </a:xfrm>
          <a:solidFill>
            <a:schemeClr val="accent3"/>
          </a:solidFill>
        </p:spPr>
        <p:txBody>
          <a:bodyPr wrap="none" lIns="72000" tIns="36000" rIns="72000" bIns="36000" anchor="b">
            <a:sp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Theme name</a:t>
            </a:r>
          </a:p>
        </p:txBody>
      </p:sp>
    </p:spTree>
    <p:extLst>
      <p:ext uri="{BB962C8B-B14F-4D97-AF65-F5344CB8AC3E}">
        <p14:creationId xmlns:p14="http://schemas.microsoft.com/office/powerpoint/2010/main" val="2792526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hoek 10">
            <a:extLst>
              <a:ext uri="{FF2B5EF4-FFF2-40B4-BE49-F238E27FC236}">
                <a16:creationId xmlns:a16="http://schemas.microsoft.com/office/drawing/2014/main" id="{18B3B05B-1E8E-60E2-C4B6-D184061E0DEC}"/>
              </a:ext>
            </a:extLst>
          </p:cNvPr>
          <p:cNvSpPr/>
          <p:nvPr userDrawn="1"/>
        </p:nvSpPr>
        <p:spPr>
          <a:xfrm rot="10800000">
            <a:off x="-2" y="2886075"/>
            <a:ext cx="12192000" cy="39719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/>
          </a:p>
        </p:txBody>
      </p:sp>
      <p:sp>
        <p:nvSpPr>
          <p:cNvPr id="3" name="Rechthoek 2">
            <a:extLst>
              <a:ext uri="{FF2B5EF4-FFF2-40B4-BE49-F238E27FC236}">
                <a16:creationId xmlns:a16="http://schemas.microsoft.com/office/drawing/2014/main" id="{FEE7EF3B-BECB-53A3-0515-376F069B5625}"/>
              </a:ext>
            </a:extLst>
          </p:cNvPr>
          <p:cNvSpPr/>
          <p:nvPr userDrawn="1"/>
        </p:nvSpPr>
        <p:spPr>
          <a:xfrm>
            <a:off x="719138" y="720000"/>
            <a:ext cx="10752137" cy="5085488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222" y="1089025"/>
            <a:ext cx="10121995" cy="323851"/>
          </a:xfrm>
        </p:spPr>
        <p:txBody>
          <a:bodyPr/>
          <a:lstStyle/>
          <a:p>
            <a:r>
              <a:rPr lang="en-GB" noProof="0"/>
              <a:t>Place a title here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A9D5A26-B4B5-47D7-AE48-D5B9A7EF7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A864317-6C6E-4970-8602-A0B2E6A8B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E939907-F15D-4115-88E8-76C634F9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B5DC5B-6873-43DB-ADC7-B15ACCE0DFD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8" name="Tijdelijke aanduiding voor grafiek 17">
            <a:extLst>
              <a:ext uri="{FF2B5EF4-FFF2-40B4-BE49-F238E27FC236}">
                <a16:creationId xmlns:a16="http://schemas.microsoft.com/office/drawing/2014/main" id="{FBAE20DA-BB0F-413F-A532-86A4D0079AB9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1036239" y="1594800"/>
            <a:ext cx="10123253" cy="3840799"/>
          </a:xfrm>
          <a:noFill/>
        </p:spPr>
        <p:txBody>
          <a:bodyPr tIns="216000" bIns="108000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the icon below </a:t>
            </a:r>
            <a:br>
              <a:rPr lang="en-GB" noProof="0"/>
            </a:br>
            <a:r>
              <a:rPr lang="en-GB" noProof="0"/>
              <a:t>to add a graph.</a:t>
            </a:r>
          </a:p>
        </p:txBody>
      </p:sp>
      <p:grpSp>
        <p:nvGrpSpPr>
          <p:cNvPr id="23" name="Groep 22">
            <a:extLst>
              <a:ext uri="{FF2B5EF4-FFF2-40B4-BE49-F238E27FC236}">
                <a16:creationId xmlns:a16="http://schemas.microsoft.com/office/drawing/2014/main" id="{DF628AF1-D540-E081-176C-30FD638FCE78}"/>
              </a:ext>
            </a:extLst>
          </p:cNvPr>
          <p:cNvGrpSpPr/>
          <p:nvPr userDrawn="1"/>
        </p:nvGrpSpPr>
        <p:grpSpPr>
          <a:xfrm>
            <a:off x="7453752" y="6342684"/>
            <a:ext cx="4016042" cy="163185"/>
            <a:chOff x="7453752" y="6342684"/>
            <a:chExt cx="4016042" cy="163185"/>
          </a:xfrm>
        </p:grpSpPr>
        <p:sp>
          <p:nvSpPr>
            <p:cNvPr id="24" name="Vrije vorm: vorm 23">
              <a:extLst>
                <a:ext uri="{FF2B5EF4-FFF2-40B4-BE49-F238E27FC236}">
                  <a16:creationId xmlns:a16="http://schemas.microsoft.com/office/drawing/2014/main" id="{177AADEB-6522-F944-2269-46E2C0DE4FA5}"/>
                </a:ext>
              </a:extLst>
            </p:cNvPr>
            <p:cNvSpPr/>
            <p:nvPr/>
          </p:nvSpPr>
          <p:spPr>
            <a:xfrm>
              <a:off x="7453752" y="6473521"/>
              <a:ext cx="3021491" cy="1787"/>
            </a:xfrm>
            <a:custGeom>
              <a:avLst/>
              <a:gdLst>
                <a:gd name="connsiteX0" fmla="*/ 0 w 3021491"/>
                <a:gd name="connsiteY0" fmla="*/ 0 h 1787"/>
                <a:gd name="connsiteX1" fmla="*/ 3021492 w 3021491"/>
                <a:gd name="connsiteY1" fmla="*/ 0 h 1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21491" h="1787">
                  <a:moveTo>
                    <a:pt x="0" y="0"/>
                  </a:moveTo>
                  <a:lnTo>
                    <a:pt x="3021492" y="0"/>
                  </a:lnTo>
                </a:path>
              </a:pathLst>
            </a:custGeom>
            <a:ln w="58892" cap="flat">
              <a:gradFill>
                <a:gsLst>
                  <a:gs pos="0">
                    <a:srgbClr val="FFFFFF">
                      <a:alpha val="0"/>
                    </a:srgbClr>
                  </a:gs>
                  <a:gs pos="22990">
                    <a:schemeClr val="bg1">
                      <a:alpha val="50000"/>
                    </a:schemeClr>
                  </a:gs>
                  <a:gs pos="46010">
                    <a:schemeClr val="bg1"/>
                  </a:gs>
                  <a:gs pos="100000">
                    <a:schemeClr val="bg1"/>
                  </a:gs>
                </a:gsLst>
                <a:lin ang="0" scaled="1"/>
              </a:gra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25" name="Graphic 18">
              <a:extLst>
                <a:ext uri="{FF2B5EF4-FFF2-40B4-BE49-F238E27FC236}">
                  <a16:creationId xmlns:a16="http://schemas.microsoft.com/office/drawing/2014/main" id="{B45E2A5B-D759-6D18-9B8C-00B906254B81}"/>
                </a:ext>
              </a:extLst>
            </p:cNvPr>
            <p:cNvGrpSpPr/>
            <p:nvPr/>
          </p:nvGrpSpPr>
          <p:grpSpPr>
            <a:xfrm>
              <a:off x="10511361" y="6342684"/>
              <a:ext cx="958433" cy="163185"/>
              <a:chOff x="10511361" y="6342684"/>
              <a:chExt cx="958433" cy="163185"/>
            </a:xfrm>
            <a:solidFill>
              <a:schemeClr val="bg1"/>
            </a:solidFill>
          </p:grpSpPr>
          <p:sp>
            <p:nvSpPr>
              <p:cNvPr id="26" name="Vrije vorm: vorm 25">
                <a:extLst>
                  <a:ext uri="{FF2B5EF4-FFF2-40B4-BE49-F238E27FC236}">
                    <a16:creationId xmlns:a16="http://schemas.microsoft.com/office/drawing/2014/main" id="{55AE08BF-219D-0F21-D6CB-A345702F07E9}"/>
                  </a:ext>
                </a:extLst>
              </p:cNvPr>
              <p:cNvSpPr/>
              <p:nvPr/>
            </p:nvSpPr>
            <p:spPr>
              <a:xfrm>
                <a:off x="10511361" y="6342684"/>
                <a:ext cx="464267" cy="163185"/>
              </a:xfrm>
              <a:custGeom>
                <a:avLst/>
                <a:gdLst>
                  <a:gd name="connsiteX0" fmla="*/ 382648 w 464267"/>
                  <a:gd name="connsiteY0" fmla="*/ 105925 h 163185"/>
                  <a:gd name="connsiteX1" fmla="*/ 358307 w 464267"/>
                  <a:gd name="connsiteY1" fmla="*/ 81584 h 163185"/>
                  <a:gd name="connsiteX2" fmla="*/ 382648 w 464267"/>
                  <a:gd name="connsiteY2" fmla="*/ 57243 h 163185"/>
                  <a:gd name="connsiteX3" fmla="*/ 406989 w 464267"/>
                  <a:gd name="connsiteY3" fmla="*/ 81584 h 163185"/>
                  <a:gd name="connsiteX4" fmla="*/ 382648 w 464267"/>
                  <a:gd name="connsiteY4" fmla="*/ 105925 h 163185"/>
                  <a:gd name="connsiteX5" fmla="*/ 382648 w 464267"/>
                  <a:gd name="connsiteY5" fmla="*/ 0 h 163185"/>
                  <a:gd name="connsiteX6" fmla="*/ 302280 w 464267"/>
                  <a:gd name="connsiteY6" fmla="*/ 67394 h 163185"/>
                  <a:gd name="connsiteX7" fmla="*/ 302280 w 464267"/>
                  <a:gd name="connsiteY7" fmla="*/ 20105 h 163185"/>
                  <a:gd name="connsiteX8" fmla="*/ 284891 w 464267"/>
                  <a:gd name="connsiteY8" fmla="*/ 2716 h 163185"/>
                  <a:gd name="connsiteX9" fmla="*/ 243911 w 464267"/>
                  <a:gd name="connsiteY9" fmla="*/ 2716 h 163185"/>
                  <a:gd name="connsiteX10" fmla="*/ 243911 w 464267"/>
                  <a:gd name="connsiteY10" fmla="*/ 64248 h 163185"/>
                  <a:gd name="connsiteX11" fmla="*/ 208865 w 464267"/>
                  <a:gd name="connsiteY11" fmla="*/ 16638 h 163185"/>
                  <a:gd name="connsiteX12" fmla="*/ 181057 w 464267"/>
                  <a:gd name="connsiteY12" fmla="*/ 2716 h 163185"/>
                  <a:gd name="connsiteX13" fmla="*/ 0 w 464267"/>
                  <a:gd name="connsiteY13" fmla="*/ 2716 h 163185"/>
                  <a:gd name="connsiteX14" fmla="*/ 0 w 464267"/>
                  <a:gd name="connsiteY14" fmla="*/ 44643 h 163185"/>
                  <a:gd name="connsiteX15" fmla="*/ 17121 w 464267"/>
                  <a:gd name="connsiteY15" fmla="*/ 61782 h 163185"/>
                  <a:gd name="connsiteX16" fmla="*/ 44214 w 464267"/>
                  <a:gd name="connsiteY16" fmla="*/ 61782 h 163185"/>
                  <a:gd name="connsiteX17" fmla="*/ 44214 w 464267"/>
                  <a:gd name="connsiteY17" fmla="*/ 143115 h 163185"/>
                  <a:gd name="connsiteX18" fmla="*/ 61603 w 464267"/>
                  <a:gd name="connsiteY18" fmla="*/ 160504 h 163185"/>
                  <a:gd name="connsiteX19" fmla="*/ 105943 w 464267"/>
                  <a:gd name="connsiteY19" fmla="*/ 160504 h 163185"/>
                  <a:gd name="connsiteX20" fmla="*/ 105943 w 464267"/>
                  <a:gd name="connsiteY20" fmla="*/ 61764 h 163185"/>
                  <a:gd name="connsiteX21" fmla="*/ 143366 w 464267"/>
                  <a:gd name="connsiteY21" fmla="*/ 61764 h 163185"/>
                  <a:gd name="connsiteX22" fmla="*/ 143366 w 464267"/>
                  <a:gd name="connsiteY22" fmla="*/ 143097 h 163185"/>
                  <a:gd name="connsiteX23" fmla="*/ 160755 w 464267"/>
                  <a:gd name="connsiteY23" fmla="*/ 160486 h 163185"/>
                  <a:gd name="connsiteX24" fmla="*/ 201752 w 464267"/>
                  <a:gd name="connsiteY24" fmla="*/ 160486 h 163185"/>
                  <a:gd name="connsiteX25" fmla="*/ 201752 w 464267"/>
                  <a:gd name="connsiteY25" fmla="*/ 98955 h 163185"/>
                  <a:gd name="connsiteX26" fmla="*/ 236673 w 464267"/>
                  <a:gd name="connsiteY26" fmla="*/ 146564 h 163185"/>
                  <a:gd name="connsiteX27" fmla="*/ 264499 w 464267"/>
                  <a:gd name="connsiteY27" fmla="*/ 160486 h 163185"/>
                  <a:gd name="connsiteX28" fmla="*/ 302280 w 464267"/>
                  <a:gd name="connsiteY28" fmla="*/ 160486 h 163185"/>
                  <a:gd name="connsiteX29" fmla="*/ 302280 w 464267"/>
                  <a:gd name="connsiteY29" fmla="*/ 96345 h 163185"/>
                  <a:gd name="connsiteX30" fmla="*/ 382648 w 464267"/>
                  <a:gd name="connsiteY30" fmla="*/ 163185 h 163185"/>
                  <a:gd name="connsiteX31" fmla="*/ 464268 w 464267"/>
                  <a:gd name="connsiteY31" fmla="*/ 81601 h 163185"/>
                  <a:gd name="connsiteX32" fmla="*/ 382648 w 464267"/>
                  <a:gd name="connsiteY32" fmla="*/ 0 h 163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4267" h="163185">
                    <a:moveTo>
                      <a:pt x="382648" y="105925"/>
                    </a:moveTo>
                    <a:cubicBezTo>
                      <a:pt x="369209" y="105925"/>
                      <a:pt x="358307" y="95041"/>
                      <a:pt x="358307" y="81584"/>
                    </a:cubicBezTo>
                    <a:cubicBezTo>
                      <a:pt x="358307" y="68144"/>
                      <a:pt x="369209" y="57243"/>
                      <a:pt x="382648" y="57243"/>
                    </a:cubicBezTo>
                    <a:cubicBezTo>
                      <a:pt x="396087" y="57243"/>
                      <a:pt x="406989" y="68144"/>
                      <a:pt x="406989" y="81584"/>
                    </a:cubicBezTo>
                    <a:cubicBezTo>
                      <a:pt x="406989" y="95041"/>
                      <a:pt x="396087" y="105925"/>
                      <a:pt x="382648" y="105925"/>
                    </a:cubicBezTo>
                    <a:moveTo>
                      <a:pt x="382648" y="0"/>
                    </a:moveTo>
                    <a:cubicBezTo>
                      <a:pt x="341311" y="0"/>
                      <a:pt x="308713" y="28344"/>
                      <a:pt x="302280" y="67394"/>
                    </a:cubicBezTo>
                    <a:lnTo>
                      <a:pt x="302280" y="20105"/>
                    </a:lnTo>
                    <a:cubicBezTo>
                      <a:pt x="302280" y="7935"/>
                      <a:pt x="297061" y="2716"/>
                      <a:pt x="284891" y="2716"/>
                    </a:cubicBezTo>
                    <a:lnTo>
                      <a:pt x="243911" y="2716"/>
                    </a:lnTo>
                    <a:lnTo>
                      <a:pt x="243911" y="64248"/>
                    </a:lnTo>
                    <a:lnTo>
                      <a:pt x="208865" y="16638"/>
                    </a:lnTo>
                    <a:cubicBezTo>
                      <a:pt x="201252" y="6541"/>
                      <a:pt x="193728" y="2716"/>
                      <a:pt x="181057" y="2716"/>
                    </a:cubicBezTo>
                    <a:lnTo>
                      <a:pt x="0" y="2716"/>
                    </a:lnTo>
                    <a:lnTo>
                      <a:pt x="0" y="44643"/>
                    </a:lnTo>
                    <a:cubicBezTo>
                      <a:pt x="0" y="56635"/>
                      <a:pt x="5147" y="61782"/>
                      <a:pt x="17121" y="61782"/>
                    </a:cubicBezTo>
                    <a:lnTo>
                      <a:pt x="44214" y="61782"/>
                    </a:lnTo>
                    <a:lnTo>
                      <a:pt x="44214" y="143115"/>
                    </a:lnTo>
                    <a:cubicBezTo>
                      <a:pt x="44214" y="155268"/>
                      <a:pt x="49433" y="160504"/>
                      <a:pt x="61603" y="160504"/>
                    </a:cubicBezTo>
                    <a:lnTo>
                      <a:pt x="105943" y="160504"/>
                    </a:lnTo>
                    <a:lnTo>
                      <a:pt x="105943" y="61764"/>
                    </a:lnTo>
                    <a:lnTo>
                      <a:pt x="143366" y="61764"/>
                    </a:lnTo>
                    <a:lnTo>
                      <a:pt x="143366" y="143097"/>
                    </a:lnTo>
                    <a:cubicBezTo>
                      <a:pt x="143366" y="155250"/>
                      <a:pt x="148602" y="160486"/>
                      <a:pt x="160755" y="160486"/>
                    </a:cubicBezTo>
                    <a:lnTo>
                      <a:pt x="201752" y="160486"/>
                    </a:lnTo>
                    <a:lnTo>
                      <a:pt x="201752" y="98955"/>
                    </a:lnTo>
                    <a:lnTo>
                      <a:pt x="236673" y="146564"/>
                    </a:lnTo>
                    <a:cubicBezTo>
                      <a:pt x="244304" y="156680"/>
                      <a:pt x="251828" y="160486"/>
                      <a:pt x="264499" y="160486"/>
                    </a:cubicBezTo>
                    <a:lnTo>
                      <a:pt x="302280" y="160486"/>
                    </a:lnTo>
                    <a:lnTo>
                      <a:pt x="302280" y="96345"/>
                    </a:lnTo>
                    <a:cubicBezTo>
                      <a:pt x="308642" y="135859"/>
                      <a:pt x="340400" y="163185"/>
                      <a:pt x="382648" y="163185"/>
                    </a:cubicBezTo>
                    <a:cubicBezTo>
                      <a:pt x="428864" y="163185"/>
                      <a:pt x="464268" y="127799"/>
                      <a:pt x="464268" y="81601"/>
                    </a:cubicBezTo>
                    <a:cubicBezTo>
                      <a:pt x="464268" y="34260"/>
                      <a:pt x="429990" y="0"/>
                      <a:pt x="382648" y="0"/>
                    </a:cubicBezTo>
                  </a:path>
                </a:pathLst>
              </a:custGeom>
              <a:solidFill>
                <a:schemeClr val="bg1"/>
              </a:solidFill>
              <a:ln w="17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7" name="Vrije vorm: vorm 26">
                <a:extLst>
                  <a:ext uri="{FF2B5EF4-FFF2-40B4-BE49-F238E27FC236}">
                    <a16:creationId xmlns:a16="http://schemas.microsoft.com/office/drawing/2014/main" id="{72AF70F2-9438-1D86-F5E7-C2B4D8E16115}"/>
                  </a:ext>
                </a:extLst>
              </p:cNvPr>
              <p:cNvSpPr/>
              <p:nvPr/>
            </p:nvSpPr>
            <p:spPr>
              <a:xfrm>
                <a:off x="11009156" y="6435044"/>
                <a:ext cx="276312" cy="69520"/>
              </a:xfrm>
              <a:custGeom>
                <a:avLst/>
                <a:gdLst>
                  <a:gd name="connsiteX0" fmla="*/ 240944 w 276312"/>
                  <a:gd name="connsiteY0" fmla="*/ 37995 h 69520"/>
                  <a:gd name="connsiteX1" fmla="*/ 252632 w 276312"/>
                  <a:gd name="connsiteY1" fmla="*/ 25038 h 69520"/>
                  <a:gd name="connsiteX2" fmla="*/ 264535 w 276312"/>
                  <a:gd name="connsiteY2" fmla="*/ 37995 h 69520"/>
                  <a:gd name="connsiteX3" fmla="*/ 240944 w 276312"/>
                  <a:gd name="connsiteY3" fmla="*/ 37995 h 69520"/>
                  <a:gd name="connsiteX4" fmla="*/ 240748 w 276312"/>
                  <a:gd name="connsiteY4" fmla="*/ 44947 h 69520"/>
                  <a:gd name="connsiteX5" fmla="*/ 276312 w 276312"/>
                  <a:gd name="connsiteY5" fmla="*/ 44947 h 69520"/>
                  <a:gd name="connsiteX6" fmla="*/ 276312 w 276312"/>
                  <a:gd name="connsiteY6" fmla="*/ 43213 h 69520"/>
                  <a:gd name="connsiteX7" fmla="*/ 252632 w 276312"/>
                  <a:gd name="connsiteY7" fmla="*/ 17139 h 69520"/>
                  <a:gd name="connsiteX8" fmla="*/ 228863 w 276312"/>
                  <a:gd name="connsiteY8" fmla="*/ 43428 h 69520"/>
                  <a:gd name="connsiteX9" fmla="*/ 252936 w 276312"/>
                  <a:gd name="connsiteY9" fmla="*/ 69520 h 69520"/>
                  <a:gd name="connsiteX10" fmla="*/ 275830 w 276312"/>
                  <a:gd name="connsiteY10" fmla="*/ 53865 h 69520"/>
                  <a:gd name="connsiteX11" fmla="*/ 265107 w 276312"/>
                  <a:gd name="connsiteY11" fmla="*/ 52703 h 69520"/>
                  <a:gd name="connsiteX12" fmla="*/ 253508 w 276312"/>
                  <a:gd name="connsiteY12" fmla="*/ 61121 h 69520"/>
                  <a:gd name="connsiteX13" fmla="*/ 240748 w 276312"/>
                  <a:gd name="connsiteY13" fmla="*/ 45251 h 69520"/>
                  <a:gd name="connsiteX14" fmla="*/ 240748 w 276312"/>
                  <a:gd name="connsiteY14" fmla="*/ 44947 h 69520"/>
                  <a:gd name="connsiteX15" fmla="*/ 229256 w 276312"/>
                  <a:gd name="connsiteY15" fmla="*/ 876 h 69520"/>
                  <a:gd name="connsiteX16" fmla="*/ 219677 w 276312"/>
                  <a:gd name="connsiteY16" fmla="*/ 0 h 69520"/>
                  <a:gd name="connsiteX17" fmla="*/ 203753 w 276312"/>
                  <a:gd name="connsiteY17" fmla="*/ 17496 h 69520"/>
                  <a:gd name="connsiteX18" fmla="*/ 203753 w 276312"/>
                  <a:gd name="connsiteY18" fmla="*/ 18461 h 69520"/>
                  <a:gd name="connsiteX19" fmla="*/ 195533 w 276312"/>
                  <a:gd name="connsiteY19" fmla="*/ 18461 h 69520"/>
                  <a:gd name="connsiteX20" fmla="*/ 195533 w 276312"/>
                  <a:gd name="connsiteY20" fmla="*/ 26075 h 69520"/>
                  <a:gd name="connsiteX21" fmla="*/ 203753 w 276312"/>
                  <a:gd name="connsiteY21" fmla="*/ 26075 h 69520"/>
                  <a:gd name="connsiteX22" fmla="*/ 203753 w 276312"/>
                  <a:gd name="connsiteY22" fmla="*/ 68126 h 69520"/>
                  <a:gd name="connsiteX23" fmla="*/ 214655 w 276312"/>
                  <a:gd name="connsiteY23" fmla="*/ 68126 h 69520"/>
                  <a:gd name="connsiteX24" fmla="*/ 214655 w 276312"/>
                  <a:gd name="connsiteY24" fmla="*/ 26092 h 69520"/>
                  <a:gd name="connsiteX25" fmla="*/ 226540 w 276312"/>
                  <a:gd name="connsiteY25" fmla="*/ 26092 h 69520"/>
                  <a:gd name="connsiteX26" fmla="*/ 226540 w 276312"/>
                  <a:gd name="connsiteY26" fmla="*/ 18479 h 69520"/>
                  <a:gd name="connsiteX27" fmla="*/ 214459 w 276312"/>
                  <a:gd name="connsiteY27" fmla="*/ 18479 h 69520"/>
                  <a:gd name="connsiteX28" fmla="*/ 214459 w 276312"/>
                  <a:gd name="connsiteY28" fmla="*/ 17121 h 69520"/>
                  <a:gd name="connsiteX29" fmla="*/ 222680 w 276312"/>
                  <a:gd name="connsiteY29" fmla="*/ 8310 h 69520"/>
                  <a:gd name="connsiteX30" fmla="*/ 229256 w 276312"/>
                  <a:gd name="connsiteY30" fmla="*/ 8989 h 69520"/>
                  <a:gd name="connsiteX31" fmla="*/ 229256 w 276312"/>
                  <a:gd name="connsiteY31" fmla="*/ 876 h 69520"/>
                  <a:gd name="connsiteX32" fmla="*/ 175248 w 276312"/>
                  <a:gd name="connsiteY32" fmla="*/ 68144 h 69520"/>
                  <a:gd name="connsiteX33" fmla="*/ 186543 w 276312"/>
                  <a:gd name="connsiteY33" fmla="*/ 68144 h 69520"/>
                  <a:gd name="connsiteX34" fmla="*/ 186543 w 276312"/>
                  <a:gd name="connsiteY34" fmla="*/ 18479 h 69520"/>
                  <a:gd name="connsiteX35" fmla="*/ 175248 w 276312"/>
                  <a:gd name="connsiteY35" fmla="*/ 18479 h 69520"/>
                  <a:gd name="connsiteX36" fmla="*/ 175248 w 276312"/>
                  <a:gd name="connsiteY36" fmla="*/ 68144 h 69520"/>
                  <a:gd name="connsiteX37" fmla="*/ 175248 w 276312"/>
                  <a:gd name="connsiteY37" fmla="*/ 10348 h 69520"/>
                  <a:gd name="connsiteX38" fmla="*/ 186543 w 276312"/>
                  <a:gd name="connsiteY38" fmla="*/ 10348 h 69520"/>
                  <a:gd name="connsiteX39" fmla="*/ 186543 w 276312"/>
                  <a:gd name="connsiteY39" fmla="*/ 1090 h 69520"/>
                  <a:gd name="connsiteX40" fmla="*/ 175248 w 276312"/>
                  <a:gd name="connsiteY40" fmla="*/ 1090 h 69520"/>
                  <a:gd name="connsiteX41" fmla="*/ 175248 w 276312"/>
                  <a:gd name="connsiteY41" fmla="*/ 10348 h 69520"/>
                  <a:gd name="connsiteX42" fmla="*/ 147941 w 276312"/>
                  <a:gd name="connsiteY42" fmla="*/ 68144 h 69520"/>
                  <a:gd name="connsiteX43" fmla="*/ 159236 w 276312"/>
                  <a:gd name="connsiteY43" fmla="*/ 68144 h 69520"/>
                  <a:gd name="connsiteX44" fmla="*/ 159236 w 276312"/>
                  <a:gd name="connsiteY44" fmla="*/ 1072 h 69520"/>
                  <a:gd name="connsiteX45" fmla="*/ 147941 w 276312"/>
                  <a:gd name="connsiteY45" fmla="*/ 1072 h 69520"/>
                  <a:gd name="connsiteX46" fmla="*/ 147941 w 276312"/>
                  <a:gd name="connsiteY46" fmla="*/ 68144 h 69520"/>
                  <a:gd name="connsiteX47" fmla="*/ 118989 w 276312"/>
                  <a:gd name="connsiteY47" fmla="*/ 17228 h 69520"/>
                  <a:gd name="connsiteX48" fmla="*/ 116380 w 276312"/>
                  <a:gd name="connsiteY48" fmla="*/ 17121 h 69520"/>
                  <a:gd name="connsiteX49" fmla="*/ 102368 w 276312"/>
                  <a:gd name="connsiteY49" fmla="*/ 29184 h 69520"/>
                  <a:gd name="connsiteX50" fmla="*/ 102368 w 276312"/>
                  <a:gd name="connsiteY50" fmla="*/ 18461 h 69520"/>
                  <a:gd name="connsiteX51" fmla="*/ 92235 w 276312"/>
                  <a:gd name="connsiteY51" fmla="*/ 18461 h 69520"/>
                  <a:gd name="connsiteX52" fmla="*/ 92235 w 276312"/>
                  <a:gd name="connsiteY52" fmla="*/ 68126 h 69520"/>
                  <a:gd name="connsiteX53" fmla="*/ 103333 w 276312"/>
                  <a:gd name="connsiteY53" fmla="*/ 68126 h 69520"/>
                  <a:gd name="connsiteX54" fmla="*/ 103333 w 276312"/>
                  <a:gd name="connsiteY54" fmla="*/ 43499 h 69520"/>
                  <a:gd name="connsiteX55" fmla="*/ 116576 w 276312"/>
                  <a:gd name="connsiteY55" fmla="*/ 27826 h 69520"/>
                  <a:gd name="connsiteX56" fmla="*/ 118989 w 276312"/>
                  <a:gd name="connsiteY56" fmla="*/ 27933 h 69520"/>
                  <a:gd name="connsiteX57" fmla="*/ 118989 w 276312"/>
                  <a:gd name="connsiteY57" fmla="*/ 17228 h 69520"/>
                  <a:gd name="connsiteX58" fmla="*/ 59351 w 276312"/>
                  <a:gd name="connsiteY58" fmla="*/ 25235 h 69520"/>
                  <a:gd name="connsiteX59" fmla="*/ 71254 w 276312"/>
                  <a:gd name="connsiteY59" fmla="*/ 43321 h 69520"/>
                  <a:gd name="connsiteX60" fmla="*/ 59351 w 276312"/>
                  <a:gd name="connsiteY60" fmla="*/ 61299 h 69520"/>
                  <a:gd name="connsiteX61" fmla="*/ 47556 w 276312"/>
                  <a:gd name="connsiteY61" fmla="*/ 43321 h 69520"/>
                  <a:gd name="connsiteX62" fmla="*/ 59351 w 276312"/>
                  <a:gd name="connsiteY62" fmla="*/ 25235 h 69520"/>
                  <a:gd name="connsiteX63" fmla="*/ 59351 w 276312"/>
                  <a:gd name="connsiteY63" fmla="*/ 17121 h 69520"/>
                  <a:gd name="connsiteX64" fmla="*/ 35689 w 276312"/>
                  <a:gd name="connsiteY64" fmla="*/ 43321 h 69520"/>
                  <a:gd name="connsiteX65" fmla="*/ 59351 w 276312"/>
                  <a:gd name="connsiteY65" fmla="*/ 69502 h 69520"/>
                  <a:gd name="connsiteX66" fmla="*/ 83121 w 276312"/>
                  <a:gd name="connsiteY66" fmla="*/ 43321 h 69520"/>
                  <a:gd name="connsiteX67" fmla="*/ 59351 w 276312"/>
                  <a:gd name="connsiteY67" fmla="*/ 17121 h 69520"/>
                  <a:gd name="connsiteX68" fmla="*/ 33724 w 276312"/>
                  <a:gd name="connsiteY68" fmla="*/ 876 h 69520"/>
                  <a:gd name="connsiteX69" fmla="*/ 24162 w 276312"/>
                  <a:gd name="connsiteY69" fmla="*/ 0 h 69520"/>
                  <a:gd name="connsiteX70" fmla="*/ 8221 w 276312"/>
                  <a:gd name="connsiteY70" fmla="*/ 17496 h 69520"/>
                  <a:gd name="connsiteX71" fmla="*/ 8221 w 276312"/>
                  <a:gd name="connsiteY71" fmla="*/ 18461 h 69520"/>
                  <a:gd name="connsiteX72" fmla="*/ 0 w 276312"/>
                  <a:gd name="connsiteY72" fmla="*/ 18461 h 69520"/>
                  <a:gd name="connsiteX73" fmla="*/ 0 w 276312"/>
                  <a:gd name="connsiteY73" fmla="*/ 26075 h 69520"/>
                  <a:gd name="connsiteX74" fmla="*/ 8221 w 276312"/>
                  <a:gd name="connsiteY74" fmla="*/ 26075 h 69520"/>
                  <a:gd name="connsiteX75" fmla="*/ 8221 w 276312"/>
                  <a:gd name="connsiteY75" fmla="*/ 68126 h 69520"/>
                  <a:gd name="connsiteX76" fmla="*/ 19140 w 276312"/>
                  <a:gd name="connsiteY76" fmla="*/ 68126 h 69520"/>
                  <a:gd name="connsiteX77" fmla="*/ 19140 w 276312"/>
                  <a:gd name="connsiteY77" fmla="*/ 26092 h 69520"/>
                  <a:gd name="connsiteX78" fmla="*/ 31025 w 276312"/>
                  <a:gd name="connsiteY78" fmla="*/ 26092 h 69520"/>
                  <a:gd name="connsiteX79" fmla="*/ 31025 w 276312"/>
                  <a:gd name="connsiteY79" fmla="*/ 18479 h 69520"/>
                  <a:gd name="connsiteX80" fmla="*/ 18944 w 276312"/>
                  <a:gd name="connsiteY80" fmla="*/ 18479 h 69520"/>
                  <a:gd name="connsiteX81" fmla="*/ 18944 w 276312"/>
                  <a:gd name="connsiteY81" fmla="*/ 17121 h 69520"/>
                  <a:gd name="connsiteX82" fmla="*/ 27165 w 276312"/>
                  <a:gd name="connsiteY82" fmla="*/ 8310 h 69520"/>
                  <a:gd name="connsiteX83" fmla="*/ 33742 w 276312"/>
                  <a:gd name="connsiteY83" fmla="*/ 8989 h 69520"/>
                  <a:gd name="connsiteX84" fmla="*/ 33742 w 276312"/>
                  <a:gd name="connsiteY84" fmla="*/ 876 h 695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</a:cxnLst>
                <a:rect l="l" t="t" r="r" b="b"/>
                <a:pathLst>
                  <a:path w="276312" h="69520">
                    <a:moveTo>
                      <a:pt x="240944" y="37995"/>
                    </a:moveTo>
                    <a:cubicBezTo>
                      <a:pt x="241624" y="29667"/>
                      <a:pt x="246163" y="25038"/>
                      <a:pt x="252632" y="25038"/>
                    </a:cubicBezTo>
                    <a:cubicBezTo>
                      <a:pt x="259995" y="25038"/>
                      <a:pt x="264249" y="29488"/>
                      <a:pt x="264535" y="37995"/>
                    </a:cubicBezTo>
                    <a:lnTo>
                      <a:pt x="240944" y="37995"/>
                    </a:lnTo>
                    <a:close/>
                    <a:moveTo>
                      <a:pt x="240748" y="44947"/>
                    </a:moveTo>
                    <a:lnTo>
                      <a:pt x="276312" y="44947"/>
                    </a:lnTo>
                    <a:lnTo>
                      <a:pt x="276312" y="43213"/>
                    </a:lnTo>
                    <a:cubicBezTo>
                      <a:pt x="276312" y="27075"/>
                      <a:pt x="267055" y="17139"/>
                      <a:pt x="252632" y="17139"/>
                    </a:cubicBezTo>
                    <a:cubicBezTo>
                      <a:pt x="238514" y="17139"/>
                      <a:pt x="228863" y="27665"/>
                      <a:pt x="228863" y="43428"/>
                    </a:cubicBezTo>
                    <a:cubicBezTo>
                      <a:pt x="228863" y="59191"/>
                      <a:pt x="238425" y="69520"/>
                      <a:pt x="252936" y="69520"/>
                    </a:cubicBezTo>
                    <a:cubicBezTo>
                      <a:pt x="264249" y="69520"/>
                      <a:pt x="272255" y="64016"/>
                      <a:pt x="275830" y="53865"/>
                    </a:cubicBezTo>
                    <a:lnTo>
                      <a:pt x="265107" y="52703"/>
                    </a:lnTo>
                    <a:cubicBezTo>
                      <a:pt x="263284" y="58118"/>
                      <a:pt x="258923" y="61121"/>
                      <a:pt x="253508" y="61121"/>
                    </a:cubicBezTo>
                    <a:cubicBezTo>
                      <a:pt x="245680" y="61121"/>
                      <a:pt x="240748" y="55402"/>
                      <a:pt x="240748" y="45251"/>
                    </a:cubicBezTo>
                    <a:lnTo>
                      <a:pt x="240748" y="44947"/>
                    </a:lnTo>
                    <a:close/>
                    <a:moveTo>
                      <a:pt x="229256" y="876"/>
                    </a:moveTo>
                    <a:cubicBezTo>
                      <a:pt x="226254" y="197"/>
                      <a:pt x="223073" y="0"/>
                      <a:pt x="219677" y="0"/>
                    </a:cubicBezTo>
                    <a:cubicBezTo>
                      <a:pt x="208776" y="0"/>
                      <a:pt x="203753" y="5594"/>
                      <a:pt x="203753" y="17496"/>
                    </a:cubicBezTo>
                    <a:lnTo>
                      <a:pt x="203753" y="18461"/>
                    </a:lnTo>
                    <a:lnTo>
                      <a:pt x="195533" y="18461"/>
                    </a:lnTo>
                    <a:lnTo>
                      <a:pt x="195533" y="26075"/>
                    </a:lnTo>
                    <a:lnTo>
                      <a:pt x="203753" y="26075"/>
                    </a:lnTo>
                    <a:lnTo>
                      <a:pt x="203753" y="68126"/>
                    </a:lnTo>
                    <a:lnTo>
                      <a:pt x="214655" y="68126"/>
                    </a:lnTo>
                    <a:lnTo>
                      <a:pt x="214655" y="26092"/>
                    </a:lnTo>
                    <a:lnTo>
                      <a:pt x="226540" y="26092"/>
                    </a:lnTo>
                    <a:lnTo>
                      <a:pt x="226540" y="18479"/>
                    </a:lnTo>
                    <a:lnTo>
                      <a:pt x="214459" y="18479"/>
                    </a:lnTo>
                    <a:lnTo>
                      <a:pt x="214459" y="17121"/>
                    </a:lnTo>
                    <a:cubicBezTo>
                      <a:pt x="214459" y="11027"/>
                      <a:pt x="216871" y="8310"/>
                      <a:pt x="222680" y="8310"/>
                    </a:cubicBezTo>
                    <a:cubicBezTo>
                      <a:pt x="224324" y="8310"/>
                      <a:pt x="226450" y="8507"/>
                      <a:pt x="229256" y="8989"/>
                    </a:cubicBezTo>
                    <a:lnTo>
                      <a:pt x="229256" y="876"/>
                    </a:lnTo>
                    <a:close/>
                    <a:moveTo>
                      <a:pt x="175248" y="68144"/>
                    </a:moveTo>
                    <a:lnTo>
                      <a:pt x="186543" y="68144"/>
                    </a:lnTo>
                    <a:lnTo>
                      <a:pt x="186543" y="18479"/>
                    </a:lnTo>
                    <a:lnTo>
                      <a:pt x="175248" y="18479"/>
                    </a:lnTo>
                    <a:lnTo>
                      <a:pt x="175248" y="68144"/>
                    </a:lnTo>
                    <a:close/>
                    <a:moveTo>
                      <a:pt x="175248" y="10348"/>
                    </a:moveTo>
                    <a:lnTo>
                      <a:pt x="186543" y="10348"/>
                    </a:lnTo>
                    <a:lnTo>
                      <a:pt x="186543" y="1090"/>
                    </a:lnTo>
                    <a:lnTo>
                      <a:pt x="175248" y="1090"/>
                    </a:lnTo>
                    <a:lnTo>
                      <a:pt x="175248" y="10348"/>
                    </a:lnTo>
                    <a:close/>
                    <a:moveTo>
                      <a:pt x="147941" y="68144"/>
                    </a:moveTo>
                    <a:lnTo>
                      <a:pt x="159236" y="68144"/>
                    </a:lnTo>
                    <a:lnTo>
                      <a:pt x="159236" y="1072"/>
                    </a:lnTo>
                    <a:lnTo>
                      <a:pt x="147941" y="1072"/>
                    </a:lnTo>
                    <a:lnTo>
                      <a:pt x="147941" y="68144"/>
                    </a:lnTo>
                    <a:close/>
                    <a:moveTo>
                      <a:pt x="118989" y="17228"/>
                    </a:moveTo>
                    <a:cubicBezTo>
                      <a:pt x="118024" y="17121"/>
                      <a:pt x="117148" y="17121"/>
                      <a:pt x="116380" y="17121"/>
                    </a:cubicBezTo>
                    <a:cubicBezTo>
                      <a:pt x="109409" y="17121"/>
                      <a:pt x="104870" y="21071"/>
                      <a:pt x="102368" y="29184"/>
                    </a:cubicBezTo>
                    <a:lnTo>
                      <a:pt x="102368" y="18461"/>
                    </a:lnTo>
                    <a:lnTo>
                      <a:pt x="92235" y="18461"/>
                    </a:lnTo>
                    <a:lnTo>
                      <a:pt x="92235" y="68126"/>
                    </a:lnTo>
                    <a:lnTo>
                      <a:pt x="103333" y="68126"/>
                    </a:lnTo>
                    <a:lnTo>
                      <a:pt x="103333" y="43499"/>
                    </a:lnTo>
                    <a:cubicBezTo>
                      <a:pt x="103351" y="33724"/>
                      <a:pt x="108570" y="27826"/>
                      <a:pt x="116576" y="27826"/>
                    </a:cubicBezTo>
                    <a:cubicBezTo>
                      <a:pt x="117059" y="27826"/>
                      <a:pt x="117934" y="27826"/>
                      <a:pt x="118989" y="27933"/>
                    </a:cubicBezTo>
                    <a:lnTo>
                      <a:pt x="118989" y="17228"/>
                    </a:lnTo>
                    <a:close/>
                    <a:moveTo>
                      <a:pt x="59351" y="25235"/>
                    </a:moveTo>
                    <a:cubicBezTo>
                      <a:pt x="66607" y="25235"/>
                      <a:pt x="71254" y="31704"/>
                      <a:pt x="71254" y="43321"/>
                    </a:cubicBezTo>
                    <a:cubicBezTo>
                      <a:pt x="71254" y="54919"/>
                      <a:pt x="66607" y="61299"/>
                      <a:pt x="59351" y="61299"/>
                    </a:cubicBezTo>
                    <a:cubicBezTo>
                      <a:pt x="52006" y="61299"/>
                      <a:pt x="47556" y="55009"/>
                      <a:pt x="47556" y="43321"/>
                    </a:cubicBezTo>
                    <a:cubicBezTo>
                      <a:pt x="47556" y="31597"/>
                      <a:pt x="52006" y="25235"/>
                      <a:pt x="59351" y="25235"/>
                    </a:cubicBezTo>
                    <a:moveTo>
                      <a:pt x="59351" y="17121"/>
                    </a:moveTo>
                    <a:cubicBezTo>
                      <a:pt x="45340" y="17121"/>
                      <a:pt x="35689" y="27361"/>
                      <a:pt x="35689" y="43321"/>
                    </a:cubicBezTo>
                    <a:cubicBezTo>
                      <a:pt x="35689" y="59262"/>
                      <a:pt x="45251" y="69502"/>
                      <a:pt x="59351" y="69502"/>
                    </a:cubicBezTo>
                    <a:cubicBezTo>
                      <a:pt x="73470" y="69502"/>
                      <a:pt x="83121" y="59262"/>
                      <a:pt x="83121" y="43321"/>
                    </a:cubicBezTo>
                    <a:cubicBezTo>
                      <a:pt x="83121" y="27361"/>
                      <a:pt x="73470" y="17121"/>
                      <a:pt x="59351" y="17121"/>
                    </a:cubicBezTo>
                    <a:moveTo>
                      <a:pt x="33724" y="876"/>
                    </a:moveTo>
                    <a:cubicBezTo>
                      <a:pt x="30721" y="197"/>
                      <a:pt x="27540" y="0"/>
                      <a:pt x="24162" y="0"/>
                    </a:cubicBezTo>
                    <a:cubicBezTo>
                      <a:pt x="13243" y="0"/>
                      <a:pt x="8221" y="5594"/>
                      <a:pt x="8221" y="17496"/>
                    </a:cubicBezTo>
                    <a:lnTo>
                      <a:pt x="8221" y="18461"/>
                    </a:lnTo>
                    <a:lnTo>
                      <a:pt x="0" y="18461"/>
                    </a:lnTo>
                    <a:lnTo>
                      <a:pt x="0" y="26075"/>
                    </a:lnTo>
                    <a:lnTo>
                      <a:pt x="8221" y="26075"/>
                    </a:lnTo>
                    <a:lnTo>
                      <a:pt x="8221" y="68126"/>
                    </a:lnTo>
                    <a:lnTo>
                      <a:pt x="19140" y="68126"/>
                    </a:lnTo>
                    <a:lnTo>
                      <a:pt x="19140" y="26092"/>
                    </a:lnTo>
                    <a:lnTo>
                      <a:pt x="31025" y="26092"/>
                    </a:lnTo>
                    <a:lnTo>
                      <a:pt x="31025" y="18479"/>
                    </a:lnTo>
                    <a:lnTo>
                      <a:pt x="18944" y="18479"/>
                    </a:lnTo>
                    <a:lnTo>
                      <a:pt x="18944" y="17121"/>
                    </a:lnTo>
                    <a:cubicBezTo>
                      <a:pt x="18944" y="11027"/>
                      <a:pt x="21356" y="8310"/>
                      <a:pt x="27165" y="8310"/>
                    </a:cubicBezTo>
                    <a:cubicBezTo>
                      <a:pt x="28809" y="8310"/>
                      <a:pt x="30936" y="8507"/>
                      <a:pt x="33742" y="8989"/>
                    </a:cubicBezTo>
                    <a:lnTo>
                      <a:pt x="33742" y="876"/>
                    </a:lnTo>
                    <a:close/>
                  </a:path>
                </a:pathLst>
              </a:custGeom>
              <a:solidFill>
                <a:schemeClr val="bg1"/>
              </a:solidFill>
              <a:ln w="17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8" name="Vrije vorm: vorm 27">
                <a:extLst>
                  <a:ext uri="{FF2B5EF4-FFF2-40B4-BE49-F238E27FC236}">
                    <a16:creationId xmlns:a16="http://schemas.microsoft.com/office/drawing/2014/main" id="{E4D1479E-2872-5B85-8BF2-C1DC563951CF}"/>
                  </a:ext>
                </a:extLst>
              </p:cNvPr>
              <p:cNvSpPr/>
              <p:nvPr/>
            </p:nvSpPr>
            <p:spPr>
              <a:xfrm>
                <a:off x="11013731" y="6345060"/>
                <a:ext cx="456064" cy="68394"/>
              </a:xfrm>
              <a:custGeom>
                <a:avLst/>
                <a:gdLst>
                  <a:gd name="connsiteX0" fmla="*/ 414299 w 456064"/>
                  <a:gd name="connsiteY0" fmla="*/ 17389 h 68394"/>
                  <a:gd name="connsiteX1" fmla="*/ 414299 w 456064"/>
                  <a:gd name="connsiteY1" fmla="*/ 67054 h 68394"/>
                  <a:gd name="connsiteX2" fmla="*/ 425218 w 456064"/>
                  <a:gd name="connsiteY2" fmla="*/ 67054 h 68394"/>
                  <a:gd name="connsiteX3" fmla="*/ 425218 w 456064"/>
                  <a:gd name="connsiteY3" fmla="*/ 38638 h 68394"/>
                  <a:gd name="connsiteX4" fmla="*/ 436728 w 456064"/>
                  <a:gd name="connsiteY4" fmla="*/ 24520 h 68394"/>
                  <a:gd name="connsiteX5" fmla="*/ 445145 w 456064"/>
                  <a:gd name="connsiteY5" fmla="*/ 35350 h 68394"/>
                  <a:gd name="connsiteX6" fmla="*/ 445145 w 456064"/>
                  <a:gd name="connsiteY6" fmla="*/ 67036 h 68394"/>
                  <a:gd name="connsiteX7" fmla="*/ 456064 w 456064"/>
                  <a:gd name="connsiteY7" fmla="*/ 67036 h 68394"/>
                  <a:gd name="connsiteX8" fmla="*/ 456064 w 456064"/>
                  <a:gd name="connsiteY8" fmla="*/ 35261 h 68394"/>
                  <a:gd name="connsiteX9" fmla="*/ 439926 w 456064"/>
                  <a:gd name="connsiteY9" fmla="*/ 16031 h 68394"/>
                  <a:gd name="connsiteX10" fmla="*/ 424557 w 456064"/>
                  <a:gd name="connsiteY10" fmla="*/ 25878 h 68394"/>
                  <a:gd name="connsiteX11" fmla="*/ 424539 w 456064"/>
                  <a:gd name="connsiteY11" fmla="*/ 17371 h 68394"/>
                  <a:gd name="connsiteX12" fmla="*/ 414299 w 456064"/>
                  <a:gd name="connsiteY12" fmla="*/ 17371 h 68394"/>
                  <a:gd name="connsiteX13" fmla="*/ 380343 w 456064"/>
                  <a:gd name="connsiteY13" fmla="*/ 24144 h 68394"/>
                  <a:gd name="connsiteX14" fmla="*/ 392227 w 456064"/>
                  <a:gd name="connsiteY14" fmla="*/ 42213 h 68394"/>
                  <a:gd name="connsiteX15" fmla="*/ 380343 w 456064"/>
                  <a:gd name="connsiteY15" fmla="*/ 60191 h 68394"/>
                  <a:gd name="connsiteX16" fmla="*/ 368547 w 456064"/>
                  <a:gd name="connsiteY16" fmla="*/ 42213 h 68394"/>
                  <a:gd name="connsiteX17" fmla="*/ 380343 w 456064"/>
                  <a:gd name="connsiteY17" fmla="*/ 24144 h 68394"/>
                  <a:gd name="connsiteX18" fmla="*/ 380343 w 456064"/>
                  <a:gd name="connsiteY18" fmla="*/ 16031 h 68394"/>
                  <a:gd name="connsiteX19" fmla="*/ 356663 w 456064"/>
                  <a:gd name="connsiteY19" fmla="*/ 42213 h 68394"/>
                  <a:gd name="connsiteX20" fmla="*/ 380343 w 456064"/>
                  <a:gd name="connsiteY20" fmla="*/ 68394 h 68394"/>
                  <a:gd name="connsiteX21" fmla="*/ 404112 w 456064"/>
                  <a:gd name="connsiteY21" fmla="*/ 42213 h 68394"/>
                  <a:gd name="connsiteX22" fmla="*/ 380343 w 456064"/>
                  <a:gd name="connsiteY22" fmla="*/ 16031 h 68394"/>
                  <a:gd name="connsiteX23" fmla="*/ 335271 w 456064"/>
                  <a:gd name="connsiteY23" fmla="*/ 67054 h 68394"/>
                  <a:gd name="connsiteX24" fmla="*/ 346565 w 456064"/>
                  <a:gd name="connsiteY24" fmla="*/ 67054 h 68394"/>
                  <a:gd name="connsiteX25" fmla="*/ 346565 w 456064"/>
                  <a:gd name="connsiteY25" fmla="*/ 17389 h 68394"/>
                  <a:gd name="connsiteX26" fmla="*/ 335271 w 456064"/>
                  <a:gd name="connsiteY26" fmla="*/ 17389 h 68394"/>
                  <a:gd name="connsiteX27" fmla="*/ 335271 w 456064"/>
                  <a:gd name="connsiteY27" fmla="*/ 67054 h 68394"/>
                  <a:gd name="connsiteX28" fmla="*/ 335271 w 456064"/>
                  <a:gd name="connsiteY28" fmla="*/ 9257 h 68394"/>
                  <a:gd name="connsiteX29" fmla="*/ 346565 w 456064"/>
                  <a:gd name="connsiteY29" fmla="*/ 9257 h 68394"/>
                  <a:gd name="connsiteX30" fmla="*/ 346565 w 456064"/>
                  <a:gd name="connsiteY30" fmla="*/ 0 h 68394"/>
                  <a:gd name="connsiteX31" fmla="*/ 335271 w 456064"/>
                  <a:gd name="connsiteY31" fmla="*/ 0 h 68394"/>
                  <a:gd name="connsiteX32" fmla="*/ 335271 w 456064"/>
                  <a:gd name="connsiteY32" fmla="*/ 9257 h 68394"/>
                  <a:gd name="connsiteX33" fmla="*/ 311019 w 456064"/>
                  <a:gd name="connsiteY33" fmla="*/ 3664 h 68394"/>
                  <a:gd name="connsiteX34" fmla="*/ 300582 w 456064"/>
                  <a:gd name="connsiteY34" fmla="*/ 4521 h 68394"/>
                  <a:gd name="connsiteX35" fmla="*/ 300206 w 456064"/>
                  <a:gd name="connsiteY35" fmla="*/ 17371 h 68394"/>
                  <a:gd name="connsiteX36" fmla="*/ 291592 w 456064"/>
                  <a:gd name="connsiteY36" fmla="*/ 17371 h 68394"/>
                  <a:gd name="connsiteX37" fmla="*/ 291592 w 456064"/>
                  <a:gd name="connsiteY37" fmla="*/ 25002 h 68394"/>
                  <a:gd name="connsiteX38" fmla="*/ 299903 w 456064"/>
                  <a:gd name="connsiteY38" fmla="*/ 25002 h 68394"/>
                  <a:gd name="connsiteX39" fmla="*/ 299903 w 456064"/>
                  <a:gd name="connsiteY39" fmla="*/ 49844 h 68394"/>
                  <a:gd name="connsiteX40" fmla="*/ 315540 w 456064"/>
                  <a:gd name="connsiteY40" fmla="*/ 68377 h 68394"/>
                  <a:gd name="connsiteX41" fmla="*/ 323475 w 456064"/>
                  <a:gd name="connsiteY41" fmla="*/ 67411 h 68394"/>
                  <a:gd name="connsiteX42" fmla="*/ 323475 w 456064"/>
                  <a:gd name="connsiteY42" fmla="*/ 58815 h 68394"/>
                  <a:gd name="connsiteX43" fmla="*/ 317953 w 456064"/>
                  <a:gd name="connsiteY43" fmla="*/ 59494 h 68394"/>
                  <a:gd name="connsiteX44" fmla="*/ 311001 w 456064"/>
                  <a:gd name="connsiteY44" fmla="*/ 49057 h 68394"/>
                  <a:gd name="connsiteX45" fmla="*/ 311001 w 456064"/>
                  <a:gd name="connsiteY45" fmla="*/ 25020 h 68394"/>
                  <a:gd name="connsiteX46" fmla="*/ 322099 w 456064"/>
                  <a:gd name="connsiteY46" fmla="*/ 25020 h 68394"/>
                  <a:gd name="connsiteX47" fmla="*/ 322099 w 456064"/>
                  <a:gd name="connsiteY47" fmla="*/ 17389 h 68394"/>
                  <a:gd name="connsiteX48" fmla="*/ 311001 w 456064"/>
                  <a:gd name="connsiteY48" fmla="*/ 17389 h 68394"/>
                  <a:gd name="connsiteX49" fmla="*/ 311001 w 456064"/>
                  <a:gd name="connsiteY49" fmla="*/ 3664 h 68394"/>
                  <a:gd name="connsiteX50" fmla="*/ 272470 w 456064"/>
                  <a:gd name="connsiteY50" fmla="*/ 42320 h 68394"/>
                  <a:gd name="connsiteX51" fmla="*/ 272470 w 456064"/>
                  <a:gd name="connsiteY51" fmla="*/ 45894 h 68394"/>
                  <a:gd name="connsiteX52" fmla="*/ 259423 w 456064"/>
                  <a:gd name="connsiteY52" fmla="*/ 60316 h 68394"/>
                  <a:gd name="connsiteX53" fmla="*/ 250523 w 456064"/>
                  <a:gd name="connsiteY53" fmla="*/ 52864 h 68394"/>
                  <a:gd name="connsiteX54" fmla="*/ 269968 w 456064"/>
                  <a:gd name="connsiteY54" fmla="*/ 42320 h 68394"/>
                  <a:gd name="connsiteX55" fmla="*/ 272470 w 456064"/>
                  <a:gd name="connsiteY55" fmla="*/ 42320 h 68394"/>
                  <a:gd name="connsiteX56" fmla="*/ 240105 w 456064"/>
                  <a:gd name="connsiteY56" fmla="*/ 30239 h 68394"/>
                  <a:gd name="connsiteX57" fmla="*/ 250541 w 456064"/>
                  <a:gd name="connsiteY57" fmla="*/ 31508 h 68394"/>
                  <a:gd name="connsiteX58" fmla="*/ 262140 w 456064"/>
                  <a:gd name="connsiteY58" fmla="*/ 23769 h 68394"/>
                  <a:gd name="connsiteX59" fmla="*/ 272488 w 456064"/>
                  <a:gd name="connsiteY59" fmla="*/ 33044 h 68394"/>
                  <a:gd name="connsiteX60" fmla="*/ 272488 w 456064"/>
                  <a:gd name="connsiteY60" fmla="*/ 35654 h 68394"/>
                  <a:gd name="connsiteX61" fmla="*/ 271434 w 456064"/>
                  <a:gd name="connsiteY61" fmla="*/ 35654 h 68394"/>
                  <a:gd name="connsiteX62" fmla="*/ 238764 w 456064"/>
                  <a:gd name="connsiteY62" fmla="*/ 53436 h 68394"/>
                  <a:gd name="connsiteX63" fmla="*/ 255849 w 456064"/>
                  <a:gd name="connsiteY63" fmla="*/ 68305 h 68394"/>
                  <a:gd name="connsiteX64" fmla="*/ 272684 w 456064"/>
                  <a:gd name="connsiteY64" fmla="*/ 58458 h 68394"/>
                  <a:gd name="connsiteX65" fmla="*/ 273739 w 456064"/>
                  <a:gd name="connsiteY65" fmla="*/ 67054 h 68394"/>
                  <a:gd name="connsiteX66" fmla="*/ 284855 w 456064"/>
                  <a:gd name="connsiteY66" fmla="*/ 67054 h 68394"/>
                  <a:gd name="connsiteX67" fmla="*/ 283407 w 456064"/>
                  <a:gd name="connsiteY67" fmla="*/ 57207 h 68394"/>
                  <a:gd name="connsiteX68" fmla="*/ 283407 w 456064"/>
                  <a:gd name="connsiteY68" fmla="*/ 35546 h 68394"/>
                  <a:gd name="connsiteX69" fmla="*/ 263320 w 456064"/>
                  <a:gd name="connsiteY69" fmla="*/ 16031 h 68394"/>
                  <a:gd name="connsiteX70" fmla="*/ 240105 w 456064"/>
                  <a:gd name="connsiteY70" fmla="*/ 30239 h 68394"/>
                  <a:gd name="connsiteX71" fmla="*/ 205487 w 456064"/>
                  <a:gd name="connsiteY71" fmla="*/ 67054 h 68394"/>
                  <a:gd name="connsiteX72" fmla="*/ 215638 w 456064"/>
                  <a:gd name="connsiteY72" fmla="*/ 67054 h 68394"/>
                  <a:gd name="connsiteX73" fmla="*/ 233224 w 456064"/>
                  <a:gd name="connsiteY73" fmla="*/ 17389 h 68394"/>
                  <a:gd name="connsiteX74" fmla="*/ 224038 w 456064"/>
                  <a:gd name="connsiteY74" fmla="*/ 17389 h 68394"/>
                  <a:gd name="connsiteX75" fmla="*/ 211671 w 456064"/>
                  <a:gd name="connsiteY75" fmla="*/ 55187 h 68394"/>
                  <a:gd name="connsiteX76" fmla="*/ 199393 w 456064"/>
                  <a:gd name="connsiteY76" fmla="*/ 17389 h 68394"/>
                  <a:gd name="connsiteX77" fmla="*/ 188080 w 456064"/>
                  <a:gd name="connsiteY77" fmla="*/ 17389 h 68394"/>
                  <a:gd name="connsiteX78" fmla="*/ 205487 w 456064"/>
                  <a:gd name="connsiteY78" fmla="*/ 67054 h 68394"/>
                  <a:gd name="connsiteX79" fmla="*/ 159378 w 456064"/>
                  <a:gd name="connsiteY79" fmla="*/ 24144 h 68394"/>
                  <a:gd name="connsiteX80" fmla="*/ 171281 w 456064"/>
                  <a:gd name="connsiteY80" fmla="*/ 42213 h 68394"/>
                  <a:gd name="connsiteX81" fmla="*/ 159378 w 456064"/>
                  <a:gd name="connsiteY81" fmla="*/ 60191 h 68394"/>
                  <a:gd name="connsiteX82" fmla="*/ 147584 w 456064"/>
                  <a:gd name="connsiteY82" fmla="*/ 42213 h 68394"/>
                  <a:gd name="connsiteX83" fmla="*/ 159378 w 456064"/>
                  <a:gd name="connsiteY83" fmla="*/ 24144 h 68394"/>
                  <a:gd name="connsiteX84" fmla="*/ 159378 w 456064"/>
                  <a:gd name="connsiteY84" fmla="*/ 16031 h 68394"/>
                  <a:gd name="connsiteX85" fmla="*/ 135717 w 456064"/>
                  <a:gd name="connsiteY85" fmla="*/ 42213 h 68394"/>
                  <a:gd name="connsiteX86" fmla="*/ 159378 w 456064"/>
                  <a:gd name="connsiteY86" fmla="*/ 68394 h 68394"/>
                  <a:gd name="connsiteX87" fmla="*/ 183148 w 456064"/>
                  <a:gd name="connsiteY87" fmla="*/ 42213 h 68394"/>
                  <a:gd name="connsiteX88" fmla="*/ 159378 w 456064"/>
                  <a:gd name="connsiteY88" fmla="*/ 16031 h 68394"/>
                  <a:gd name="connsiteX89" fmla="*/ 83871 w 456064"/>
                  <a:gd name="connsiteY89" fmla="*/ 17389 h 68394"/>
                  <a:gd name="connsiteX90" fmla="*/ 83871 w 456064"/>
                  <a:gd name="connsiteY90" fmla="*/ 67054 h 68394"/>
                  <a:gd name="connsiteX91" fmla="*/ 94773 w 456064"/>
                  <a:gd name="connsiteY91" fmla="*/ 67054 h 68394"/>
                  <a:gd name="connsiteX92" fmla="*/ 94773 w 456064"/>
                  <a:gd name="connsiteY92" fmla="*/ 38638 h 68394"/>
                  <a:gd name="connsiteX93" fmla="*/ 106282 w 456064"/>
                  <a:gd name="connsiteY93" fmla="*/ 24520 h 68394"/>
                  <a:gd name="connsiteX94" fmla="*/ 114682 w 456064"/>
                  <a:gd name="connsiteY94" fmla="*/ 35350 h 68394"/>
                  <a:gd name="connsiteX95" fmla="*/ 114682 w 456064"/>
                  <a:gd name="connsiteY95" fmla="*/ 67036 h 68394"/>
                  <a:gd name="connsiteX96" fmla="*/ 125601 w 456064"/>
                  <a:gd name="connsiteY96" fmla="*/ 67036 h 68394"/>
                  <a:gd name="connsiteX97" fmla="*/ 125601 w 456064"/>
                  <a:gd name="connsiteY97" fmla="*/ 35261 h 68394"/>
                  <a:gd name="connsiteX98" fmla="*/ 109481 w 456064"/>
                  <a:gd name="connsiteY98" fmla="*/ 16031 h 68394"/>
                  <a:gd name="connsiteX99" fmla="*/ 94112 w 456064"/>
                  <a:gd name="connsiteY99" fmla="*/ 25878 h 68394"/>
                  <a:gd name="connsiteX100" fmla="*/ 94094 w 456064"/>
                  <a:gd name="connsiteY100" fmla="*/ 17371 h 68394"/>
                  <a:gd name="connsiteX101" fmla="*/ 83871 w 456064"/>
                  <a:gd name="connsiteY101" fmla="*/ 17371 h 68394"/>
                  <a:gd name="connsiteX102" fmla="*/ 28863 w 456064"/>
                  <a:gd name="connsiteY102" fmla="*/ 17389 h 68394"/>
                  <a:gd name="connsiteX103" fmla="*/ 28863 w 456064"/>
                  <a:gd name="connsiteY103" fmla="*/ 67054 h 68394"/>
                  <a:gd name="connsiteX104" fmla="*/ 39782 w 456064"/>
                  <a:gd name="connsiteY104" fmla="*/ 67054 h 68394"/>
                  <a:gd name="connsiteX105" fmla="*/ 39782 w 456064"/>
                  <a:gd name="connsiteY105" fmla="*/ 38638 h 68394"/>
                  <a:gd name="connsiteX106" fmla="*/ 51292 w 456064"/>
                  <a:gd name="connsiteY106" fmla="*/ 24520 h 68394"/>
                  <a:gd name="connsiteX107" fmla="*/ 59691 w 456064"/>
                  <a:gd name="connsiteY107" fmla="*/ 35350 h 68394"/>
                  <a:gd name="connsiteX108" fmla="*/ 59691 w 456064"/>
                  <a:gd name="connsiteY108" fmla="*/ 67036 h 68394"/>
                  <a:gd name="connsiteX109" fmla="*/ 70611 w 456064"/>
                  <a:gd name="connsiteY109" fmla="*/ 67036 h 68394"/>
                  <a:gd name="connsiteX110" fmla="*/ 70611 w 456064"/>
                  <a:gd name="connsiteY110" fmla="*/ 35261 h 68394"/>
                  <a:gd name="connsiteX111" fmla="*/ 54472 w 456064"/>
                  <a:gd name="connsiteY111" fmla="*/ 16031 h 68394"/>
                  <a:gd name="connsiteX112" fmla="*/ 39121 w 456064"/>
                  <a:gd name="connsiteY112" fmla="*/ 25878 h 68394"/>
                  <a:gd name="connsiteX113" fmla="*/ 39103 w 456064"/>
                  <a:gd name="connsiteY113" fmla="*/ 17371 h 68394"/>
                  <a:gd name="connsiteX114" fmla="*/ 28863 w 456064"/>
                  <a:gd name="connsiteY114" fmla="*/ 17371 h 68394"/>
                  <a:gd name="connsiteX115" fmla="*/ 0 w 456064"/>
                  <a:gd name="connsiteY115" fmla="*/ 67054 h 68394"/>
                  <a:gd name="connsiteX116" fmla="*/ 11295 w 456064"/>
                  <a:gd name="connsiteY116" fmla="*/ 67054 h 68394"/>
                  <a:gd name="connsiteX117" fmla="*/ 11295 w 456064"/>
                  <a:gd name="connsiteY117" fmla="*/ 17389 h 68394"/>
                  <a:gd name="connsiteX118" fmla="*/ 0 w 456064"/>
                  <a:gd name="connsiteY118" fmla="*/ 17389 h 68394"/>
                  <a:gd name="connsiteX119" fmla="*/ 0 w 456064"/>
                  <a:gd name="connsiteY119" fmla="*/ 67054 h 68394"/>
                  <a:gd name="connsiteX120" fmla="*/ 0 w 456064"/>
                  <a:gd name="connsiteY120" fmla="*/ 9257 h 68394"/>
                  <a:gd name="connsiteX121" fmla="*/ 11295 w 456064"/>
                  <a:gd name="connsiteY121" fmla="*/ 9257 h 68394"/>
                  <a:gd name="connsiteX122" fmla="*/ 11295 w 456064"/>
                  <a:gd name="connsiteY122" fmla="*/ 0 h 68394"/>
                  <a:gd name="connsiteX123" fmla="*/ 0 w 456064"/>
                  <a:gd name="connsiteY123" fmla="*/ 0 h 68394"/>
                  <a:gd name="connsiteX124" fmla="*/ 0 w 456064"/>
                  <a:gd name="connsiteY124" fmla="*/ 9257 h 683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</a:cxnLst>
                <a:rect l="l" t="t" r="r" b="b"/>
                <a:pathLst>
                  <a:path w="456064" h="68394">
                    <a:moveTo>
                      <a:pt x="414299" y="17389"/>
                    </a:moveTo>
                    <a:lnTo>
                      <a:pt x="414299" y="67054"/>
                    </a:lnTo>
                    <a:lnTo>
                      <a:pt x="425218" y="67054"/>
                    </a:lnTo>
                    <a:lnTo>
                      <a:pt x="425218" y="38638"/>
                    </a:lnTo>
                    <a:cubicBezTo>
                      <a:pt x="425236" y="30042"/>
                      <a:pt x="430258" y="24520"/>
                      <a:pt x="436728" y="24520"/>
                    </a:cubicBezTo>
                    <a:cubicBezTo>
                      <a:pt x="442142" y="24520"/>
                      <a:pt x="445145" y="28183"/>
                      <a:pt x="445145" y="35350"/>
                    </a:cubicBezTo>
                    <a:lnTo>
                      <a:pt x="445145" y="67036"/>
                    </a:lnTo>
                    <a:lnTo>
                      <a:pt x="456064" y="67036"/>
                    </a:lnTo>
                    <a:lnTo>
                      <a:pt x="456064" y="35261"/>
                    </a:lnTo>
                    <a:cubicBezTo>
                      <a:pt x="456064" y="22411"/>
                      <a:pt x="450757" y="16031"/>
                      <a:pt x="439926" y="16031"/>
                    </a:cubicBezTo>
                    <a:cubicBezTo>
                      <a:pt x="433260" y="16031"/>
                      <a:pt x="428131" y="19319"/>
                      <a:pt x="424557" y="25878"/>
                    </a:cubicBezTo>
                    <a:lnTo>
                      <a:pt x="424539" y="17371"/>
                    </a:lnTo>
                    <a:lnTo>
                      <a:pt x="414299" y="17371"/>
                    </a:lnTo>
                    <a:close/>
                    <a:moveTo>
                      <a:pt x="380343" y="24144"/>
                    </a:moveTo>
                    <a:cubicBezTo>
                      <a:pt x="387599" y="24144"/>
                      <a:pt x="392227" y="30614"/>
                      <a:pt x="392227" y="42213"/>
                    </a:cubicBezTo>
                    <a:cubicBezTo>
                      <a:pt x="392227" y="53811"/>
                      <a:pt x="387599" y="60191"/>
                      <a:pt x="380343" y="60191"/>
                    </a:cubicBezTo>
                    <a:cubicBezTo>
                      <a:pt x="372997" y="60191"/>
                      <a:pt x="368547" y="53901"/>
                      <a:pt x="368547" y="42213"/>
                    </a:cubicBezTo>
                    <a:cubicBezTo>
                      <a:pt x="368547" y="30525"/>
                      <a:pt x="372979" y="24144"/>
                      <a:pt x="380343" y="24144"/>
                    </a:cubicBezTo>
                    <a:moveTo>
                      <a:pt x="380343" y="16031"/>
                    </a:moveTo>
                    <a:cubicBezTo>
                      <a:pt x="366313" y="16031"/>
                      <a:pt x="356663" y="26271"/>
                      <a:pt x="356663" y="42213"/>
                    </a:cubicBezTo>
                    <a:cubicBezTo>
                      <a:pt x="356663" y="58172"/>
                      <a:pt x="366224" y="68394"/>
                      <a:pt x="380343" y="68394"/>
                    </a:cubicBezTo>
                    <a:cubicBezTo>
                      <a:pt x="394461" y="68394"/>
                      <a:pt x="404112" y="58172"/>
                      <a:pt x="404112" y="42213"/>
                    </a:cubicBezTo>
                    <a:cubicBezTo>
                      <a:pt x="404112" y="26271"/>
                      <a:pt x="394443" y="16031"/>
                      <a:pt x="380343" y="16031"/>
                    </a:cubicBezTo>
                    <a:moveTo>
                      <a:pt x="335271" y="67054"/>
                    </a:moveTo>
                    <a:lnTo>
                      <a:pt x="346565" y="67054"/>
                    </a:lnTo>
                    <a:lnTo>
                      <a:pt x="346565" y="17389"/>
                    </a:lnTo>
                    <a:lnTo>
                      <a:pt x="335271" y="17389"/>
                    </a:lnTo>
                    <a:lnTo>
                      <a:pt x="335271" y="67054"/>
                    </a:lnTo>
                    <a:close/>
                    <a:moveTo>
                      <a:pt x="335271" y="9257"/>
                    </a:moveTo>
                    <a:lnTo>
                      <a:pt x="346565" y="9257"/>
                    </a:lnTo>
                    <a:lnTo>
                      <a:pt x="346565" y="0"/>
                    </a:lnTo>
                    <a:lnTo>
                      <a:pt x="335271" y="0"/>
                    </a:lnTo>
                    <a:lnTo>
                      <a:pt x="335271" y="9257"/>
                    </a:lnTo>
                    <a:close/>
                    <a:moveTo>
                      <a:pt x="311019" y="3664"/>
                    </a:moveTo>
                    <a:lnTo>
                      <a:pt x="300582" y="4521"/>
                    </a:lnTo>
                    <a:lnTo>
                      <a:pt x="300206" y="17371"/>
                    </a:lnTo>
                    <a:lnTo>
                      <a:pt x="291592" y="17371"/>
                    </a:lnTo>
                    <a:lnTo>
                      <a:pt x="291592" y="25002"/>
                    </a:lnTo>
                    <a:lnTo>
                      <a:pt x="299903" y="25002"/>
                    </a:lnTo>
                    <a:lnTo>
                      <a:pt x="299903" y="49844"/>
                    </a:lnTo>
                    <a:cubicBezTo>
                      <a:pt x="299903" y="62783"/>
                      <a:pt x="303673" y="68377"/>
                      <a:pt x="315540" y="68377"/>
                    </a:cubicBezTo>
                    <a:cubicBezTo>
                      <a:pt x="318150" y="68377"/>
                      <a:pt x="320759" y="67983"/>
                      <a:pt x="323475" y="67411"/>
                    </a:cubicBezTo>
                    <a:lnTo>
                      <a:pt x="323475" y="58815"/>
                    </a:lnTo>
                    <a:cubicBezTo>
                      <a:pt x="321545" y="59298"/>
                      <a:pt x="319705" y="59494"/>
                      <a:pt x="317953" y="59494"/>
                    </a:cubicBezTo>
                    <a:cubicBezTo>
                      <a:pt x="312056" y="59494"/>
                      <a:pt x="311001" y="56313"/>
                      <a:pt x="311001" y="49057"/>
                    </a:cubicBezTo>
                    <a:lnTo>
                      <a:pt x="311001" y="25020"/>
                    </a:lnTo>
                    <a:lnTo>
                      <a:pt x="322099" y="25020"/>
                    </a:lnTo>
                    <a:lnTo>
                      <a:pt x="322099" y="17389"/>
                    </a:lnTo>
                    <a:lnTo>
                      <a:pt x="311001" y="17389"/>
                    </a:lnTo>
                    <a:lnTo>
                      <a:pt x="311001" y="3664"/>
                    </a:lnTo>
                    <a:close/>
                    <a:moveTo>
                      <a:pt x="272470" y="42320"/>
                    </a:moveTo>
                    <a:lnTo>
                      <a:pt x="272470" y="45894"/>
                    </a:lnTo>
                    <a:cubicBezTo>
                      <a:pt x="272470" y="54026"/>
                      <a:pt x="266679" y="60316"/>
                      <a:pt x="259423" y="60316"/>
                    </a:cubicBezTo>
                    <a:cubicBezTo>
                      <a:pt x="253901" y="60316"/>
                      <a:pt x="250523" y="57314"/>
                      <a:pt x="250523" y="52864"/>
                    </a:cubicBezTo>
                    <a:cubicBezTo>
                      <a:pt x="250523" y="45894"/>
                      <a:pt x="256993" y="42320"/>
                      <a:pt x="269968" y="42320"/>
                    </a:cubicBezTo>
                    <a:lnTo>
                      <a:pt x="272470" y="42320"/>
                    </a:lnTo>
                    <a:close/>
                    <a:moveTo>
                      <a:pt x="240105" y="30239"/>
                    </a:moveTo>
                    <a:lnTo>
                      <a:pt x="250541" y="31508"/>
                    </a:lnTo>
                    <a:cubicBezTo>
                      <a:pt x="251596" y="26378"/>
                      <a:pt x="255474" y="23769"/>
                      <a:pt x="262140" y="23769"/>
                    </a:cubicBezTo>
                    <a:cubicBezTo>
                      <a:pt x="269110" y="23769"/>
                      <a:pt x="272488" y="26754"/>
                      <a:pt x="272488" y="33044"/>
                    </a:cubicBezTo>
                    <a:lnTo>
                      <a:pt x="272488" y="35654"/>
                    </a:lnTo>
                    <a:lnTo>
                      <a:pt x="271434" y="35654"/>
                    </a:lnTo>
                    <a:cubicBezTo>
                      <a:pt x="249469" y="35654"/>
                      <a:pt x="238764" y="41444"/>
                      <a:pt x="238764" y="53436"/>
                    </a:cubicBezTo>
                    <a:cubicBezTo>
                      <a:pt x="238764" y="62121"/>
                      <a:pt x="245430" y="68305"/>
                      <a:pt x="255849" y="68305"/>
                    </a:cubicBezTo>
                    <a:cubicBezTo>
                      <a:pt x="263302" y="68305"/>
                      <a:pt x="269306" y="64838"/>
                      <a:pt x="272684" y="58458"/>
                    </a:cubicBezTo>
                    <a:cubicBezTo>
                      <a:pt x="272774" y="61639"/>
                      <a:pt x="273078" y="64463"/>
                      <a:pt x="273739" y="67054"/>
                    </a:cubicBezTo>
                    <a:lnTo>
                      <a:pt x="284855" y="67054"/>
                    </a:lnTo>
                    <a:cubicBezTo>
                      <a:pt x="283783" y="64463"/>
                      <a:pt x="283407" y="61174"/>
                      <a:pt x="283407" y="57207"/>
                    </a:cubicBezTo>
                    <a:lnTo>
                      <a:pt x="283407" y="35546"/>
                    </a:lnTo>
                    <a:cubicBezTo>
                      <a:pt x="283407" y="22018"/>
                      <a:pt x="277706" y="16031"/>
                      <a:pt x="263320" y="16031"/>
                    </a:cubicBezTo>
                    <a:cubicBezTo>
                      <a:pt x="250148" y="16031"/>
                      <a:pt x="242321" y="20856"/>
                      <a:pt x="240105" y="30239"/>
                    </a:cubicBezTo>
                    <a:moveTo>
                      <a:pt x="205487" y="67054"/>
                    </a:moveTo>
                    <a:lnTo>
                      <a:pt x="215638" y="67054"/>
                    </a:lnTo>
                    <a:lnTo>
                      <a:pt x="233224" y="17389"/>
                    </a:lnTo>
                    <a:lnTo>
                      <a:pt x="224038" y="17389"/>
                    </a:lnTo>
                    <a:lnTo>
                      <a:pt x="211671" y="55187"/>
                    </a:lnTo>
                    <a:lnTo>
                      <a:pt x="199393" y="17389"/>
                    </a:lnTo>
                    <a:lnTo>
                      <a:pt x="188080" y="17389"/>
                    </a:lnTo>
                    <a:lnTo>
                      <a:pt x="205487" y="67054"/>
                    </a:lnTo>
                    <a:close/>
                    <a:moveTo>
                      <a:pt x="159378" y="24144"/>
                    </a:moveTo>
                    <a:cubicBezTo>
                      <a:pt x="166634" y="24144"/>
                      <a:pt x="171281" y="30614"/>
                      <a:pt x="171281" y="42213"/>
                    </a:cubicBezTo>
                    <a:cubicBezTo>
                      <a:pt x="171281" y="53811"/>
                      <a:pt x="166634" y="60191"/>
                      <a:pt x="159378" y="60191"/>
                    </a:cubicBezTo>
                    <a:cubicBezTo>
                      <a:pt x="152034" y="60191"/>
                      <a:pt x="147584" y="53901"/>
                      <a:pt x="147584" y="42213"/>
                    </a:cubicBezTo>
                    <a:cubicBezTo>
                      <a:pt x="147601" y="30525"/>
                      <a:pt x="152034" y="24144"/>
                      <a:pt x="159378" y="24144"/>
                    </a:cubicBezTo>
                    <a:moveTo>
                      <a:pt x="159378" y="16031"/>
                    </a:moveTo>
                    <a:cubicBezTo>
                      <a:pt x="145367" y="16031"/>
                      <a:pt x="135717" y="26271"/>
                      <a:pt x="135717" y="42213"/>
                    </a:cubicBezTo>
                    <a:cubicBezTo>
                      <a:pt x="135717" y="58172"/>
                      <a:pt x="145260" y="68394"/>
                      <a:pt x="159378" y="68394"/>
                    </a:cubicBezTo>
                    <a:cubicBezTo>
                      <a:pt x="173497" y="68394"/>
                      <a:pt x="183148" y="58172"/>
                      <a:pt x="183148" y="42213"/>
                    </a:cubicBezTo>
                    <a:cubicBezTo>
                      <a:pt x="183148" y="26271"/>
                      <a:pt x="173497" y="16031"/>
                      <a:pt x="159378" y="16031"/>
                    </a:cubicBezTo>
                    <a:moveTo>
                      <a:pt x="83871" y="17389"/>
                    </a:moveTo>
                    <a:lnTo>
                      <a:pt x="83871" y="67054"/>
                    </a:lnTo>
                    <a:lnTo>
                      <a:pt x="94773" y="67054"/>
                    </a:lnTo>
                    <a:lnTo>
                      <a:pt x="94773" y="38638"/>
                    </a:lnTo>
                    <a:cubicBezTo>
                      <a:pt x="94791" y="30042"/>
                      <a:pt x="99831" y="24520"/>
                      <a:pt x="106282" y="24520"/>
                    </a:cubicBezTo>
                    <a:cubicBezTo>
                      <a:pt x="111697" y="24520"/>
                      <a:pt x="114682" y="28183"/>
                      <a:pt x="114682" y="35350"/>
                    </a:cubicBezTo>
                    <a:lnTo>
                      <a:pt x="114682" y="67036"/>
                    </a:lnTo>
                    <a:lnTo>
                      <a:pt x="125601" y="67036"/>
                    </a:lnTo>
                    <a:lnTo>
                      <a:pt x="125601" y="35261"/>
                    </a:lnTo>
                    <a:cubicBezTo>
                      <a:pt x="125601" y="22411"/>
                      <a:pt x="120294" y="16031"/>
                      <a:pt x="109481" y="16031"/>
                    </a:cubicBezTo>
                    <a:cubicBezTo>
                      <a:pt x="102815" y="16031"/>
                      <a:pt x="97686" y="19319"/>
                      <a:pt x="94112" y="25878"/>
                    </a:cubicBezTo>
                    <a:lnTo>
                      <a:pt x="94094" y="17371"/>
                    </a:lnTo>
                    <a:lnTo>
                      <a:pt x="83871" y="17371"/>
                    </a:lnTo>
                    <a:close/>
                    <a:moveTo>
                      <a:pt x="28863" y="17389"/>
                    </a:moveTo>
                    <a:lnTo>
                      <a:pt x="28863" y="67054"/>
                    </a:lnTo>
                    <a:lnTo>
                      <a:pt x="39782" y="67054"/>
                    </a:lnTo>
                    <a:lnTo>
                      <a:pt x="39782" y="38638"/>
                    </a:lnTo>
                    <a:cubicBezTo>
                      <a:pt x="39800" y="30042"/>
                      <a:pt x="44822" y="24520"/>
                      <a:pt x="51292" y="24520"/>
                    </a:cubicBezTo>
                    <a:cubicBezTo>
                      <a:pt x="56706" y="24520"/>
                      <a:pt x="59691" y="28183"/>
                      <a:pt x="59691" y="35350"/>
                    </a:cubicBezTo>
                    <a:lnTo>
                      <a:pt x="59691" y="67036"/>
                    </a:lnTo>
                    <a:lnTo>
                      <a:pt x="70611" y="67036"/>
                    </a:lnTo>
                    <a:lnTo>
                      <a:pt x="70611" y="35261"/>
                    </a:lnTo>
                    <a:cubicBezTo>
                      <a:pt x="70611" y="22411"/>
                      <a:pt x="65303" y="16031"/>
                      <a:pt x="54472" y="16031"/>
                    </a:cubicBezTo>
                    <a:cubicBezTo>
                      <a:pt x="47806" y="16031"/>
                      <a:pt x="42695" y="19319"/>
                      <a:pt x="39121" y="25878"/>
                    </a:cubicBezTo>
                    <a:lnTo>
                      <a:pt x="39103" y="17371"/>
                    </a:lnTo>
                    <a:lnTo>
                      <a:pt x="28863" y="17371"/>
                    </a:lnTo>
                    <a:close/>
                    <a:moveTo>
                      <a:pt x="0" y="67054"/>
                    </a:moveTo>
                    <a:lnTo>
                      <a:pt x="11295" y="67054"/>
                    </a:lnTo>
                    <a:lnTo>
                      <a:pt x="11295" y="17389"/>
                    </a:lnTo>
                    <a:lnTo>
                      <a:pt x="0" y="17389"/>
                    </a:lnTo>
                    <a:lnTo>
                      <a:pt x="0" y="67054"/>
                    </a:lnTo>
                    <a:close/>
                    <a:moveTo>
                      <a:pt x="0" y="9257"/>
                    </a:moveTo>
                    <a:lnTo>
                      <a:pt x="11295" y="9257"/>
                    </a:lnTo>
                    <a:lnTo>
                      <a:pt x="11295" y="0"/>
                    </a:lnTo>
                    <a:lnTo>
                      <a:pt x="0" y="0"/>
                    </a:lnTo>
                    <a:lnTo>
                      <a:pt x="0" y="9257"/>
                    </a:lnTo>
                    <a:close/>
                  </a:path>
                </a:pathLst>
              </a:custGeom>
              <a:solidFill>
                <a:schemeClr val="bg1"/>
              </a:solidFill>
              <a:ln w="17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30" name="Tijdelijke aanduiding voor tekst 8">
            <a:extLst>
              <a:ext uri="{FF2B5EF4-FFF2-40B4-BE49-F238E27FC236}">
                <a16:creationId xmlns:a16="http://schemas.microsoft.com/office/drawing/2014/main" id="{2A6BE6D1-6358-2E34-6095-99EE5DA7F5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43087" y="333375"/>
            <a:ext cx="9628187" cy="250825"/>
          </a:xfrm>
          <a:noFill/>
        </p:spPr>
        <p:txBody>
          <a:bodyPr wrap="none" lIns="0" tIns="72000" rIns="0" bIns="36000" anchor="b">
            <a:no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Place text here</a:t>
            </a:r>
          </a:p>
        </p:txBody>
      </p:sp>
      <p:sp>
        <p:nvSpPr>
          <p:cNvPr id="8" name="Tijdelijke aanduiding voor tekst 8">
            <a:extLst>
              <a:ext uri="{FF2B5EF4-FFF2-40B4-BE49-F238E27FC236}">
                <a16:creationId xmlns:a16="http://schemas.microsoft.com/office/drawing/2014/main" id="{F2FA5503-1C24-24DF-4090-61F4D8D746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138" y="333375"/>
            <a:ext cx="991792" cy="252000"/>
          </a:xfrm>
          <a:solidFill>
            <a:schemeClr val="accent3"/>
          </a:solidFill>
        </p:spPr>
        <p:txBody>
          <a:bodyPr wrap="none" lIns="72000" tIns="36000" rIns="72000" bIns="36000" anchor="b">
            <a:sp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Theme name</a:t>
            </a:r>
          </a:p>
        </p:txBody>
      </p:sp>
    </p:spTree>
    <p:extLst>
      <p:ext uri="{BB962C8B-B14F-4D97-AF65-F5344CB8AC3E}">
        <p14:creationId xmlns:p14="http://schemas.microsoft.com/office/powerpoint/2010/main" val="2687510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tab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hoek 7">
            <a:extLst>
              <a:ext uri="{FF2B5EF4-FFF2-40B4-BE49-F238E27FC236}">
                <a16:creationId xmlns:a16="http://schemas.microsoft.com/office/drawing/2014/main" id="{61C0DE1C-CAB2-0A6C-4AF5-C76A52093AF5}"/>
              </a:ext>
            </a:extLst>
          </p:cNvPr>
          <p:cNvSpPr/>
          <p:nvPr userDrawn="1"/>
        </p:nvSpPr>
        <p:spPr>
          <a:xfrm>
            <a:off x="6096000" y="720000"/>
            <a:ext cx="5375274" cy="5094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1" y="720000"/>
            <a:ext cx="5016000" cy="790748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Place a title here</a:t>
            </a:r>
            <a:br>
              <a:rPr lang="en-GB" noProof="0"/>
            </a:br>
            <a:r>
              <a:rPr lang="en-GB" noProof="0"/>
              <a:t>max 2 rows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20000" y="1773238"/>
            <a:ext cx="5016000" cy="4033562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#1</a:t>
            </a:r>
          </a:p>
          <a:p>
            <a:pPr lvl="2"/>
            <a:r>
              <a:rPr lang="en-GB" noProof="0"/>
              <a:t>Sub-bullet #2</a:t>
            </a:r>
          </a:p>
          <a:p>
            <a:pPr lvl="3"/>
            <a:r>
              <a:rPr lang="en-GB" noProof="0"/>
              <a:t>Text</a:t>
            </a:r>
          </a:p>
          <a:p>
            <a:pPr lvl="4"/>
            <a:r>
              <a:rPr lang="en-GB" noProof="0"/>
              <a:t>Subtitle #1</a:t>
            </a:r>
          </a:p>
          <a:p>
            <a:pPr lvl="5"/>
            <a:r>
              <a:rPr lang="en-GB" noProof="0"/>
              <a:t>Alt. subtitle #2</a:t>
            </a:r>
          </a:p>
          <a:p>
            <a:pPr lvl="6"/>
            <a:r>
              <a:rPr lang="en-GB" noProof="0"/>
              <a:t>Numbers</a:t>
            </a:r>
          </a:p>
          <a:p>
            <a:pPr lvl="7"/>
            <a:r>
              <a:rPr lang="en-GB" noProof="0"/>
              <a:t>ABC</a:t>
            </a:r>
          </a:p>
          <a:p>
            <a:pPr lvl="8"/>
            <a:r>
              <a:rPr lang="en-GB" noProof="0"/>
              <a:t>Source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A9D5A26-B4B5-47D7-AE48-D5B9A7EF7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A864317-6C6E-4970-8602-A0B2E6A8B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E939907-F15D-4115-88E8-76C634F9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5DC5B-6873-43DB-ADC7-B15ACCE0DFDB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17" name="Tijdelijke aanduiding voor tabel 16">
            <a:extLst>
              <a:ext uri="{FF2B5EF4-FFF2-40B4-BE49-F238E27FC236}">
                <a16:creationId xmlns:a16="http://schemas.microsoft.com/office/drawing/2014/main" id="{AC3E0255-315C-47D9-A8A2-220D1CB08F50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6332710" y="933856"/>
            <a:ext cx="4933184" cy="4659088"/>
          </a:xfrm>
          <a:noFill/>
        </p:spPr>
        <p:txBody>
          <a:bodyPr tIns="216000" bIns="108000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the icon below </a:t>
            </a:r>
            <a:br>
              <a:rPr lang="en-GB" noProof="0"/>
            </a:br>
            <a:r>
              <a:rPr lang="en-GB" noProof="0"/>
              <a:t>to add a table.</a:t>
            </a:r>
          </a:p>
        </p:txBody>
      </p:sp>
      <p:sp>
        <p:nvSpPr>
          <p:cNvPr id="16" name="Tijdelijke aanduiding voor tekst 8">
            <a:extLst>
              <a:ext uri="{FF2B5EF4-FFF2-40B4-BE49-F238E27FC236}">
                <a16:creationId xmlns:a16="http://schemas.microsoft.com/office/drawing/2014/main" id="{9D5977CC-010B-EC73-4CB2-CEAF5E526F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43087" y="333375"/>
            <a:ext cx="9628187" cy="250825"/>
          </a:xfrm>
          <a:noFill/>
        </p:spPr>
        <p:txBody>
          <a:bodyPr wrap="none" lIns="0" tIns="72000" rIns="0" bIns="36000" anchor="b">
            <a:no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Place text here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6FD0BE2E-6E35-6E41-D09A-FD410CD1A7A0}"/>
              </a:ext>
            </a:extLst>
          </p:cNvPr>
          <p:cNvSpPr/>
          <p:nvPr userDrawn="1"/>
        </p:nvSpPr>
        <p:spPr>
          <a:xfrm>
            <a:off x="6034836" y="720000"/>
            <a:ext cx="71438" cy="50941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/>
          </a:p>
        </p:txBody>
      </p:sp>
      <p:sp>
        <p:nvSpPr>
          <p:cNvPr id="10" name="Tijdelijke aanduiding voor tekst 8">
            <a:extLst>
              <a:ext uri="{FF2B5EF4-FFF2-40B4-BE49-F238E27FC236}">
                <a16:creationId xmlns:a16="http://schemas.microsoft.com/office/drawing/2014/main" id="{6D72DF92-5C00-1559-56E1-44A4D53D89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138" y="333375"/>
            <a:ext cx="991792" cy="252000"/>
          </a:xfrm>
          <a:solidFill>
            <a:schemeClr val="bg1"/>
          </a:solidFill>
        </p:spPr>
        <p:txBody>
          <a:bodyPr wrap="none" lIns="72000" tIns="36000" rIns="72000" bIns="36000" anchor="b">
            <a:sp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Theme name</a:t>
            </a:r>
          </a:p>
        </p:txBody>
      </p:sp>
    </p:spTree>
    <p:extLst>
      <p:ext uri="{BB962C8B-B14F-4D97-AF65-F5344CB8AC3E}">
        <p14:creationId xmlns:p14="http://schemas.microsoft.com/office/powerpoint/2010/main" val="44166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1" orient="horz" pos="1117">
          <p15:clr>
            <a:srgbClr val="5ACBF0"/>
          </p15:clr>
        </p15:guide>
        <p15:guide id="2" orient="horz" pos="958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hoek 2">
            <a:extLst>
              <a:ext uri="{FF2B5EF4-FFF2-40B4-BE49-F238E27FC236}">
                <a16:creationId xmlns:a16="http://schemas.microsoft.com/office/drawing/2014/main" id="{51519FD9-22CF-E0F8-15CC-1D0F934FDBF9}"/>
              </a:ext>
            </a:extLst>
          </p:cNvPr>
          <p:cNvSpPr/>
          <p:nvPr userDrawn="1"/>
        </p:nvSpPr>
        <p:spPr>
          <a:xfrm>
            <a:off x="723900" y="723900"/>
            <a:ext cx="10748098" cy="50815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223" y="1089025"/>
            <a:ext cx="10114144" cy="323850"/>
          </a:xfrm>
        </p:spPr>
        <p:txBody>
          <a:bodyPr/>
          <a:lstStyle/>
          <a:p>
            <a:r>
              <a:rPr lang="en-GB" noProof="0"/>
              <a:t>Place a title here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A9D5A26-B4B5-47D7-AE48-D5B9A7EF7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A864317-6C6E-4970-8602-A0B2E6A8B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E939907-F15D-4115-88E8-76C634F9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7B5DC5B-6873-43DB-ADC7-B15ACCE0DFD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Tijdelijke aanduiding voor tabel 16">
            <a:extLst>
              <a:ext uri="{FF2B5EF4-FFF2-40B4-BE49-F238E27FC236}">
                <a16:creationId xmlns:a16="http://schemas.microsoft.com/office/drawing/2014/main" id="{AC3E0255-315C-47D9-A8A2-220D1CB08F50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1035947" y="1594800"/>
            <a:ext cx="10114144" cy="3850816"/>
          </a:xfrm>
          <a:noFill/>
        </p:spPr>
        <p:txBody>
          <a:bodyPr tIns="216000" bIns="108000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Click the icon below </a:t>
            </a:r>
            <a:br>
              <a:rPr lang="en-GB" noProof="0"/>
            </a:br>
            <a:r>
              <a:rPr lang="en-GB" noProof="0"/>
              <a:t>to add a table.</a:t>
            </a:r>
          </a:p>
        </p:txBody>
      </p:sp>
      <p:sp>
        <p:nvSpPr>
          <p:cNvPr id="27" name="Rechthoek 26">
            <a:extLst>
              <a:ext uri="{FF2B5EF4-FFF2-40B4-BE49-F238E27FC236}">
                <a16:creationId xmlns:a16="http://schemas.microsoft.com/office/drawing/2014/main" id="{C2849986-62BC-977A-CEAC-72B2C39259DE}"/>
              </a:ext>
            </a:extLst>
          </p:cNvPr>
          <p:cNvSpPr/>
          <p:nvPr userDrawn="1"/>
        </p:nvSpPr>
        <p:spPr>
          <a:xfrm>
            <a:off x="719138" y="720000"/>
            <a:ext cx="71438" cy="50941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/>
          </a:p>
        </p:txBody>
      </p:sp>
      <p:sp>
        <p:nvSpPr>
          <p:cNvPr id="29" name="Tijdelijke aanduiding voor tekst 8">
            <a:extLst>
              <a:ext uri="{FF2B5EF4-FFF2-40B4-BE49-F238E27FC236}">
                <a16:creationId xmlns:a16="http://schemas.microsoft.com/office/drawing/2014/main" id="{FB43D4ED-D6F6-DA30-CABA-6DAC1F55DDB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43087" y="333375"/>
            <a:ext cx="9628187" cy="250825"/>
          </a:xfrm>
          <a:noFill/>
        </p:spPr>
        <p:txBody>
          <a:bodyPr wrap="none" lIns="0" tIns="72000" rIns="0" bIns="36000" anchor="b">
            <a:no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Place text here</a:t>
            </a:r>
          </a:p>
        </p:txBody>
      </p:sp>
      <p:sp>
        <p:nvSpPr>
          <p:cNvPr id="8" name="Tijdelijke aanduiding voor tekst 8">
            <a:extLst>
              <a:ext uri="{FF2B5EF4-FFF2-40B4-BE49-F238E27FC236}">
                <a16:creationId xmlns:a16="http://schemas.microsoft.com/office/drawing/2014/main" id="{239EFB96-24F1-C443-8939-12A5E9A75C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138" y="333375"/>
            <a:ext cx="991792" cy="252000"/>
          </a:xfrm>
          <a:solidFill>
            <a:schemeClr val="bg1"/>
          </a:solidFill>
        </p:spPr>
        <p:txBody>
          <a:bodyPr wrap="none" lIns="72000" tIns="36000" rIns="72000" bIns="36000" anchor="b">
            <a:sp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Theme name</a:t>
            </a:r>
          </a:p>
        </p:txBody>
      </p:sp>
    </p:spTree>
    <p:extLst>
      <p:ext uri="{BB962C8B-B14F-4D97-AF65-F5344CB8AC3E}">
        <p14:creationId xmlns:p14="http://schemas.microsoft.com/office/powerpoint/2010/main" val="1125800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media 10">
            <a:extLst>
              <a:ext uri="{FF2B5EF4-FFF2-40B4-BE49-F238E27FC236}">
                <a16:creationId xmlns:a16="http://schemas.microsoft.com/office/drawing/2014/main" id="{3A750B5D-826F-45E6-825A-FDC04009BF5B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-1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 tIns="216000" bIns="1080000" anchor="ctr" anchorCtr="0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nl-NL" sz="1200" i="1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noProof="0"/>
              <a:t>Click the icon below </a:t>
            </a:r>
            <a:br>
              <a:rPr lang="en-GB" noProof="0"/>
            </a:br>
            <a:r>
              <a:rPr lang="en-GB" noProof="0"/>
              <a:t>to add a video.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Place a title here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A9D5A26-B4B5-47D7-AE48-D5B9A7EF7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A864317-6C6E-4970-8602-A0B2E6A8B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E939907-F15D-4115-88E8-76C634F9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5DC5B-6873-43DB-ADC7-B15ACCE0DFDB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12" name="Tijdelijke aanduiding voor tekst 8">
            <a:extLst>
              <a:ext uri="{FF2B5EF4-FFF2-40B4-BE49-F238E27FC236}">
                <a16:creationId xmlns:a16="http://schemas.microsoft.com/office/drawing/2014/main" id="{BF5833FF-1458-ABF7-8152-F6B3B269F4C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43087" y="333375"/>
            <a:ext cx="9628187" cy="250825"/>
          </a:xfrm>
          <a:noFill/>
        </p:spPr>
        <p:txBody>
          <a:bodyPr wrap="none" lIns="0" tIns="72000" rIns="0" bIns="36000" anchor="b">
            <a:no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Place text here</a:t>
            </a:r>
          </a:p>
        </p:txBody>
      </p:sp>
      <p:sp>
        <p:nvSpPr>
          <p:cNvPr id="3" name="Tijdelijke aanduiding voor tekst 14">
            <a:extLst>
              <a:ext uri="{FF2B5EF4-FFF2-40B4-BE49-F238E27FC236}">
                <a16:creationId xmlns:a16="http://schemas.microsoft.com/office/drawing/2014/main" id="{D1BC8E52-9A9B-044E-03BF-9867DB632D1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55535" y="6336593"/>
            <a:ext cx="4015740" cy="162631"/>
          </a:xfrm>
          <a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8" name="Tijdelijke aanduiding voor tekst 8">
            <a:extLst>
              <a:ext uri="{FF2B5EF4-FFF2-40B4-BE49-F238E27FC236}">
                <a16:creationId xmlns:a16="http://schemas.microsoft.com/office/drawing/2014/main" id="{2BA21945-6D77-55C7-ED55-B28F8A1085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138" y="333375"/>
            <a:ext cx="991792" cy="252000"/>
          </a:xfrm>
          <a:solidFill>
            <a:schemeClr val="bg1"/>
          </a:solidFill>
        </p:spPr>
        <p:txBody>
          <a:bodyPr wrap="none" lIns="72000" tIns="36000" rIns="72000" bIns="36000" anchor="b">
            <a:sp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Theme name</a:t>
            </a:r>
          </a:p>
        </p:txBody>
      </p:sp>
    </p:spTree>
    <p:extLst>
      <p:ext uri="{BB962C8B-B14F-4D97-AF65-F5344CB8AC3E}">
        <p14:creationId xmlns:p14="http://schemas.microsoft.com/office/powerpoint/2010/main" val="2109241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Place a title here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A9D5A26-B4B5-47D7-AE48-D5B9A7EF7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A864317-6C6E-4970-8602-A0B2E6A8B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E939907-F15D-4115-88E8-76C634F9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B5DC5B-6873-43DB-ADC7-B15ACCE0DFDB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30" name="Graphic 129">
            <a:extLst>
              <a:ext uri="{FF2B5EF4-FFF2-40B4-BE49-F238E27FC236}">
                <a16:creationId xmlns:a16="http://schemas.microsoft.com/office/drawing/2014/main" id="{C6C35B67-49EB-9D63-74BD-2420B53B6D4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53752" y="6342684"/>
            <a:ext cx="4015740" cy="162631"/>
          </a:xfrm>
          <a:prstGeom prst="rect">
            <a:avLst/>
          </a:prstGeom>
        </p:spPr>
      </p:pic>
      <p:grpSp>
        <p:nvGrpSpPr>
          <p:cNvPr id="9" name="Groep 8">
            <a:extLst>
              <a:ext uri="{FF2B5EF4-FFF2-40B4-BE49-F238E27FC236}">
                <a16:creationId xmlns:a16="http://schemas.microsoft.com/office/drawing/2014/main" id="{6D5D1F63-67BD-2830-72D1-794061776FE6}"/>
              </a:ext>
            </a:extLst>
          </p:cNvPr>
          <p:cNvGrpSpPr/>
          <p:nvPr userDrawn="1"/>
        </p:nvGrpSpPr>
        <p:grpSpPr>
          <a:xfrm>
            <a:off x="7453752" y="6342684"/>
            <a:ext cx="4016042" cy="163185"/>
            <a:chOff x="7453752" y="6342684"/>
            <a:chExt cx="4016042" cy="163185"/>
          </a:xfrm>
        </p:grpSpPr>
        <p:sp>
          <p:nvSpPr>
            <p:cNvPr id="10" name="Vrije vorm: vorm 9">
              <a:extLst>
                <a:ext uri="{FF2B5EF4-FFF2-40B4-BE49-F238E27FC236}">
                  <a16:creationId xmlns:a16="http://schemas.microsoft.com/office/drawing/2014/main" id="{69BA4B15-7A58-62EC-1617-6986A74CE6EA}"/>
                </a:ext>
              </a:extLst>
            </p:cNvPr>
            <p:cNvSpPr/>
            <p:nvPr/>
          </p:nvSpPr>
          <p:spPr>
            <a:xfrm>
              <a:off x="7453752" y="6473521"/>
              <a:ext cx="3021491" cy="1787"/>
            </a:xfrm>
            <a:custGeom>
              <a:avLst/>
              <a:gdLst>
                <a:gd name="connsiteX0" fmla="*/ 0 w 3021491"/>
                <a:gd name="connsiteY0" fmla="*/ 0 h 1787"/>
                <a:gd name="connsiteX1" fmla="*/ 3021492 w 3021491"/>
                <a:gd name="connsiteY1" fmla="*/ 0 h 1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21491" h="1787">
                  <a:moveTo>
                    <a:pt x="0" y="0"/>
                  </a:moveTo>
                  <a:lnTo>
                    <a:pt x="3021492" y="0"/>
                  </a:lnTo>
                </a:path>
              </a:pathLst>
            </a:custGeom>
            <a:ln w="58892" cap="flat">
              <a:gradFill>
                <a:gsLst>
                  <a:gs pos="0">
                    <a:srgbClr val="FFFFFF">
                      <a:alpha val="0"/>
                    </a:srgbClr>
                  </a:gs>
                  <a:gs pos="22990">
                    <a:schemeClr val="bg1">
                      <a:alpha val="50000"/>
                    </a:schemeClr>
                  </a:gs>
                  <a:gs pos="46010">
                    <a:schemeClr val="bg1"/>
                  </a:gs>
                  <a:gs pos="100000">
                    <a:schemeClr val="bg1"/>
                  </a:gs>
                </a:gsLst>
                <a:lin ang="0" scaled="1"/>
              </a:gra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11" name="Graphic 18">
              <a:extLst>
                <a:ext uri="{FF2B5EF4-FFF2-40B4-BE49-F238E27FC236}">
                  <a16:creationId xmlns:a16="http://schemas.microsoft.com/office/drawing/2014/main" id="{22390296-DB9F-1D68-568B-0CBB37C898FB}"/>
                </a:ext>
              </a:extLst>
            </p:cNvPr>
            <p:cNvGrpSpPr/>
            <p:nvPr/>
          </p:nvGrpSpPr>
          <p:grpSpPr>
            <a:xfrm>
              <a:off x="10511361" y="6342684"/>
              <a:ext cx="958433" cy="163185"/>
              <a:chOff x="10511361" y="6342684"/>
              <a:chExt cx="958433" cy="163185"/>
            </a:xfrm>
            <a:solidFill>
              <a:schemeClr val="bg1"/>
            </a:solidFill>
          </p:grpSpPr>
          <p:sp>
            <p:nvSpPr>
              <p:cNvPr id="12" name="Vrije vorm: vorm 11">
                <a:extLst>
                  <a:ext uri="{FF2B5EF4-FFF2-40B4-BE49-F238E27FC236}">
                    <a16:creationId xmlns:a16="http://schemas.microsoft.com/office/drawing/2014/main" id="{71A56025-24AA-D7B0-A412-9E0421EC0846}"/>
                  </a:ext>
                </a:extLst>
              </p:cNvPr>
              <p:cNvSpPr/>
              <p:nvPr/>
            </p:nvSpPr>
            <p:spPr>
              <a:xfrm>
                <a:off x="10511361" y="6342684"/>
                <a:ext cx="464267" cy="163185"/>
              </a:xfrm>
              <a:custGeom>
                <a:avLst/>
                <a:gdLst>
                  <a:gd name="connsiteX0" fmla="*/ 382648 w 464267"/>
                  <a:gd name="connsiteY0" fmla="*/ 105925 h 163185"/>
                  <a:gd name="connsiteX1" fmla="*/ 358307 w 464267"/>
                  <a:gd name="connsiteY1" fmla="*/ 81584 h 163185"/>
                  <a:gd name="connsiteX2" fmla="*/ 382648 w 464267"/>
                  <a:gd name="connsiteY2" fmla="*/ 57243 h 163185"/>
                  <a:gd name="connsiteX3" fmla="*/ 406989 w 464267"/>
                  <a:gd name="connsiteY3" fmla="*/ 81584 h 163185"/>
                  <a:gd name="connsiteX4" fmla="*/ 382648 w 464267"/>
                  <a:gd name="connsiteY4" fmla="*/ 105925 h 163185"/>
                  <a:gd name="connsiteX5" fmla="*/ 382648 w 464267"/>
                  <a:gd name="connsiteY5" fmla="*/ 0 h 163185"/>
                  <a:gd name="connsiteX6" fmla="*/ 302280 w 464267"/>
                  <a:gd name="connsiteY6" fmla="*/ 67394 h 163185"/>
                  <a:gd name="connsiteX7" fmla="*/ 302280 w 464267"/>
                  <a:gd name="connsiteY7" fmla="*/ 20105 h 163185"/>
                  <a:gd name="connsiteX8" fmla="*/ 284891 w 464267"/>
                  <a:gd name="connsiteY8" fmla="*/ 2716 h 163185"/>
                  <a:gd name="connsiteX9" fmla="*/ 243911 w 464267"/>
                  <a:gd name="connsiteY9" fmla="*/ 2716 h 163185"/>
                  <a:gd name="connsiteX10" fmla="*/ 243911 w 464267"/>
                  <a:gd name="connsiteY10" fmla="*/ 64248 h 163185"/>
                  <a:gd name="connsiteX11" fmla="*/ 208865 w 464267"/>
                  <a:gd name="connsiteY11" fmla="*/ 16638 h 163185"/>
                  <a:gd name="connsiteX12" fmla="*/ 181057 w 464267"/>
                  <a:gd name="connsiteY12" fmla="*/ 2716 h 163185"/>
                  <a:gd name="connsiteX13" fmla="*/ 0 w 464267"/>
                  <a:gd name="connsiteY13" fmla="*/ 2716 h 163185"/>
                  <a:gd name="connsiteX14" fmla="*/ 0 w 464267"/>
                  <a:gd name="connsiteY14" fmla="*/ 44643 h 163185"/>
                  <a:gd name="connsiteX15" fmla="*/ 17121 w 464267"/>
                  <a:gd name="connsiteY15" fmla="*/ 61782 h 163185"/>
                  <a:gd name="connsiteX16" fmla="*/ 44214 w 464267"/>
                  <a:gd name="connsiteY16" fmla="*/ 61782 h 163185"/>
                  <a:gd name="connsiteX17" fmla="*/ 44214 w 464267"/>
                  <a:gd name="connsiteY17" fmla="*/ 143115 h 163185"/>
                  <a:gd name="connsiteX18" fmla="*/ 61603 w 464267"/>
                  <a:gd name="connsiteY18" fmla="*/ 160504 h 163185"/>
                  <a:gd name="connsiteX19" fmla="*/ 105943 w 464267"/>
                  <a:gd name="connsiteY19" fmla="*/ 160504 h 163185"/>
                  <a:gd name="connsiteX20" fmla="*/ 105943 w 464267"/>
                  <a:gd name="connsiteY20" fmla="*/ 61764 h 163185"/>
                  <a:gd name="connsiteX21" fmla="*/ 143366 w 464267"/>
                  <a:gd name="connsiteY21" fmla="*/ 61764 h 163185"/>
                  <a:gd name="connsiteX22" fmla="*/ 143366 w 464267"/>
                  <a:gd name="connsiteY22" fmla="*/ 143097 h 163185"/>
                  <a:gd name="connsiteX23" fmla="*/ 160755 w 464267"/>
                  <a:gd name="connsiteY23" fmla="*/ 160486 h 163185"/>
                  <a:gd name="connsiteX24" fmla="*/ 201752 w 464267"/>
                  <a:gd name="connsiteY24" fmla="*/ 160486 h 163185"/>
                  <a:gd name="connsiteX25" fmla="*/ 201752 w 464267"/>
                  <a:gd name="connsiteY25" fmla="*/ 98955 h 163185"/>
                  <a:gd name="connsiteX26" fmla="*/ 236673 w 464267"/>
                  <a:gd name="connsiteY26" fmla="*/ 146564 h 163185"/>
                  <a:gd name="connsiteX27" fmla="*/ 264499 w 464267"/>
                  <a:gd name="connsiteY27" fmla="*/ 160486 h 163185"/>
                  <a:gd name="connsiteX28" fmla="*/ 302280 w 464267"/>
                  <a:gd name="connsiteY28" fmla="*/ 160486 h 163185"/>
                  <a:gd name="connsiteX29" fmla="*/ 302280 w 464267"/>
                  <a:gd name="connsiteY29" fmla="*/ 96345 h 163185"/>
                  <a:gd name="connsiteX30" fmla="*/ 382648 w 464267"/>
                  <a:gd name="connsiteY30" fmla="*/ 163185 h 163185"/>
                  <a:gd name="connsiteX31" fmla="*/ 464268 w 464267"/>
                  <a:gd name="connsiteY31" fmla="*/ 81601 h 163185"/>
                  <a:gd name="connsiteX32" fmla="*/ 382648 w 464267"/>
                  <a:gd name="connsiteY32" fmla="*/ 0 h 163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4267" h="163185">
                    <a:moveTo>
                      <a:pt x="382648" y="105925"/>
                    </a:moveTo>
                    <a:cubicBezTo>
                      <a:pt x="369209" y="105925"/>
                      <a:pt x="358307" y="95041"/>
                      <a:pt x="358307" y="81584"/>
                    </a:cubicBezTo>
                    <a:cubicBezTo>
                      <a:pt x="358307" y="68144"/>
                      <a:pt x="369209" y="57243"/>
                      <a:pt x="382648" y="57243"/>
                    </a:cubicBezTo>
                    <a:cubicBezTo>
                      <a:pt x="396087" y="57243"/>
                      <a:pt x="406989" y="68144"/>
                      <a:pt x="406989" y="81584"/>
                    </a:cubicBezTo>
                    <a:cubicBezTo>
                      <a:pt x="406989" y="95041"/>
                      <a:pt x="396087" y="105925"/>
                      <a:pt x="382648" y="105925"/>
                    </a:cubicBezTo>
                    <a:moveTo>
                      <a:pt x="382648" y="0"/>
                    </a:moveTo>
                    <a:cubicBezTo>
                      <a:pt x="341311" y="0"/>
                      <a:pt x="308713" y="28344"/>
                      <a:pt x="302280" y="67394"/>
                    </a:cubicBezTo>
                    <a:lnTo>
                      <a:pt x="302280" y="20105"/>
                    </a:lnTo>
                    <a:cubicBezTo>
                      <a:pt x="302280" y="7935"/>
                      <a:pt x="297061" y="2716"/>
                      <a:pt x="284891" y="2716"/>
                    </a:cubicBezTo>
                    <a:lnTo>
                      <a:pt x="243911" y="2716"/>
                    </a:lnTo>
                    <a:lnTo>
                      <a:pt x="243911" y="64248"/>
                    </a:lnTo>
                    <a:lnTo>
                      <a:pt x="208865" y="16638"/>
                    </a:lnTo>
                    <a:cubicBezTo>
                      <a:pt x="201252" y="6541"/>
                      <a:pt x="193728" y="2716"/>
                      <a:pt x="181057" y="2716"/>
                    </a:cubicBezTo>
                    <a:lnTo>
                      <a:pt x="0" y="2716"/>
                    </a:lnTo>
                    <a:lnTo>
                      <a:pt x="0" y="44643"/>
                    </a:lnTo>
                    <a:cubicBezTo>
                      <a:pt x="0" y="56635"/>
                      <a:pt x="5147" y="61782"/>
                      <a:pt x="17121" y="61782"/>
                    </a:cubicBezTo>
                    <a:lnTo>
                      <a:pt x="44214" y="61782"/>
                    </a:lnTo>
                    <a:lnTo>
                      <a:pt x="44214" y="143115"/>
                    </a:lnTo>
                    <a:cubicBezTo>
                      <a:pt x="44214" y="155268"/>
                      <a:pt x="49433" y="160504"/>
                      <a:pt x="61603" y="160504"/>
                    </a:cubicBezTo>
                    <a:lnTo>
                      <a:pt x="105943" y="160504"/>
                    </a:lnTo>
                    <a:lnTo>
                      <a:pt x="105943" y="61764"/>
                    </a:lnTo>
                    <a:lnTo>
                      <a:pt x="143366" y="61764"/>
                    </a:lnTo>
                    <a:lnTo>
                      <a:pt x="143366" y="143097"/>
                    </a:lnTo>
                    <a:cubicBezTo>
                      <a:pt x="143366" y="155250"/>
                      <a:pt x="148602" y="160486"/>
                      <a:pt x="160755" y="160486"/>
                    </a:cubicBezTo>
                    <a:lnTo>
                      <a:pt x="201752" y="160486"/>
                    </a:lnTo>
                    <a:lnTo>
                      <a:pt x="201752" y="98955"/>
                    </a:lnTo>
                    <a:lnTo>
                      <a:pt x="236673" y="146564"/>
                    </a:lnTo>
                    <a:cubicBezTo>
                      <a:pt x="244304" y="156680"/>
                      <a:pt x="251828" y="160486"/>
                      <a:pt x="264499" y="160486"/>
                    </a:cubicBezTo>
                    <a:lnTo>
                      <a:pt x="302280" y="160486"/>
                    </a:lnTo>
                    <a:lnTo>
                      <a:pt x="302280" y="96345"/>
                    </a:lnTo>
                    <a:cubicBezTo>
                      <a:pt x="308642" y="135859"/>
                      <a:pt x="340400" y="163185"/>
                      <a:pt x="382648" y="163185"/>
                    </a:cubicBezTo>
                    <a:cubicBezTo>
                      <a:pt x="428864" y="163185"/>
                      <a:pt x="464268" y="127799"/>
                      <a:pt x="464268" y="81601"/>
                    </a:cubicBezTo>
                    <a:cubicBezTo>
                      <a:pt x="464268" y="34260"/>
                      <a:pt x="429990" y="0"/>
                      <a:pt x="382648" y="0"/>
                    </a:cubicBezTo>
                  </a:path>
                </a:pathLst>
              </a:custGeom>
              <a:solidFill>
                <a:schemeClr val="bg1"/>
              </a:solidFill>
              <a:ln w="17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" name="Vrije vorm: vorm 13">
                <a:extLst>
                  <a:ext uri="{FF2B5EF4-FFF2-40B4-BE49-F238E27FC236}">
                    <a16:creationId xmlns:a16="http://schemas.microsoft.com/office/drawing/2014/main" id="{E10C0D8F-96DF-C7FB-3612-4405ECE8B76D}"/>
                  </a:ext>
                </a:extLst>
              </p:cNvPr>
              <p:cNvSpPr/>
              <p:nvPr/>
            </p:nvSpPr>
            <p:spPr>
              <a:xfrm>
                <a:off x="11009156" y="6435044"/>
                <a:ext cx="276312" cy="69520"/>
              </a:xfrm>
              <a:custGeom>
                <a:avLst/>
                <a:gdLst>
                  <a:gd name="connsiteX0" fmla="*/ 240944 w 276312"/>
                  <a:gd name="connsiteY0" fmla="*/ 37995 h 69520"/>
                  <a:gd name="connsiteX1" fmla="*/ 252632 w 276312"/>
                  <a:gd name="connsiteY1" fmla="*/ 25038 h 69520"/>
                  <a:gd name="connsiteX2" fmla="*/ 264535 w 276312"/>
                  <a:gd name="connsiteY2" fmla="*/ 37995 h 69520"/>
                  <a:gd name="connsiteX3" fmla="*/ 240944 w 276312"/>
                  <a:gd name="connsiteY3" fmla="*/ 37995 h 69520"/>
                  <a:gd name="connsiteX4" fmla="*/ 240748 w 276312"/>
                  <a:gd name="connsiteY4" fmla="*/ 44947 h 69520"/>
                  <a:gd name="connsiteX5" fmla="*/ 276312 w 276312"/>
                  <a:gd name="connsiteY5" fmla="*/ 44947 h 69520"/>
                  <a:gd name="connsiteX6" fmla="*/ 276312 w 276312"/>
                  <a:gd name="connsiteY6" fmla="*/ 43213 h 69520"/>
                  <a:gd name="connsiteX7" fmla="*/ 252632 w 276312"/>
                  <a:gd name="connsiteY7" fmla="*/ 17139 h 69520"/>
                  <a:gd name="connsiteX8" fmla="*/ 228863 w 276312"/>
                  <a:gd name="connsiteY8" fmla="*/ 43428 h 69520"/>
                  <a:gd name="connsiteX9" fmla="*/ 252936 w 276312"/>
                  <a:gd name="connsiteY9" fmla="*/ 69520 h 69520"/>
                  <a:gd name="connsiteX10" fmla="*/ 275830 w 276312"/>
                  <a:gd name="connsiteY10" fmla="*/ 53865 h 69520"/>
                  <a:gd name="connsiteX11" fmla="*/ 265107 w 276312"/>
                  <a:gd name="connsiteY11" fmla="*/ 52703 h 69520"/>
                  <a:gd name="connsiteX12" fmla="*/ 253508 w 276312"/>
                  <a:gd name="connsiteY12" fmla="*/ 61121 h 69520"/>
                  <a:gd name="connsiteX13" fmla="*/ 240748 w 276312"/>
                  <a:gd name="connsiteY13" fmla="*/ 45251 h 69520"/>
                  <a:gd name="connsiteX14" fmla="*/ 240748 w 276312"/>
                  <a:gd name="connsiteY14" fmla="*/ 44947 h 69520"/>
                  <a:gd name="connsiteX15" fmla="*/ 229256 w 276312"/>
                  <a:gd name="connsiteY15" fmla="*/ 876 h 69520"/>
                  <a:gd name="connsiteX16" fmla="*/ 219677 w 276312"/>
                  <a:gd name="connsiteY16" fmla="*/ 0 h 69520"/>
                  <a:gd name="connsiteX17" fmla="*/ 203753 w 276312"/>
                  <a:gd name="connsiteY17" fmla="*/ 17496 h 69520"/>
                  <a:gd name="connsiteX18" fmla="*/ 203753 w 276312"/>
                  <a:gd name="connsiteY18" fmla="*/ 18461 h 69520"/>
                  <a:gd name="connsiteX19" fmla="*/ 195533 w 276312"/>
                  <a:gd name="connsiteY19" fmla="*/ 18461 h 69520"/>
                  <a:gd name="connsiteX20" fmla="*/ 195533 w 276312"/>
                  <a:gd name="connsiteY20" fmla="*/ 26075 h 69520"/>
                  <a:gd name="connsiteX21" fmla="*/ 203753 w 276312"/>
                  <a:gd name="connsiteY21" fmla="*/ 26075 h 69520"/>
                  <a:gd name="connsiteX22" fmla="*/ 203753 w 276312"/>
                  <a:gd name="connsiteY22" fmla="*/ 68126 h 69520"/>
                  <a:gd name="connsiteX23" fmla="*/ 214655 w 276312"/>
                  <a:gd name="connsiteY23" fmla="*/ 68126 h 69520"/>
                  <a:gd name="connsiteX24" fmla="*/ 214655 w 276312"/>
                  <a:gd name="connsiteY24" fmla="*/ 26092 h 69520"/>
                  <a:gd name="connsiteX25" fmla="*/ 226540 w 276312"/>
                  <a:gd name="connsiteY25" fmla="*/ 26092 h 69520"/>
                  <a:gd name="connsiteX26" fmla="*/ 226540 w 276312"/>
                  <a:gd name="connsiteY26" fmla="*/ 18479 h 69520"/>
                  <a:gd name="connsiteX27" fmla="*/ 214459 w 276312"/>
                  <a:gd name="connsiteY27" fmla="*/ 18479 h 69520"/>
                  <a:gd name="connsiteX28" fmla="*/ 214459 w 276312"/>
                  <a:gd name="connsiteY28" fmla="*/ 17121 h 69520"/>
                  <a:gd name="connsiteX29" fmla="*/ 222680 w 276312"/>
                  <a:gd name="connsiteY29" fmla="*/ 8310 h 69520"/>
                  <a:gd name="connsiteX30" fmla="*/ 229256 w 276312"/>
                  <a:gd name="connsiteY30" fmla="*/ 8989 h 69520"/>
                  <a:gd name="connsiteX31" fmla="*/ 229256 w 276312"/>
                  <a:gd name="connsiteY31" fmla="*/ 876 h 69520"/>
                  <a:gd name="connsiteX32" fmla="*/ 175248 w 276312"/>
                  <a:gd name="connsiteY32" fmla="*/ 68144 h 69520"/>
                  <a:gd name="connsiteX33" fmla="*/ 186543 w 276312"/>
                  <a:gd name="connsiteY33" fmla="*/ 68144 h 69520"/>
                  <a:gd name="connsiteX34" fmla="*/ 186543 w 276312"/>
                  <a:gd name="connsiteY34" fmla="*/ 18479 h 69520"/>
                  <a:gd name="connsiteX35" fmla="*/ 175248 w 276312"/>
                  <a:gd name="connsiteY35" fmla="*/ 18479 h 69520"/>
                  <a:gd name="connsiteX36" fmla="*/ 175248 w 276312"/>
                  <a:gd name="connsiteY36" fmla="*/ 68144 h 69520"/>
                  <a:gd name="connsiteX37" fmla="*/ 175248 w 276312"/>
                  <a:gd name="connsiteY37" fmla="*/ 10348 h 69520"/>
                  <a:gd name="connsiteX38" fmla="*/ 186543 w 276312"/>
                  <a:gd name="connsiteY38" fmla="*/ 10348 h 69520"/>
                  <a:gd name="connsiteX39" fmla="*/ 186543 w 276312"/>
                  <a:gd name="connsiteY39" fmla="*/ 1090 h 69520"/>
                  <a:gd name="connsiteX40" fmla="*/ 175248 w 276312"/>
                  <a:gd name="connsiteY40" fmla="*/ 1090 h 69520"/>
                  <a:gd name="connsiteX41" fmla="*/ 175248 w 276312"/>
                  <a:gd name="connsiteY41" fmla="*/ 10348 h 69520"/>
                  <a:gd name="connsiteX42" fmla="*/ 147941 w 276312"/>
                  <a:gd name="connsiteY42" fmla="*/ 68144 h 69520"/>
                  <a:gd name="connsiteX43" fmla="*/ 159236 w 276312"/>
                  <a:gd name="connsiteY43" fmla="*/ 68144 h 69520"/>
                  <a:gd name="connsiteX44" fmla="*/ 159236 w 276312"/>
                  <a:gd name="connsiteY44" fmla="*/ 1072 h 69520"/>
                  <a:gd name="connsiteX45" fmla="*/ 147941 w 276312"/>
                  <a:gd name="connsiteY45" fmla="*/ 1072 h 69520"/>
                  <a:gd name="connsiteX46" fmla="*/ 147941 w 276312"/>
                  <a:gd name="connsiteY46" fmla="*/ 68144 h 69520"/>
                  <a:gd name="connsiteX47" fmla="*/ 118989 w 276312"/>
                  <a:gd name="connsiteY47" fmla="*/ 17228 h 69520"/>
                  <a:gd name="connsiteX48" fmla="*/ 116380 w 276312"/>
                  <a:gd name="connsiteY48" fmla="*/ 17121 h 69520"/>
                  <a:gd name="connsiteX49" fmla="*/ 102368 w 276312"/>
                  <a:gd name="connsiteY49" fmla="*/ 29184 h 69520"/>
                  <a:gd name="connsiteX50" fmla="*/ 102368 w 276312"/>
                  <a:gd name="connsiteY50" fmla="*/ 18461 h 69520"/>
                  <a:gd name="connsiteX51" fmla="*/ 92235 w 276312"/>
                  <a:gd name="connsiteY51" fmla="*/ 18461 h 69520"/>
                  <a:gd name="connsiteX52" fmla="*/ 92235 w 276312"/>
                  <a:gd name="connsiteY52" fmla="*/ 68126 h 69520"/>
                  <a:gd name="connsiteX53" fmla="*/ 103333 w 276312"/>
                  <a:gd name="connsiteY53" fmla="*/ 68126 h 69520"/>
                  <a:gd name="connsiteX54" fmla="*/ 103333 w 276312"/>
                  <a:gd name="connsiteY54" fmla="*/ 43499 h 69520"/>
                  <a:gd name="connsiteX55" fmla="*/ 116576 w 276312"/>
                  <a:gd name="connsiteY55" fmla="*/ 27826 h 69520"/>
                  <a:gd name="connsiteX56" fmla="*/ 118989 w 276312"/>
                  <a:gd name="connsiteY56" fmla="*/ 27933 h 69520"/>
                  <a:gd name="connsiteX57" fmla="*/ 118989 w 276312"/>
                  <a:gd name="connsiteY57" fmla="*/ 17228 h 69520"/>
                  <a:gd name="connsiteX58" fmla="*/ 59351 w 276312"/>
                  <a:gd name="connsiteY58" fmla="*/ 25235 h 69520"/>
                  <a:gd name="connsiteX59" fmla="*/ 71254 w 276312"/>
                  <a:gd name="connsiteY59" fmla="*/ 43321 h 69520"/>
                  <a:gd name="connsiteX60" fmla="*/ 59351 w 276312"/>
                  <a:gd name="connsiteY60" fmla="*/ 61299 h 69520"/>
                  <a:gd name="connsiteX61" fmla="*/ 47556 w 276312"/>
                  <a:gd name="connsiteY61" fmla="*/ 43321 h 69520"/>
                  <a:gd name="connsiteX62" fmla="*/ 59351 w 276312"/>
                  <a:gd name="connsiteY62" fmla="*/ 25235 h 69520"/>
                  <a:gd name="connsiteX63" fmla="*/ 59351 w 276312"/>
                  <a:gd name="connsiteY63" fmla="*/ 17121 h 69520"/>
                  <a:gd name="connsiteX64" fmla="*/ 35689 w 276312"/>
                  <a:gd name="connsiteY64" fmla="*/ 43321 h 69520"/>
                  <a:gd name="connsiteX65" fmla="*/ 59351 w 276312"/>
                  <a:gd name="connsiteY65" fmla="*/ 69502 h 69520"/>
                  <a:gd name="connsiteX66" fmla="*/ 83121 w 276312"/>
                  <a:gd name="connsiteY66" fmla="*/ 43321 h 69520"/>
                  <a:gd name="connsiteX67" fmla="*/ 59351 w 276312"/>
                  <a:gd name="connsiteY67" fmla="*/ 17121 h 69520"/>
                  <a:gd name="connsiteX68" fmla="*/ 33724 w 276312"/>
                  <a:gd name="connsiteY68" fmla="*/ 876 h 69520"/>
                  <a:gd name="connsiteX69" fmla="*/ 24162 w 276312"/>
                  <a:gd name="connsiteY69" fmla="*/ 0 h 69520"/>
                  <a:gd name="connsiteX70" fmla="*/ 8221 w 276312"/>
                  <a:gd name="connsiteY70" fmla="*/ 17496 h 69520"/>
                  <a:gd name="connsiteX71" fmla="*/ 8221 w 276312"/>
                  <a:gd name="connsiteY71" fmla="*/ 18461 h 69520"/>
                  <a:gd name="connsiteX72" fmla="*/ 0 w 276312"/>
                  <a:gd name="connsiteY72" fmla="*/ 18461 h 69520"/>
                  <a:gd name="connsiteX73" fmla="*/ 0 w 276312"/>
                  <a:gd name="connsiteY73" fmla="*/ 26075 h 69520"/>
                  <a:gd name="connsiteX74" fmla="*/ 8221 w 276312"/>
                  <a:gd name="connsiteY74" fmla="*/ 26075 h 69520"/>
                  <a:gd name="connsiteX75" fmla="*/ 8221 w 276312"/>
                  <a:gd name="connsiteY75" fmla="*/ 68126 h 69520"/>
                  <a:gd name="connsiteX76" fmla="*/ 19140 w 276312"/>
                  <a:gd name="connsiteY76" fmla="*/ 68126 h 69520"/>
                  <a:gd name="connsiteX77" fmla="*/ 19140 w 276312"/>
                  <a:gd name="connsiteY77" fmla="*/ 26092 h 69520"/>
                  <a:gd name="connsiteX78" fmla="*/ 31025 w 276312"/>
                  <a:gd name="connsiteY78" fmla="*/ 26092 h 69520"/>
                  <a:gd name="connsiteX79" fmla="*/ 31025 w 276312"/>
                  <a:gd name="connsiteY79" fmla="*/ 18479 h 69520"/>
                  <a:gd name="connsiteX80" fmla="*/ 18944 w 276312"/>
                  <a:gd name="connsiteY80" fmla="*/ 18479 h 69520"/>
                  <a:gd name="connsiteX81" fmla="*/ 18944 w 276312"/>
                  <a:gd name="connsiteY81" fmla="*/ 17121 h 69520"/>
                  <a:gd name="connsiteX82" fmla="*/ 27165 w 276312"/>
                  <a:gd name="connsiteY82" fmla="*/ 8310 h 69520"/>
                  <a:gd name="connsiteX83" fmla="*/ 33742 w 276312"/>
                  <a:gd name="connsiteY83" fmla="*/ 8989 h 69520"/>
                  <a:gd name="connsiteX84" fmla="*/ 33742 w 276312"/>
                  <a:gd name="connsiteY84" fmla="*/ 876 h 695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</a:cxnLst>
                <a:rect l="l" t="t" r="r" b="b"/>
                <a:pathLst>
                  <a:path w="276312" h="69520">
                    <a:moveTo>
                      <a:pt x="240944" y="37995"/>
                    </a:moveTo>
                    <a:cubicBezTo>
                      <a:pt x="241624" y="29667"/>
                      <a:pt x="246163" y="25038"/>
                      <a:pt x="252632" y="25038"/>
                    </a:cubicBezTo>
                    <a:cubicBezTo>
                      <a:pt x="259995" y="25038"/>
                      <a:pt x="264249" y="29488"/>
                      <a:pt x="264535" y="37995"/>
                    </a:cubicBezTo>
                    <a:lnTo>
                      <a:pt x="240944" y="37995"/>
                    </a:lnTo>
                    <a:close/>
                    <a:moveTo>
                      <a:pt x="240748" y="44947"/>
                    </a:moveTo>
                    <a:lnTo>
                      <a:pt x="276312" y="44947"/>
                    </a:lnTo>
                    <a:lnTo>
                      <a:pt x="276312" y="43213"/>
                    </a:lnTo>
                    <a:cubicBezTo>
                      <a:pt x="276312" y="27075"/>
                      <a:pt x="267055" y="17139"/>
                      <a:pt x="252632" y="17139"/>
                    </a:cubicBezTo>
                    <a:cubicBezTo>
                      <a:pt x="238514" y="17139"/>
                      <a:pt x="228863" y="27665"/>
                      <a:pt x="228863" y="43428"/>
                    </a:cubicBezTo>
                    <a:cubicBezTo>
                      <a:pt x="228863" y="59191"/>
                      <a:pt x="238425" y="69520"/>
                      <a:pt x="252936" y="69520"/>
                    </a:cubicBezTo>
                    <a:cubicBezTo>
                      <a:pt x="264249" y="69520"/>
                      <a:pt x="272255" y="64016"/>
                      <a:pt x="275830" y="53865"/>
                    </a:cubicBezTo>
                    <a:lnTo>
                      <a:pt x="265107" y="52703"/>
                    </a:lnTo>
                    <a:cubicBezTo>
                      <a:pt x="263284" y="58118"/>
                      <a:pt x="258923" y="61121"/>
                      <a:pt x="253508" y="61121"/>
                    </a:cubicBezTo>
                    <a:cubicBezTo>
                      <a:pt x="245680" y="61121"/>
                      <a:pt x="240748" y="55402"/>
                      <a:pt x="240748" y="45251"/>
                    </a:cubicBezTo>
                    <a:lnTo>
                      <a:pt x="240748" y="44947"/>
                    </a:lnTo>
                    <a:close/>
                    <a:moveTo>
                      <a:pt x="229256" y="876"/>
                    </a:moveTo>
                    <a:cubicBezTo>
                      <a:pt x="226254" y="197"/>
                      <a:pt x="223073" y="0"/>
                      <a:pt x="219677" y="0"/>
                    </a:cubicBezTo>
                    <a:cubicBezTo>
                      <a:pt x="208776" y="0"/>
                      <a:pt x="203753" y="5594"/>
                      <a:pt x="203753" y="17496"/>
                    </a:cubicBezTo>
                    <a:lnTo>
                      <a:pt x="203753" y="18461"/>
                    </a:lnTo>
                    <a:lnTo>
                      <a:pt x="195533" y="18461"/>
                    </a:lnTo>
                    <a:lnTo>
                      <a:pt x="195533" y="26075"/>
                    </a:lnTo>
                    <a:lnTo>
                      <a:pt x="203753" y="26075"/>
                    </a:lnTo>
                    <a:lnTo>
                      <a:pt x="203753" y="68126"/>
                    </a:lnTo>
                    <a:lnTo>
                      <a:pt x="214655" y="68126"/>
                    </a:lnTo>
                    <a:lnTo>
                      <a:pt x="214655" y="26092"/>
                    </a:lnTo>
                    <a:lnTo>
                      <a:pt x="226540" y="26092"/>
                    </a:lnTo>
                    <a:lnTo>
                      <a:pt x="226540" y="18479"/>
                    </a:lnTo>
                    <a:lnTo>
                      <a:pt x="214459" y="18479"/>
                    </a:lnTo>
                    <a:lnTo>
                      <a:pt x="214459" y="17121"/>
                    </a:lnTo>
                    <a:cubicBezTo>
                      <a:pt x="214459" y="11027"/>
                      <a:pt x="216871" y="8310"/>
                      <a:pt x="222680" y="8310"/>
                    </a:cubicBezTo>
                    <a:cubicBezTo>
                      <a:pt x="224324" y="8310"/>
                      <a:pt x="226450" y="8507"/>
                      <a:pt x="229256" y="8989"/>
                    </a:cubicBezTo>
                    <a:lnTo>
                      <a:pt x="229256" y="876"/>
                    </a:lnTo>
                    <a:close/>
                    <a:moveTo>
                      <a:pt x="175248" y="68144"/>
                    </a:moveTo>
                    <a:lnTo>
                      <a:pt x="186543" y="68144"/>
                    </a:lnTo>
                    <a:lnTo>
                      <a:pt x="186543" y="18479"/>
                    </a:lnTo>
                    <a:lnTo>
                      <a:pt x="175248" y="18479"/>
                    </a:lnTo>
                    <a:lnTo>
                      <a:pt x="175248" y="68144"/>
                    </a:lnTo>
                    <a:close/>
                    <a:moveTo>
                      <a:pt x="175248" y="10348"/>
                    </a:moveTo>
                    <a:lnTo>
                      <a:pt x="186543" y="10348"/>
                    </a:lnTo>
                    <a:lnTo>
                      <a:pt x="186543" y="1090"/>
                    </a:lnTo>
                    <a:lnTo>
                      <a:pt x="175248" y="1090"/>
                    </a:lnTo>
                    <a:lnTo>
                      <a:pt x="175248" y="10348"/>
                    </a:lnTo>
                    <a:close/>
                    <a:moveTo>
                      <a:pt x="147941" y="68144"/>
                    </a:moveTo>
                    <a:lnTo>
                      <a:pt x="159236" y="68144"/>
                    </a:lnTo>
                    <a:lnTo>
                      <a:pt x="159236" y="1072"/>
                    </a:lnTo>
                    <a:lnTo>
                      <a:pt x="147941" y="1072"/>
                    </a:lnTo>
                    <a:lnTo>
                      <a:pt x="147941" y="68144"/>
                    </a:lnTo>
                    <a:close/>
                    <a:moveTo>
                      <a:pt x="118989" y="17228"/>
                    </a:moveTo>
                    <a:cubicBezTo>
                      <a:pt x="118024" y="17121"/>
                      <a:pt x="117148" y="17121"/>
                      <a:pt x="116380" y="17121"/>
                    </a:cubicBezTo>
                    <a:cubicBezTo>
                      <a:pt x="109409" y="17121"/>
                      <a:pt x="104870" y="21071"/>
                      <a:pt x="102368" y="29184"/>
                    </a:cubicBezTo>
                    <a:lnTo>
                      <a:pt x="102368" y="18461"/>
                    </a:lnTo>
                    <a:lnTo>
                      <a:pt x="92235" y="18461"/>
                    </a:lnTo>
                    <a:lnTo>
                      <a:pt x="92235" y="68126"/>
                    </a:lnTo>
                    <a:lnTo>
                      <a:pt x="103333" y="68126"/>
                    </a:lnTo>
                    <a:lnTo>
                      <a:pt x="103333" y="43499"/>
                    </a:lnTo>
                    <a:cubicBezTo>
                      <a:pt x="103351" y="33724"/>
                      <a:pt x="108570" y="27826"/>
                      <a:pt x="116576" y="27826"/>
                    </a:cubicBezTo>
                    <a:cubicBezTo>
                      <a:pt x="117059" y="27826"/>
                      <a:pt x="117934" y="27826"/>
                      <a:pt x="118989" y="27933"/>
                    </a:cubicBezTo>
                    <a:lnTo>
                      <a:pt x="118989" y="17228"/>
                    </a:lnTo>
                    <a:close/>
                    <a:moveTo>
                      <a:pt x="59351" y="25235"/>
                    </a:moveTo>
                    <a:cubicBezTo>
                      <a:pt x="66607" y="25235"/>
                      <a:pt x="71254" y="31704"/>
                      <a:pt x="71254" y="43321"/>
                    </a:cubicBezTo>
                    <a:cubicBezTo>
                      <a:pt x="71254" y="54919"/>
                      <a:pt x="66607" y="61299"/>
                      <a:pt x="59351" y="61299"/>
                    </a:cubicBezTo>
                    <a:cubicBezTo>
                      <a:pt x="52006" y="61299"/>
                      <a:pt x="47556" y="55009"/>
                      <a:pt x="47556" y="43321"/>
                    </a:cubicBezTo>
                    <a:cubicBezTo>
                      <a:pt x="47556" y="31597"/>
                      <a:pt x="52006" y="25235"/>
                      <a:pt x="59351" y="25235"/>
                    </a:cubicBezTo>
                    <a:moveTo>
                      <a:pt x="59351" y="17121"/>
                    </a:moveTo>
                    <a:cubicBezTo>
                      <a:pt x="45340" y="17121"/>
                      <a:pt x="35689" y="27361"/>
                      <a:pt x="35689" y="43321"/>
                    </a:cubicBezTo>
                    <a:cubicBezTo>
                      <a:pt x="35689" y="59262"/>
                      <a:pt x="45251" y="69502"/>
                      <a:pt x="59351" y="69502"/>
                    </a:cubicBezTo>
                    <a:cubicBezTo>
                      <a:pt x="73470" y="69502"/>
                      <a:pt x="83121" y="59262"/>
                      <a:pt x="83121" y="43321"/>
                    </a:cubicBezTo>
                    <a:cubicBezTo>
                      <a:pt x="83121" y="27361"/>
                      <a:pt x="73470" y="17121"/>
                      <a:pt x="59351" y="17121"/>
                    </a:cubicBezTo>
                    <a:moveTo>
                      <a:pt x="33724" y="876"/>
                    </a:moveTo>
                    <a:cubicBezTo>
                      <a:pt x="30721" y="197"/>
                      <a:pt x="27540" y="0"/>
                      <a:pt x="24162" y="0"/>
                    </a:cubicBezTo>
                    <a:cubicBezTo>
                      <a:pt x="13243" y="0"/>
                      <a:pt x="8221" y="5594"/>
                      <a:pt x="8221" y="17496"/>
                    </a:cubicBezTo>
                    <a:lnTo>
                      <a:pt x="8221" y="18461"/>
                    </a:lnTo>
                    <a:lnTo>
                      <a:pt x="0" y="18461"/>
                    </a:lnTo>
                    <a:lnTo>
                      <a:pt x="0" y="26075"/>
                    </a:lnTo>
                    <a:lnTo>
                      <a:pt x="8221" y="26075"/>
                    </a:lnTo>
                    <a:lnTo>
                      <a:pt x="8221" y="68126"/>
                    </a:lnTo>
                    <a:lnTo>
                      <a:pt x="19140" y="68126"/>
                    </a:lnTo>
                    <a:lnTo>
                      <a:pt x="19140" y="26092"/>
                    </a:lnTo>
                    <a:lnTo>
                      <a:pt x="31025" y="26092"/>
                    </a:lnTo>
                    <a:lnTo>
                      <a:pt x="31025" y="18479"/>
                    </a:lnTo>
                    <a:lnTo>
                      <a:pt x="18944" y="18479"/>
                    </a:lnTo>
                    <a:lnTo>
                      <a:pt x="18944" y="17121"/>
                    </a:lnTo>
                    <a:cubicBezTo>
                      <a:pt x="18944" y="11027"/>
                      <a:pt x="21356" y="8310"/>
                      <a:pt x="27165" y="8310"/>
                    </a:cubicBezTo>
                    <a:cubicBezTo>
                      <a:pt x="28809" y="8310"/>
                      <a:pt x="30936" y="8507"/>
                      <a:pt x="33742" y="8989"/>
                    </a:cubicBezTo>
                    <a:lnTo>
                      <a:pt x="33742" y="876"/>
                    </a:lnTo>
                    <a:close/>
                  </a:path>
                </a:pathLst>
              </a:custGeom>
              <a:solidFill>
                <a:schemeClr val="bg1"/>
              </a:solidFill>
              <a:ln w="17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" name="Vrije vorm: vorm 14">
                <a:extLst>
                  <a:ext uri="{FF2B5EF4-FFF2-40B4-BE49-F238E27FC236}">
                    <a16:creationId xmlns:a16="http://schemas.microsoft.com/office/drawing/2014/main" id="{4FA9E20A-13F6-63BF-4C2D-124369F3334B}"/>
                  </a:ext>
                </a:extLst>
              </p:cNvPr>
              <p:cNvSpPr/>
              <p:nvPr/>
            </p:nvSpPr>
            <p:spPr>
              <a:xfrm>
                <a:off x="11013731" y="6345060"/>
                <a:ext cx="456064" cy="68394"/>
              </a:xfrm>
              <a:custGeom>
                <a:avLst/>
                <a:gdLst>
                  <a:gd name="connsiteX0" fmla="*/ 414299 w 456064"/>
                  <a:gd name="connsiteY0" fmla="*/ 17389 h 68394"/>
                  <a:gd name="connsiteX1" fmla="*/ 414299 w 456064"/>
                  <a:gd name="connsiteY1" fmla="*/ 67054 h 68394"/>
                  <a:gd name="connsiteX2" fmla="*/ 425218 w 456064"/>
                  <a:gd name="connsiteY2" fmla="*/ 67054 h 68394"/>
                  <a:gd name="connsiteX3" fmla="*/ 425218 w 456064"/>
                  <a:gd name="connsiteY3" fmla="*/ 38638 h 68394"/>
                  <a:gd name="connsiteX4" fmla="*/ 436728 w 456064"/>
                  <a:gd name="connsiteY4" fmla="*/ 24520 h 68394"/>
                  <a:gd name="connsiteX5" fmla="*/ 445145 w 456064"/>
                  <a:gd name="connsiteY5" fmla="*/ 35350 h 68394"/>
                  <a:gd name="connsiteX6" fmla="*/ 445145 w 456064"/>
                  <a:gd name="connsiteY6" fmla="*/ 67036 h 68394"/>
                  <a:gd name="connsiteX7" fmla="*/ 456064 w 456064"/>
                  <a:gd name="connsiteY7" fmla="*/ 67036 h 68394"/>
                  <a:gd name="connsiteX8" fmla="*/ 456064 w 456064"/>
                  <a:gd name="connsiteY8" fmla="*/ 35261 h 68394"/>
                  <a:gd name="connsiteX9" fmla="*/ 439926 w 456064"/>
                  <a:gd name="connsiteY9" fmla="*/ 16031 h 68394"/>
                  <a:gd name="connsiteX10" fmla="*/ 424557 w 456064"/>
                  <a:gd name="connsiteY10" fmla="*/ 25878 h 68394"/>
                  <a:gd name="connsiteX11" fmla="*/ 424539 w 456064"/>
                  <a:gd name="connsiteY11" fmla="*/ 17371 h 68394"/>
                  <a:gd name="connsiteX12" fmla="*/ 414299 w 456064"/>
                  <a:gd name="connsiteY12" fmla="*/ 17371 h 68394"/>
                  <a:gd name="connsiteX13" fmla="*/ 380343 w 456064"/>
                  <a:gd name="connsiteY13" fmla="*/ 24144 h 68394"/>
                  <a:gd name="connsiteX14" fmla="*/ 392227 w 456064"/>
                  <a:gd name="connsiteY14" fmla="*/ 42213 h 68394"/>
                  <a:gd name="connsiteX15" fmla="*/ 380343 w 456064"/>
                  <a:gd name="connsiteY15" fmla="*/ 60191 h 68394"/>
                  <a:gd name="connsiteX16" fmla="*/ 368547 w 456064"/>
                  <a:gd name="connsiteY16" fmla="*/ 42213 h 68394"/>
                  <a:gd name="connsiteX17" fmla="*/ 380343 w 456064"/>
                  <a:gd name="connsiteY17" fmla="*/ 24144 h 68394"/>
                  <a:gd name="connsiteX18" fmla="*/ 380343 w 456064"/>
                  <a:gd name="connsiteY18" fmla="*/ 16031 h 68394"/>
                  <a:gd name="connsiteX19" fmla="*/ 356663 w 456064"/>
                  <a:gd name="connsiteY19" fmla="*/ 42213 h 68394"/>
                  <a:gd name="connsiteX20" fmla="*/ 380343 w 456064"/>
                  <a:gd name="connsiteY20" fmla="*/ 68394 h 68394"/>
                  <a:gd name="connsiteX21" fmla="*/ 404112 w 456064"/>
                  <a:gd name="connsiteY21" fmla="*/ 42213 h 68394"/>
                  <a:gd name="connsiteX22" fmla="*/ 380343 w 456064"/>
                  <a:gd name="connsiteY22" fmla="*/ 16031 h 68394"/>
                  <a:gd name="connsiteX23" fmla="*/ 335271 w 456064"/>
                  <a:gd name="connsiteY23" fmla="*/ 67054 h 68394"/>
                  <a:gd name="connsiteX24" fmla="*/ 346565 w 456064"/>
                  <a:gd name="connsiteY24" fmla="*/ 67054 h 68394"/>
                  <a:gd name="connsiteX25" fmla="*/ 346565 w 456064"/>
                  <a:gd name="connsiteY25" fmla="*/ 17389 h 68394"/>
                  <a:gd name="connsiteX26" fmla="*/ 335271 w 456064"/>
                  <a:gd name="connsiteY26" fmla="*/ 17389 h 68394"/>
                  <a:gd name="connsiteX27" fmla="*/ 335271 w 456064"/>
                  <a:gd name="connsiteY27" fmla="*/ 67054 h 68394"/>
                  <a:gd name="connsiteX28" fmla="*/ 335271 w 456064"/>
                  <a:gd name="connsiteY28" fmla="*/ 9257 h 68394"/>
                  <a:gd name="connsiteX29" fmla="*/ 346565 w 456064"/>
                  <a:gd name="connsiteY29" fmla="*/ 9257 h 68394"/>
                  <a:gd name="connsiteX30" fmla="*/ 346565 w 456064"/>
                  <a:gd name="connsiteY30" fmla="*/ 0 h 68394"/>
                  <a:gd name="connsiteX31" fmla="*/ 335271 w 456064"/>
                  <a:gd name="connsiteY31" fmla="*/ 0 h 68394"/>
                  <a:gd name="connsiteX32" fmla="*/ 335271 w 456064"/>
                  <a:gd name="connsiteY32" fmla="*/ 9257 h 68394"/>
                  <a:gd name="connsiteX33" fmla="*/ 311019 w 456064"/>
                  <a:gd name="connsiteY33" fmla="*/ 3664 h 68394"/>
                  <a:gd name="connsiteX34" fmla="*/ 300582 w 456064"/>
                  <a:gd name="connsiteY34" fmla="*/ 4521 h 68394"/>
                  <a:gd name="connsiteX35" fmla="*/ 300206 w 456064"/>
                  <a:gd name="connsiteY35" fmla="*/ 17371 h 68394"/>
                  <a:gd name="connsiteX36" fmla="*/ 291592 w 456064"/>
                  <a:gd name="connsiteY36" fmla="*/ 17371 h 68394"/>
                  <a:gd name="connsiteX37" fmla="*/ 291592 w 456064"/>
                  <a:gd name="connsiteY37" fmla="*/ 25002 h 68394"/>
                  <a:gd name="connsiteX38" fmla="*/ 299903 w 456064"/>
                  <a:gd name="connsiteY38" fmla="*/ 25002 h 68394"/>
                  <a:gd name="connsiteX39" fmla="*/ 299903 w 456064"/>
                  <a:gd name="connsiteY39" fmla="*/ 49844 h 68394"/>
                  <a:gd name="connsiteX40" fmla="*/ 315540 w 456064"/>
                  <a:gd name="connsiteY40" fmla="*/ 68377 h 68394"/>
                  <a:gd name="connsiteX41" fmla="*/ 323475 w 456064"/>
                  <a:gd name="connsiteY41" fmla="*/ 67411 h 68394"/>
                  <a:gd name="connsiteX42" fmla="*/ 323475 w 456064"/>
                  <a:gd name="connsiteY42" fmla="*/ 58815 h 68394"/>
                  <a:gd name="connsiteX43" fmla="*/ 317953 w 456064"/>
                  <a:gd name="connsiteY43" fmla="*/ 59494 h 68394"/>
                  <a:gd name="connsiteX44" fmla="*/ 311001 w 456064"/>
                  <a:gd name="connsiteY44" fmla="*/ 49057 h 68394"/>
                  <a:gd name="connsiteX45" fmla="*/ 311001 w 456064"/>
                  <a:gd name="connsiteY45" fmla="*/ 25020 h 68394"/>
                  <a:gd name="connsiteX46" fmla="*/ 322099 w 456064"/>
                  <a:gd name="connsiteY46" fmla="*/ 25020 h 68394"/>
                  <a:gd name="connsiteX47" fmla="*/ 322099 w 456064"/>
                  <a:gd name="connsiteY47" fmla="*/ 17389 h 68394"/>
                  <a:gd name="connsiteX48" fmla="*/ 311001 w 456064"/>
                  <a:gd name="connsiteY48" fmla="*/ 17389 h 68394"/>
                  <a:gd name="connsiteX49" fmla="*/ 311001 w 456064"/>
                  <a:gd name="connsiteY49" fmla="*/ 3664 h 68394"/>
                  <a:gd name="connsiteX50" fmla="*/ 272470 w 456064"/>
                  <a:gd name="connsiteY50" fmla="*/ 42320 h 68394"/>
                  <a:gd name="connsiteX51" fmla="*/ 272470 w 456064"/>
                  <a:gd name="connsiteY51" fmla="*/ 45894 h 68394"/>
                  <a:gd name="connsiteX52" fmla="*/ 259423 w 456064"/>
                  <a:gd name="connsiteY52" fmla="*/ 60316 h 68394"/>
                  <a:gd name="connsiteX53" fmla="*/ 250523 w 456064"/>
                  <a:gd name="connsiteY53" fmla="*/ 52864 h 68394"/>
                  <a:gd name="connsiteX54" fmla="*/ 269968 w 456064"/>
                  <a:gd name="connsiteY54" fmla="*/ 42320 h 68394"/>
                  <a:gd name="connsiteX55" fmla="*/ 272470 w 456064"/>
                  <a:gd name="connsiteY55" fmla="*/ 42320 h 68394"/>
                  <a:gd name="connsiteX56" fmla="*/ 240105 w 456064"/>
                  <a:gd name="connsiteY56" fmla="*/ 30239 h 68394"/>
                  <a:gd name="connsiteX57" fmla="*/ 250541 w 456064"/>
                  <a:gd name="connsiteY57" fmla="*/ 31508 h 68394"/>
                  <a:gd name="connsiteX58" fmla="*/ 262140 w 456064"/>
                  <a:gd name="connsiteY58" fmla="*/ 23769 h 68394"/>
                  <a:gd name="connsiteX59" fmla="*/ 272488 w 456064"/>
                  <a:gd name="connsiteY59" fmla="*/ 33044 h 68394"/>
                  <a:gd name="connsiteX60" fmla="*/ 272488 w 456064"/>
                  <a:gd name="connsiteY60" fmla="*/ 35654 h 68394"/>
                  <a:gd name="connsiteX61" fmla="*/ 271434 w 456064"/>
                  <a:gd name="connsiteY61" fmla="*/ 35654 h 68394"/>
                  <a:gd name="connsiteX62" fmla="*/ 238764 w 456064"/>
                  <a:gd name="connsiteY62" fmla="*/ 53436 h 68394"/>
                  <a:gd name="connsiteX63" fmla="*/ 255849 w 456064"/>
                  <a:gd name="connsiteY63" fmla="*/ 68305 h 68394"/>
                  <a:gd name="connsiteX64" fmla="*/ 272684 w 456064"/>
                  <a:gd name="connsiteY64" fmla="*/ 58458 h 68394"/>
                  <a:gd name="connsiteX65" fmla="*/ 273739 w 456064"/>
                  <a:gd name="connsiteY65" fmla="*/ 67054 h 68394"/>
                  <a:gd name="connsiteX66" fmla="*/ 284855 w 456064"/>
                  <a:gd name="connsiteY66" fmla="*/ 67054 h 68394"/>
                  <a:gd name="connsiteX67" fmla="*/ 283407 w 456064"/>
                  <a:gd name="connsiteY67" fmla="*/ 57207 h 68394"/>
                  <a:gd name="connsiteX68" fmla="*/ 283407 w 456064"/>
                  <a:gd name="connsiteY68" fmla="*/ 35546 h 68394"/>
                  <a:gd name="connsiteX69" fmla="*/ 263320 w 456064"/>
                  <a:gd name="connsiteY69" fmla="*/ 16031 h 68394"/>
                  <a:gd name="connsiteX70" fmla="*/ 240105 w 456064"/>
                  <a:gd name="connsiteY70" fmla="*/ 30239 h 68394"/>
                  <a:gd name="connsiteX71" fmla="*/ 205487 w 456064"/>
                  <a:gd name="connsiteY71" fmla="*/ 67054 h 68394"/>
                  <a:gd name="connsiteX72" fmla="*/ 215638 w 456064"/>
                  <a:gd name="connsiteY72" fmla="*/ 67054 h 68394"/>
                  <a:gd name="connsiteX73" fmla="*/ 233224 w 456064"/>
                  <a:gd name="connsiteY73" fmla="*/ 17389 h 68394"/>
                  <a:gd name="connsiteX74" fmla="*/ 224038 w 456064"/>
                  <a:gd name="connsiteY74" fmla="*/ 17389 h 68394"/>
                  <a:gd name="connsiteX75" fmla="*/ 211671 w 456064"/>
                  <a:gd name="connsiteY75" fmla="*/ 55187 h 68394"/>
                  <a:gd name="connsiteX76" fmla="*/ 199393 w 456064"/>
                  <a:gd name="connsiteY76" fmla="*/ 17389 h 68394"/>
                  <a:gd name="connsiteX77" fmla="*/ 188080 w 456064"/>
                  <a:gd name="connsiteY77" fmla="*/ 17389 h 68394"/>
                  <a:gd name="connsiteX78" fmla="*/ 205487 w 456064"/>
                  <a:gd name="connsiteY78" fmla="*/ 67054 h 68394"/>
                  <a:gd name="connsiteX79" fmla="*/ 159378 w 456064"/>
                  <a:gd name="connsiteY79" fmla="*/ 24144 h 68394"/>
                  <a:gd name="connsiteX80" fmla="*/ 171281 w 456064"/>
                  <a:gd name="connsiteY80" fmla="*/ 42213 h 68394"/>
                  <a:gd name="connsiteX81" fmla="*/ 159378 w 456064"/>
                  <a:gd name="connsiteY81" fmla="*/ 60191 h 68394"/>
                  <a:gd name="connsiteX82" fmla="*/ 147584 w 456064"/>
                  <a:gd name="connsiteY82" fmla="*/ 42213 h 68394"/>
                  <a:gd name="connsiteX83" fmla="*/ 159378 w 456064"/>
                  <a:gd name="connsiteY83" fmla="*/ 24144 h 68394"/>
                  <a:gd name="connsiteX84" fmla="*/ 159378 w 456064"/>
                  <a:gd name="connsiteY84" fmla="*/ 16031 h 68394"/>
                  <a:gd name="connsiteX85" fmla="*/ 135717 w 456064"/>
                  <a:gd name="connsiteY85" fmla="*/ 42213 h 68394"/>
                  <a:gd name="connsiteX86" fmla="*/ 159378 w 456064"/>
                  <a:gd name="connsiteY86" fmla="*/ 68394 h 68394"/>
                  <a:gd name="connsiteX87" fmla="*/ 183148 w 456064"/>
                  <a:gd name="connsiteY87" fmla="*/ 42213 h 68394"/>
                  <a:gd name="connsiteX88" fmla="*/ 159378 w 456064"/>
                  <a:gd name="connsiteY88" fmla="*/ 16031 h 68394"/>
                  <a:gd name="connsiteX89" fmla="*/ 83871 w 456064"/>
                  <a:gd name="connsiteY89" fmla="*/ 17389 h 68394"/>
                  <a:gd name="connsiteX90" fmla="*/ 83871 w 456064"/>
                  <a:gd name="connsiteY90" fmla="*/ 67054 h 68394"/>
                  <a:gd name="connsiteX91" fmla="*/ 94773 w 456064"/>
                  <a:gd name="connsiteY91" fmla="*/ 67054 h 68394"/>
                  <a:gd name="connsiteX92" fmla="*/ 94773 w 456064"/>
                  <a:gd name="connsiteY92" fmla="*/ 38638 h 68394"/>
                  <a:gd name="connsiteX93" fmla="*/ 106282 w 456064"/>
                  <a:gd name="connsiteY93" fmla="*/ 24520 h 68394"/>
                  <a:gd name="connsiteX94" fmla="*/ 114682 w 456064"/>
                  <a:gd name="connsiteY94" fmla="*/ 35350 h 68394"/>
                  <a:gd name="connsiteX95" fmla="*/ 114682 w 456064"/>
                  <a:gd name="connsiteY95" fmla="*/ 67036 h 68394"/>
                  <a:gd name="connsiteX96" fmla="*/ 125601 w 456064"/>
                  <a:gd name="connsiteY96" fmla="*/ 67036 h 68394"/>
                  <a:gd name="connsiteX97" fmla="*/ 125601 w 456064"/>
                  <a:gd name="connsiteY97" fmla="*/ 35261 h 68394"/>
                  <a:gd name="connsiteX98" fmla="*/ 109481 w 456064"/>
                  <a:gd name="connsiteY98" fmla="*/ 16031 h 68394"/>
                  <a:gd name="connsiteX99" fmla="*/ 94112 w 456064"/>
                  <a:gd name="connsiteY99" fmla="*/ 25878 h 68394"/>
                  <a:gd name="connsiteX100" fmla="*/ 94094 w 456064"/>
                  <a:gd name="connsiteY100" fmla="*/ 17371 h 68394"/>
                  <a:gd name="connsiteX101" fmla="*/ 83871 w 456064"/>
                  <a:gd name="connsiteY101" fmla="*/ 17371 h 68394"/>
                  <a:gd name="connsiteX102" fmla="*/ 28863 w 456064"/>
                  <a:gd name="connsiteY102" fmla="*/ 17389 h 68394"/>
                  <a:gd name="connsiteX103" fmla="*/ 28863 w 456064"/>
                  <a:gd name="connsiteY103" fmla="*/ 67054 h 68394"/>
                  <a:gd name="connsiteX104" fmla="*/ 39782 w 456064"/>
                  <a:gd name="connsiteY104" fmla="*/ 67054 h 68394"/>
                  <a:gd name="connsiteX105" fmla="*/ 39782 w 456064"/>
                  <a:gd name="connsiteY105" fmla="*/ 38638 h 68394"/>
                  <a:gd name="connsiteX106" fmla="*/ 51292 w 456064"/>
                  <a:gd name="connsiteY106" fmla="*/ 24520 h 68394"/>
                  <a:gd name="connsiteX107" fmla="*/ 59691 w 456064"/>
                  <a:gd name="connsiteY107" fmla="*/ 35350 h 68394"/>
                  <a:gd name="connsiteX108" fmla="*/ 59691 w 456064"/>
                  <a:gd name="connsiteY108" fmla="*/ 67036 h 68394"/>
                  <a:gd name="connsiteX109" fmla="*/ 70611 w 456064"/>
                  <a:gd name="connsiteY109" fmla="*/ 67036 h 68394"/>
                  <a:gd name="connsiteX110" fmla="*/ 70611 w 456064"/>
                  <a:gd name="connsiteY110" fmla="*/ 35261 h 68394"/>
                  <a:gd name="connsiteX111" fmla="*/ 54472 w 456064"/>
                  <a:gd name="connsiteY111" fmla="*/ 16031 h 68394"/>
                  <a:gd name="connsiteX112" fmla="*/ 39121 w 456064"/>
                  <a:gd name="connsiteY112" fmla="*/ 25878 h 68394"/>
                  <a:gd name="connsiteX113" fmla="*/ 39103 w 456064"/>
                  <a:gd name="connsiteY113" fmla="*/ 17371 h 68394"/>
                  <a:gd name="connsiteX114" fmla="*/ 28863 w 456064"/>
                  <a:gd name="connsiteY114" fmla="*/ 17371 h 68394"/>
                  <a:gd name="connsiteX115" fmla="*/ 0 w 456064"/>
                  <a:gd name="connsiteY115" fmla="*/ 67054 h 68394"/>
                  <a:gd name="connsiteX116" fmla="*/ 11295 w 456064"/>
                  <a:gd name="connsiteY116" fmla="*/ 67054 h 68394"/>
                  <a:gd name="connsiteX117" fmla="*/ 11295 w 456064"/>
                  <a:gd name="connsiteY117" fmla="*/ 17389 h 68394"/>
                  <a:gd name="connsiteX118" fmla="*/ 0 w 456064"/>
                  <a:gd name="connsiteY118" fmla="*/ 17389 h 68394"/>
                  <a:gd name="connsiteX119" fmla="*/ 0 w 456064"/>
                  <a:gd name="connsiteY119" fmla="*/ 67054 h 68394"/>
                  <a:gd name="connsiteX120" fmla="*/ 0 w 456064"/>
                  <a:gd name="connsiteY120" fmla="*/ 9257 h 68394"/>
                  <a:gd name="connsiteX121" fmla="*/ 11295 w 456064"/>
                  <a:gd name="connsiteY121" fmla="*/ 9257 h 68394"/>
                  <a:gd name="connsiteX122" fmla="*/ 11295 w 456064"/>
                  <a:gd name="connsiteY122" fmla="*/ 0 h 68394"/>
                  <a:gd name="connsiteX123" fmla="*/ 0 w 456064"/>
                  <a:gd name="connsiteY123" fmla="*/ 0 h 68394"/>
                  <a:gd name="connsiteX124" fmla="*/ 0 w 456064"/>
                  <a:gd name="connsiteY124" fmla="*/ 9257 h 683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</a:cxnLst>
                <a:rect l="l" t="t" r="r" b="b"/>
                <a:pathLst>
                  <a:path w="456064" h="68394">
                    <a:moveTo>
                      <a:pt x="414299" y="17389"/>
                    </a:moveTo>
                    <a:lnTo>
                      <a:pt x="414299" y="67054"/>
                    </a:lnTo>
                    <a:lnTo>
                      <a:pt x="425218" y="67054"/>
                    </a:lnTo>
                    <a:lnTo>
                      <a:pt x="425218" y="38638"/>
                    </a:lnTo>
                    <a:cubicBezTo>
                      <a:pt x="425236" y="30042"/>
                      <a:pt x="430258" y="24520"/>
                      <a:pt x="436728" y="24520"/>
                    </a:cubicBezTo>
                    <a:cubicBezTo>
                      <a:pt x="442142" y="24520"/>
                      <a:pt x="445145" y="28183"/>
                      <a:pt x="445145" y="35350"/>
                    </a:cubicBezTo>
                    <a:lnTo>
                      <a:pt x="445145" y="67036"/>
                    </a:lnTo>
                    <a:lnTo>
                      <a:pt x="456064" y="67036"/>
                    </a:lnTo>
                    <a:lnTo>
                      <a:pt x="456064" y="35261"/>
                    </a:lnTo>
                    <a:cubicBezTo>
                      <a:pt x="456064" y="22411"/>
                      <a:pt x="450757" y="16031"/>
                      <a:pt x="439926" y="16031"/>
                    </a:cubicBezTo>
                    <a:cubicBezTo>
                      <a:pt x="433260" y="16031"/>
                      <a:pt x="428131" y="19319"/>
                      <a:pt x="424557" y="25878"/>
                    </a:cubicBezTo>
                    <a:lnTo>
                      <a:pt x="424539" y="17371"/>
                    </a:lnTo>
                    <a:lnTo>
                      <a:pt x="414299" y="17371"/>
                    </a:lnTo>
                    <a:close/>
                    <a:moveTo>
                      <a:pt x="380343" y="24144"/>
                    </a:moveTo>
                    <a:cubicBezTo>
                      <a:pt x="387599" y="24144"/>
                      <a:pt x="392227" y="30614"/>
                      <a:pt x="392227" y="42213"/>
                    </a:cubicBezTo>
                    <a:cubicBezTo>
                      <a:pt x="392227" y="53811"/>
                      <a:pt x="387599" y="60191"/>
                      <a:pt x="380343" y="60191"/>
                    </a:cubicBezTo>
                    <a:cubicBezTo>
                      <a:pt x="372997" y="60191"/>
                      <a:pt x="368547" y="53901"/>
                      <a:pt x="368547" y="42213"/>
                    </a:cubicBezTo>
                    <a:cubicBezTo>
                      <a:pt x="368547" y="30525"/>
                      <a:pt x="372979" y="24144"/>
                      <a:pt x="380343" y="24144"/>
                    </a:cubicBezTo>
                    <a:moveTo>
                      <a:pt x="380343" y="16031"/>
                    </a:moveTo>
                    <a:cubicBezTo>
                      <a:pt x="366313" y="16031"/>
                      <a:pt x="356663" y="26271"/>
                      <a:pt x="356663" y="42213"/>
                    </a:cubicBezTo>
                    <a:cubicBezTo>
                      <a:pt x="356663" y="58172"/>
                      <a:pt x="366224" y="68394"/>
                      <a:pt x="380343" y="68394"/>
                    </a:cubicBezTo>
                    <a:cubicBezTo>
                      <a:pt x="394461" y="68394"/>
                      <a:pt x="404112" y="58172"/>
                      <a:pt x="404112" y="42213"/>
                    </a:cubicBezTo>
                    <a:cubicBezTo>
                      <a:pt x="404112" y="26271"/>
                      <a:pt x="394443" y="16031"/>
                      <a:pt x="380343" y="16031"/>
                    </a:cubicBezTo>
                    <a:moveTo>
                      <a:pt x="335271" y="67054"/>
                    </a:moveTo>
                    <a:lnTo>
                      <a:pt x="346565" y="67054"/>
                    </a:lnTo>
                    <a:lnTo>
                      <a:pt x="346565" y="17389"/>
                    </a:lnTo>
                    <a:lnTo>
                      <a:pt x="335271" y="17389"/>
                    </a:lnTo>
                    <a:lnTo>
                      <a:pt x="335271" y="67054"/>
                    </a:lnTo>
                    <a:close/>
                    <a:moveTo>
                      <a:pt x="335271" y="9257"/>
                    </a:moveTo>
                    <a:lnTo>
                      <a:pt x="346565" y="9257"/>
                    </a:lnTo>
                    <a:lnTo>
                      <a:pt x="346565" y="0"/>
                    </a:lnTo>
                    <a:lnTo>
                      <a:pt x="335271" y="0"/>
                    </a:lnTo>
                    <a:lnTo>
                      <a:pt x="335271" y="9257"/>
                    </a:lnTo>
                    <a:close/>
                    <a:moveTo>
                      <a:pt x="311019" y="3664"/>
                    </a:moveTo>
                    <a:lnTo>
                      <a:pt x="300582" y="4521"/>
                    </a:lnTo>
                    <a:lnTo>
                      <a:pt x="300206" y="17371"/>
                    </a:lnTo>
                    <a:lnTo>
                      <a:pt x="291592" y="17371"/>
                    </a:lnTo>
                    <a:lnTo>
                      <a:pt x="291592" y="25002"/>
                    </a:lnTo>
                    <a:lnTo>
                      <a:pt x="299903" y="25002"/>
                    </a:lnTo>
                    <a:lnTo>
                      <a:pt x="299903" y="49844"/>
                    </a:lnTo>
                    <a:cubicBezTo>
                      <a:pt x="299903" y="62783"/>
                      <a:pt x="303673" y="68377"/>
                      <a:pt x="315540" y="68377"/>
                    </a:cubicBezTo>
                    <a:cubicBezTo>
                      <a:pt x="318150" y="68377"/>
                      <a:pt x="320759" y="67983"/>
                      <a:pt x="323475" y="67411"/>
                    </a:cubicBezTo>
                    <a:lnTo>
                      <a:pt x="323475" y="58815"/>
                    </a:lnTo>
                    <a:cubicBezTo>
                      <a:pt x="321545" y="59298"/>
                      <a:pt x="319705" y="59494"/>
                      <a:pt x="317953" y="59494"/>
                    </a:cubicBezTo>
                    <a:cubicBezTo>
                      <a:pt x="312056" y="59494"/>
                      <a:pt x="311001" y="56313"/>
                      <a:pt x="311001" y="49057"/>
                    </a:cubicBezTo>
                    <a:lnTo>
                      <a:pt x="311001" y="25020"/>
                    </a:lnTo>
                    <a:lnTo>
                      <a:pt x="322099" y="25020"/>
                    </a:lnTo>
                    <a:lnTo>
                      <a:pt x="322099" y="17389"/>
                    </a:lnTo>
                    <a:lnTo>
                      <a:pt x="311001" y="17389"/>
                    </a:lnTo>
                    <a:lnTo>
                      <a:pt x="311001" y="3664"/>
                    </a:lnTo>
                    <a:close/>
                    <a:moveTo>
                      <a:pt x="272470" y="42320"/>
                    </a:moveTo>
                    <a:lnTo>
                      <a:pt x="272470" y="45894"/>
                    </a:lnTo>
                    <a:cubicBezTo>
                      <a:pt x="272470" y="54026"/>
                      <a:pt x="266679" y="60316"/>
                      <a:pt x="259423" y="60316"/>
                    </a:cubicBezTo>
                    <a:cubicBezTo>
                      <a:pt x="253901" y="60316"/>
                      <a:pt x="250523" y="57314"/>
                      <a:pt x="250523" y="52864"/>
                    </a:cubicBezTo>
                    <a:cubicBezTo>
                      <a:pt x="250523" y="45894"/>
                      <a:pt x="256993" y="42320"/>
                      <a:pt x="269968" y="42320"/>
                    </a:cubicBezTo>
                    <a:lnTo>
                      <a:pt x="272470" y="42320"/>
                    </a:lnTo>
                    <a:close/>
                    <a:moveTo>
                      <a:pt x="240105" y="30239"/>
                    </a:moveTo>
                    <a:lnTo>
                      <a:pt x="250541" y="31508"/>
                    </a:lnTo>
                    <a:cubicBezTo>
                      <a:pt x="251596" y="26378"/>
                      <a:pt x="255474" y="23769"/>
                      <a:pt x="262140" y="23769"/>
                    </a:cubicBezTo>
                    <a:cubicBezTo>
                      <a:pt x="269110" y="23769"/>
                      <a:pt x="272488" y="26754"/>
                      <a:pt x="272488" y="33044"/>
                    </a:cubicBezTo>
                    <a:lnTo>
                      <a:pt x="272488" y="35654"/>
                    </a:lnTo>
                    <a:lnTo>
                      <a:pt x="271434" y="35654"/>
                    </a:lnTo>
                    <a:cubicBezTo>
                      <a:pt x="249469" y="35654"/>
                      <a:pt x="238764" y="41444"/>
                      <a:pt x="238764" y="53436"/>
                    </a:cubicBezTo>
                    <a:cubicBezTo>
                      <a:pt x="238764" y="62121"/>
                      <a:pt x="245430" y="68305"/>
                      <a:pt x="255849" y="68305"/>
                    </a:cubicBezTo>
                    <a:cubicBezTo>
                      <a:pt x="263302" y="68305"/>
                      <a:pt x="269306" y="64838"/>
                      <a:pt x="272684" y="58458"/>
                    </a:cubicBezTo>
                    <a:cubicBezTo>
                      <a:pt x="272774" y="61639"/>
                      <a:pt x="273078" y="64463"/>
                      <a:pt x="273739" y="67054"/>
                    </a:cubicBezTo>
                    <a:lnTo>
                      <a:pt x="284855" y="67054"/>
                    </a:lnTo>
                    <a:cubicBezTo>
                      <a:pt x="283783" y="64463"/>
                      <a:pt x="283407" y="61174"/>
                      <a:pt x="283407" y="57207"/>
                    </a:cubicBezTo>
                    <a:lnTo>
                      <a:pt x="283407" y="35546"/>
                    </a:lnTo>
                    <a:cubicBezTo>
                      <a:pt x="283407" y="22018"/>
                      <a:pt x="277706" y="16031"/>
                      <a:pt x="263320" y="16031"/>
                    </a:cubicBezTo>
                    <a:cubicBezTo>
                      <a:pt x="250148" y="16031"/>
                      <a:pt x="242321" y="20856"/>
                      <a:pt x="240105" y="30239"/>
                    </a:cubicBezTo>
                    <a:moveTo>
                      <a:pt x="205487" y="67054"/>
                    </a:moveTo>
                    <a:lnTo>
                      <a:pt x="215638" y="67054"/>
                    </a:lnTo>
                    <a:lnTo>
                      <a:pt x="233224" y="17389"/>
                    </a:lnTo>
                    <a:lnTo>
                      <a:pt x="224038" y="17389"/>
                    </a:lnTo>
                    <a:lnTo>
                      <a:pt x="211671" y="55187"/>
                    </a:lnTo>
                    <a:lnTo>
                      <a:pt x="199393" y="17389"/>
                    </a:lnTo>
                    <a:lnTo>
                      <a:pt x="188080" y="17389"/>
                    </a:lnTo>
                    <a:lnTo>
                      <a:pt x="205487" y="67054"/>
                    </a:lnTo>
                    <a:close/>
                    <a:moveTo>
                      <a:pt x="159378" y="24144"/>
                    </a:moveTo>
                    <a:cubicBezTo>
                      <a:pt x="166634" y="24144"/>
                      <a:pt x="171281" y="30614"/>
                      <a:pt x="171281" y="42213"/>
                    </a:cubicBezTo>
                    <a:cubicBezTo>
                      <a:pt x="171281" y="53811"/>
                      <a:pt x="166634" y="60191"/>
                      <a:pt x="159378" y="60191"/>
                    </a:cubicBezTo>
                    <a:cubicBezTo>
                      <a:pt x="152034" y="60191"/>
                      <a:pt x="147584" y="53901"/>
                      <a:pt x="147584" y="42213"/>
                    </a:cubicBezTo>
                    <a:cubicBezTo>
                      <a:pt x="147601" y="30525"/>
                      <a:pt x="152034" y="24144"/>
                      <a:pt x="159378" y="24144"/>
                    </a:cubicBezTo>
                    <a:moveTo>
                      <a:pt x="159378" y="16031"/>
                    </a:moveTo>
                    <a:cubicBezTo>
                      <a:pt x="145367" y="16031"/>
                      <a:pt x="135717" y="26271"/>
                      <a:pt x="135717" y="42213"/>
                    </a:cubicBezTo>
                    <a:cubicBezTo>
                      <a:pt x="135717" y="58172"/>
                      <a:pt x="145260" y="68394"/>
                      <a:pt x="159378" y="68394"/>
                    </a:cubicBezTo>
                    <a:cubicBezTo>
                      <a:pt x="173497" y="68394"/>
                      <a:pt x="183148" y="58172"/>
                      <a:pt x="183148" y="42213"/>
                    </a:cubicBezTo>
                    <a:cubicBezTo>
                      <a:pt x="183148" y="26271"/>
                      <a:pt x="173497" y="16031"/>
                      <a:pt x="159378" y="16031"/>
                    </a:cubicBezTo>
                    <a:moveTo>
                      <a:pt x="83871" y="17389"/>
                    </a:moveTo>
                    <a:lnTo>
                      <a:pt x="83871" y="67054"/>
                    </a:lnTo>
                    <a:lnTo>
                      <a:pt x="94773" y="67054"/>
                    </a:lnTo>
                    <a:lnTo>
                      <a:pt x="94773" y="38638"/>
                    </a:lnTo>
                    <a:cubicBezTo>
                      <a:pt x="94791" y="30042"/>
                      <a:pt x="99831" y="24520"/>
                      <a:pt x="106282" y="24520"/>
                    </a:cubicBezTo>
                    <a:cubicBezTo>
                      <a:pt x="111697" y="24520"/>
                      <a:pt x="114682" y="28183"/>
                      <a:pt x="114682" y="35350"/>
                    </a:cubicBezTo>
                    <a:lnTo>
                      <a:pt x="114682" y="67036"/>
                    </a:lnTo>
                    <a:lnTo>
                      <a:pt x="125601" y="67036"/>
                    </a:lnTo>
                    <a:lnTo>
                      <a:pt x="125601" y="35261"/>
                    </a:lnTo>
                    <a:cubicBezTo>
                      <a:pt x="125601" y="22411"/>
                      <a:pt x="120294" y="16031"/>
                      <a:pt x="109481" y="16031"/>
                    </a:cubicBezTo>
                    <a:cubicBezTo>
                      <a:pt x="102815" y="16031"/>
                      <a:pt x="97686" y="19319"/>
                      <a:pt x="94112" y="25878"/>
                    </a:cubicBezTo>
                    <a:lnTo>
                      <a:pt x="94094" y="17371"/>
                    </a:lnTo>
                    <a:lnTo>
                      <a:pt x="83871" y="17371"/>
                    </a:lnTo>
                    <a:close/>
                    <a:moveTo>
                      <a:pt x="28863" y="17389"/>
                    </a:moveTo>
                    <a:lnTo>
                      <a:pt x="28863" y="67054"/>
                    </a:lnTo>
                    <a:lnTo>
                      <a:pt x="39782" y="67054"/>
                    </a:lnTo>
                    <a:lnTo>
                      <a:pt x="39782" y="38638"/>
                    </a:lnTo>
                    <a:cubicBezTo>
                      <a:pt x="39800" y="30042"/>
                      <a:pt x="44822" y="24520"/>
                      <a:pt x="51292" y="24520"/>
                    </a:cubicBezTo>
                    <a:cubicBezTo>
                      <a:pt x="56706" y="24520"/>
                      <a:pt x="59691" y="28183"/>
                      <a:pt x="59691" y="35350"/>
                    </a:cubicBezTo>
                    <a:lnTo>
                      <a:pt x="59691" y="67036"/>
                    </a:lnTo>
                    <a:lnTo>
                      <a:pt x="70611" y="67036"/>
                    </a:lnTo>
                    <a:lnTo>
                      <a:pt x="70611" y="35261"/>
                    </a:lnTo>
                    <a:cubicBezTo>
                      <a:pt x="70611" y="22411"/>
                      <a:pt x="65303" y="16031"/>
                      <a:pt x="54472" y="16031"/>
                    </a:cubicBezTo>
                    <a:cubicBezTo>
                      <a:pt x="47806" y="16031"/>
                      <a:pt x="42695" y="19319"/>
                      <a:pt x="39121" y="25878"/>
                    </a:cubicBezTo>
                    <a:lnTo>
                      <a:pt x="39103" y="17371"/>
                    </a:lnTo>
                    <a:lnTo>
                      <a:pt x="28863" y="17371"/>
                    </a:lnTo>
                    <a:close/>
                    <a:moveTo>
                      <a:pt x="0" y="67054"/>
                    </a:moveTo>
                    <a:lnTo>
                      <a:pt x="11295" y="67054"/>
                    </a:lnTo>
                    <a:lnTo>
                      <a:pt x="11295" y="17389"/>
                    </a:lnTo>
                    <a:lnTo>
                      <a:pt x="0" y="17389"/>
                    </a:lnTo>
                    <a:lnTo>
                      <a:pt x="0" y="67054"/>
                    </a:lnTo>
                    <a:close/>
                    <a:moveTo>
                      <a:pt x="0" y="9257"/>
                    </a:moveTo>
                    <a:lnTo>
                      <a:pt x="11295" y="9257"/>
                    </a:lnTo>
                    <a:lnTo>
                      <a:pt x="11295" y="0"/>
                    </a:lnTo>
                    <a:lnTo>
                      <a:pt x="0" y="0"/>
                    </a:lnTo>
                    <a:lnTo>
                      <a:pt x="0" y="9257"/>
                    </a:lnTo>
                    <a:close/>
                  </a:path>
                </a:pathLst>
              </a:custGeom>
              <a:solidFill>
                <a:schemeClr val="bg1"/>
              </a:solidFill>
              <a:ln w="17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17" name="Tijdelijke aanduiding voor tekst 8">
            <a:extLst>
              <a:ext uri="{FF2B5EF4-FFF2-40B4-BE49-F238E27FC236}">
                <a16:creationId xmlns:a16="http://schemas.microsoft.com/office/drawing/2014/main" id="{097F604F-C1AD-C922-D5D1-8D64D4F971E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43087" y="333375"/>
            <a:ext cx="9628187" cy="250825"/>
          </a:xfrm>
          <a:noFill/>
        </p:spPr>
        <p:txBody>
          <a:bodyPr wrap="none" lIns="0" tIns="72000" rIns="0" bIns="36000" anchor="b">
            <a:no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Place text here</a:t>
            </a:r>
          </a:p>
        </p:txBody>
      </p:sp>
      <p:sp>
        <p:nvSpPr>
          <p:cNvPr id="7" name="Tijdelijke aanduiding voor tekst 8">
            <a:extLst>
              <a:ext uri="{FF2B5EF4-FFF2-40B4-BE49-F238E27FC236}">
                <a16:creationId xmlns:a16="http://schemas.microsoft.com/office/drawing/2014/main" id="{6648B361-4E45-91E6-559D-B605FC1ABCB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138" y="333375"/>
            <a:ext cx="991792" cy="252000"/>
          </a:xfrm>
          <a:solidFill>
            <a:schemeClr val="accent3"/>
          </a:solidFill>
        </p:spPr>
        <p:txBody>
          <a:bodyPr wrap="none" lIns="72000" tIns="36000" rIns="72000" bIns="36000" anchor="b">
            <a:sp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Theme name</a:t>
            </a:r>
          </a:p>
        </p:txBody>
      </p:sp>
    </p:spTree>
    <p:extLst>
      <p:ext uri="{BB962C8B-B14F-4D97-AF65-F5344CB8AC3E}">
        <p14:creationId xmlns:p14="http://schemas.microsoft.com/office/powerpoint/2010/main" val="1090167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dot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9A7E0CF-CE4A-914A-6EC5-A8567CC130B0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" r="12358" b="46035"/>
          <a:stretch/>
        </p:blipFill>
        <p:spPr>
          <a:xfrm rot="10800000" flipH="1">
            <a:off x="6431467" y="4470400"/>
            <a:ext cx="5770059" cy="238759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6278A900-5CCB-692F-8A50-367C1BD4060F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" r="796" b="46035"/>
          <a:stretch/>
        </p:blipFill>
        <p:spPr>
          <a:xfrm rot="10800000">
            <a:off x="723" y="4470398"/>
            <a:ext cx="6531234" cy="238759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Place a title here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A9D5A26-B4B5-47D7-AE48-D5B9A7EF7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A864317-6C6E-4970-8602-A0B2E6A8B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E939907-F15D-4115-88E8-76C634F9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B5DC5B-6873-43DB-ADC7-B15ACCE0DFDB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30" name="Graphic 129">
            <a:extLst>
              <a:ext uri="{FF2B5EF4-FFF2-40B4-BE49-F238E27FC236}">
                <a16:creationId xmlns:a16="http://schemas.microsoft.com/office/drawing/2014/main" id="{C6C35B67-49EB-9D63-74BD-2420B53B6D4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53752" y="6342684"/>
            <a:ext cx="4015740" cy="162631"/>
          </a:xfrm>
          <a:prstGeom prst="rect">
            <a:avLst/>
          </a:prstGeom>
        </p:spPr>
      </p:pic>
      <p:grpSp>
        <p:nvGrpSpPr>
          <p:cNvPr id="9" name="Groep 8">
            <a:extLst>
              <a:ext uri="{FF2B5EF4-FFF2-40B4-BE49-F238E27FC236}">
                <a16:creationId xmlns:a16="http://schemas.microsoft.com/office/drawing/2014/main" id="{6D5D1F63-67BD-2830-72D1-794061776FE6}"/>
              </a:ext>
            </a:extLst>
          </p:cNvPr>
          <p:cNvGrpSpPr/>
          <p:nvPr userDrawn="1"/>
        </p:nvGrpSpPr>
        <p:grpSpPr>
          <a:xfrm>
            <a:off x="7453752" y="6342684"/>
            <a:ext cx="4016042" cy="163185"/>
            <a:chOff x="7453752" y="6342684"/>
            <a:chExt cx="4016042" cy="163185"/>
          </a:xfrm>
        </p:grpSpPr>
        <p:sp>
          <p:nvSpPr>
            <p:cNvPr id="10" name="Vrije vorm: vorm 9">
              <a:extLst>
                <a:ext uri="{FF2B5EF4-FFF2-40B4-BE49-F238E27FC236}">
                  <a16:creationId xmlns:a16="http://schemas.microsoft.com/office/drawing/2014/main" id="{69BA4B15-7A58-62EC-1617-6986A74CE6EA}"/>
                </a:ext>
              </a:extLst>
            </p:cNvPr>
            <p:cNvSpPr/>
            <p:nvPr/>
          </p:nvSpPr>
          <p:spPr>
            <a:xfrm>
              <a:off x="7453752" y="6473521"/>
              <a:ext cx="3021491" cy="1787"/>
            </a:xfrm>
            <a:custGeom>
              <a:avLst/>
              <a:gdLst>
                <a:gd name="connsiteX0" fmla="*/ 0 w 3021491"/>
                <a:gd name="connsiteY0" fmla="*/ 0 h 1787"/>
                <a:gd name="connsiteX1" fmla="*/ 3021492 w 3021491"/>
                <a:gd name="connsiteY1" fmla="*/ 0 h 1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21491" h="1787">
                  <a:moveTo>
                    <a:pt x="0" y="0"/>
                  </a:moveTo>
                  <a:lnTo>
                    <a:pt x="3021492" y="0"/>
                  </a:lnTo>
                </a:path>
              </a:pathLst>
            </a:custGeom>
            <a:ln w="58892" cap="flat">
              <a:gradFill>
                <a:gsLst>
                  <a:gs pos="0">
                    <a:srgbClr val="FFFFFF">
                      <a:alpha val="0"/>
                    </a:srgbClr>
                  </a:gs>
                  <a:gs pos="22990">
                    <a:schemeClr val="bg1">
                      <a:alpha val="50000"/>
                    </a:schemeClr>
                  </a:gs>
                  <a:gs pos="46010">
                    <a:schemeClr val="bg1"/>
                  </a:gs>
                  <a:gs pos="100000">
                    <a:schemeClr val="bg1"/>
                  </a:gs>
                </a:gsLst>
                <a:lin ang="0" scaled="1"/>
              </a:gra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11" name="Graphic 18">
              <a:extLst>
                <a:ext uri="{FF2B5EF4-FFF2-40B4-BE49-F238E27FC236}">
                  <a16:creationId xmlns:a16="http://schemas.microsoft.com/office/drawing/2014/main" id="{22390296-DB9F-1D68-568B-0CBB37C898FB}"/>
                </a:ext>
              </a:extLst>
            </p:cNvPr>
            <p:cNvGrpSpPr/>
            <p:nvPr/>
          </p:nvGrpSpPr>
          <p:grpSpPr>
            <a:xfrm>
              <a:off x="10511361" y="6342684"/>
              <a:ext cx="958433" cy="163185"/>
              <a:chOff x="10511361" y="6342684"/>
              <a:chExt cx="958433" cy="163185"/>
            </a:xfrm>
            <a:solidFill>
              <a:schemeClr val="bg1"/>
            </a:solidFill>
          </p:grpSpPr>
          <p:sp>
            <p:nvSpPr>
              <p:cNvPr id="12" name="Vrije vorm: vorm 11">
                <a:extLst>
                  <a:ext uri="{FF2B5EF4-FFF2-40B4-BE49-F238E27FC236}">
                    <a16:creationId xmlns:a16="http://schemas.microsoft.com/office/drawing/2014/main" id="{71A56025-24AA-D7B0-A412-9E0421EC0846}"/>
                  </a:ext>
                </a:extLst>
              </p:cNvPr>
              <p:cNvSpPr/>
              <p:nvPr/>
            </p:nvSpPr>
            <p:spPr>
              <a:xfrm>
                <a:off x="10511361" y="6342684"/>
                <a:ext cx="464267" cy="163185"/>
              </a:xfrm>
              <a:custGeom>
                <a:avLst/>
                <a:gdLst>
                  <a:gd name="connsiteX0" fmla="*/ 382648 w 464267"/>
                  <a:gd name="connsiteY0" fmla="*/ 105925 h 163185"/>
                  <a:gd name="connsiteX1" fmla="*/ 358307 w 464267"/>
                  <a:gd name="connsiteY1" fmla="*/ 81584 h 163185"/>
                  <a:gd name="connsiteX2" fmla="*/ 382648 w 464267"/>
                  <a:gd name="connsiteY2" fmla="*/ 57243 h 163185"/>
                  <a:gd name="connsiteX3" fmla="*/ 406989 w 464267"/>
                  <a:gd name="connsiteY3" fmla="*/ 81584 h 163185"/>
                  <a:gd name="connsiteX4" fmla="*/ 382648 w 464267"/>
                  <a:gd name="connsiteY4" fmla="*/ 105925 h 163185"/>
                  <a:gd name="connsiteX5" fmla="*/ 382648 w 464267"/>
                  <a:gd name="connsiteY5" fmla="*/ 0 h 163185"/>
                  <a:gd name="connsiteX6" fmla="*/ 302280 w 464267"/>
                  <a:gd name="connsiteY6" fmla="*/ 67394 h 163185"/>
                  <a:gd name="connsiteX7" fmla="*/ 302280 w 464267"/>
                  <a:gd name="connsiteY7" fmla="*/ 20105 h 163185"/>
                  <a:gd name="connsiteX8" fmla="*/ 284891 w 464267"/>
                  <a:gd name="connsiteY8" fmla="*/ 2716 h 163185"/>
                  <a:gd name="connsiteX9" fmla="*/ 243911 w 464267"/>
                  <a:gd name="connsiteY9" fmla="*/ 2716 h 163185"/>
                  <a:gd name="connsiteX10" fmla="*/ 243911 w 464267"/>
                  <a:gd name="connsiteY10" fmla="*/ 64248 h 163185"/>
                  <a:gd name="connsiteX11" fmla="*/ 208865 w 464267"/>
                  <a:gd name="connsiteY11" fmla="*/ 16638 h 163185"/>
                  <a:gd name="connsiteX12" fmla="*/ 181057 w 464267"/>
                  <a:gd name="connsiteY12" fmla="*/ 2716 h 163185"/>
                  <a:gd name="connsiteX13" fmla="*/ 0 w 464267"/>
                  <a:gd name="connsiteY13" fmla="*/ 2716 h 163185"/>
                  <a:gd name="connsiteX14" fmla="*/ 0 w 464267"/>
                  <a:gd name="connsiteY14" fmla="*/ 44643 h 163185"/>
                  <a:gd name="connsiteX15" fmla="*/ 17121 w 464267"/>
                  <a:gd name="connsiteY15" fmla="*/ 61782 h 163185"/>
                  <a:gd name="connsiteX16" fmla="*/ 44214 w 464267"/>
                  <a:gd name="connsiteY16" fmla="*/ 61782 h 163185"/>
                  <a:gd name="connsiteX17" fmla="*/ 44214 w 464267"/>
                  <a:gd name="connsiteY17" fmla="*/ 143115 h 163185"/>
                  <a:gd name="connsiteX18" fmla="*/ 61603 w 464267"/>
                  <a:gd name="connsiteY18" fmla="*/ 160504 h 163185"/>
                  <a:gd name="connsiteX19" fmla="*/ 105943 w 464267"/>
                  <a:gd name="connsiteY19" fmla="*/ 160504 h 163185"/>
                  <a:gd name="connsiteX20" fmla="*/ 105943 w 464267"/>
                  <a:gd name="connsiteY20" fmla="*/ 61764 h 163185"/>
                  <a:gd name="connsiteX21" fmla="*/ 143366 w 464267"/>
                  <a:gd name="connsiteY21" fmla="*/ 61764 h 163185"/>
                  <a:gd name="connsiteX22" fmla="*/ 143366 w 464267"/>
                  <a:gd name="connsiteY22" fmla="*/ 143097 h 163185"/>
                  <a:gd name="connsiteX23" fmla="*/ 160755 w 464267"/>
                  <a:gd name="connsiteY23" fmla="*/ 160486 h 163185"/>
                  <a:gd name="connsiteX24" fmla="*/ 201752 w 464267"/>
                  <a:gd name="connsiteY24" fmla="*/ 160486 h 163185"/>
                  <a:gd name="connsiteX25" fmla="*/ 201752 w 464267"/>
                  <a:gd name="connsiteY25" fmla="*/ 98955 h 163185"/>
                  <a:gd name="connsiteX26" fmla="*/ 236673 w 464267"/>
                  <a:gd name="connsiteY26" fmla="*/ 146564 h 163185"/>
                  <a:gd name="connsiteX27" fmla="*/ 264499 w 464267"/>
                  <a:gd name="connsiteY27" fmla="*/ 160486 h 163185"/>
                  <a:gd name="connsiteX28" fmla="*/ 302280 w 464267"/>
                  <a:gd name="connsiteY28" fmla="*/ 160486 h 163185"/>
                  <a:gd name="connsiteX29" fmla="*/ 302280 w 464267"/>
                  <a:gd name="connsiteY29" fmla="*/ 96345 h 163185"/>
                  <a:gd name="connsiteX30" fmla="*/ 382648 w 464267"/>
                  <a:gd name="connsiteY30" fmla="*/ 163185 h 163185"/>
                  <a:gd name="connsiteX31" fmla="*/ 464268 w 464267"/>
                  <a:gd name="connsiteY31" fmla="*/ 81601 h 163185"/>
                  <a:gd name="connsiteX32" fmla="*/ 382648 w 464267"/>
                  <a:gd name="connsiteY32" fmla="*/ 0 h 163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4267" h="163185">
                    <a:moveTo>
                      <a:pt x="382648" y="105925"/>
                    </a:moveTo>
                    <a:cubicBezTo>
                      <a:pt x="369209" y="105925"/>
                      <a:pt x="358307" y="95041"/>
                      <a:pt x="358307" y="81584"/>
                    </a:cubicBezTo>
                    <a:cubicBezTo>
                      <a:pt x="358307" y="68144"/>
                      <a:pt x="369209" y="57243"/>
                      <a:pt x="382648" y="57243"/>
                    </a:cubicBezTo>
                    <a:cubicBezTo>
                      <a:pt x="396087" y="57243"/>
                      <a:pt x="406989" y="68144"/>
                      <a:pt x="406989" y="81584"/>
                    </a:cubicBezTo>
                    <a:cubicBezTo>
                      <a:pt x="406989" y="95041"/>
                      <a:pt x="396087" y="105925"/>
                      <a:pt x="382648" y="105925"/>
                    </a:cubicBezTo>
                    <a:moveTo>
                      <a:pt x="382648" y="0"/>
                    </a:moveTo>
                    <a:cubicBezTo>
                      <a:pt x="341311" y="0"/>
                      <a:pt x="308713" y="28344"/>
                      <a:pt x="302280" y="67394"/>
                    </a:cubicBezTo>
                    <a:lnTo>
                      <a:pt x="302280" y="20105"/>
                    </a:lnTo>
                    <a:cubicBezTo>
                      <a:pt x="302280" y="7935"/>
                      <a:pt x="297061" y="2716"/>
                      <a:pt x="284891" y="2716"/>
                    </a:cubicBezTo>
                    <a:lnTo>
                      <a:pt x="243911" y="2716"/>
                    </a:lnTo>
                    <a:lnTo>
                      <a:pt x="243911" y="64248"/>
                    </a:lnTo>
                    <a:lnTo>
                      <a:pt x="208865" y="16638"/>
                    </a:lnTo>
                    <a:cubicBezTo>
                      <a:pt x="201252" y="6541"/>
                      <a:pt x="193728" y="2716"/>
                      <a:pt x="181057" y="2716"/>
                    </a:cubicBezTo>
                    <a:lnTo>
                      <a:pt x="0" y="2716"/>
                    </a:lnTo>
                    <a:lnTo>
                      <a:pt x="0" y="44643"/>
                    </a:lnTo>
                    <a:cubicBezTo>
                      <a:pt x="0" y="56635"/>
                      <a:pt x="5147" y="61782"/>
                      <a:pt x="17121" y="61782"/>
                    </a:cubicBezTo>
                    <a:lnTo>
                      <a:pt x="44214" y="61782"/>
                    </a:lnTo>
                    <a:lnTo>
                      <a:pt x="44214" y="143115"/>
                    </a:lnTo>
                    <a:cubicBezTo>
                      <a:pt x="44214" y="155268"/>
                      <a:pt x="49433" y="160504"/>
                      <a:pt x="61603" y="160504"/>
                    </a:cubicBezTo>
                    <a:lnTo>
                      <a:pt x="105943" y="160504"/>
                    </a:lnTo>
                    <a:lnTo>
                      <a:pt x="105943" y="61764"/>
                    </a:lnTo>
                    <a:lnTo>
                      <a:pt x="143366" y="61764"/>
                    </a:lnTo>
                    <a:lnTo>
                      <a:pt x="143366" y="143097"/>
                    </a:lnTo>
                    <a:cubicBezTo>
                      <a:pt x="143366" y="155250"/>
                      <a:pt x="148602" y="160486"/>
                      <a:pt x="160755" y="160486"/>
                    </a:cubicBezTo>
                    <a:lnTo>
                      <a:pt x="201752" y="160486"/>
                    </a:lnTo>
                    <a:lnTo>
                      <a:pt x="201752" y="98955"/>
                    </a:lnTo>
                    <a:lnTo>
                      <a:pt x="236673" y="146564"/>
                    </a:lnTo>
                    <a:cubicBezTo>
                      <a:pt x="244304" y="156680"/>
                      <a:pt x="251828" y="160486"/>
                      <a:pt x="264499" y="160486"/>
                    </a:cubicBezTo>
                    <a:lnTo>
                      <a:pt x="302280" y="160486"/>
                    </a:lnTo>
                    <a:lnTo>
                      <a:pt x="302280" y="96345"/>
                    </a:lnTo>
                    <a:cubicBezTo>
                      <a:pt x="308642" y="135859"/>
                      <a:pt x="340400" y="163185"/>
                      <a:pt x="382648" y="163185"/>
                    </a:cubicBezTo>
                    <a:cubicBezTo>
                      <a:pt x="428864" y="163185"/>
                      <a:pt x="464268" y="127799"/>
                      <a:pt x="464268" y="81601"/>
                    </a:cubicBezTo>
                    <a:cubicBezTo>
                      <a:pt x="464268" y="34260"/>
                      <a:pt x="429990" y="0"/>
                      <a:pt x="382648" y="0"/>
                    </a:cubicBezTo>
                  </a:path>
                </a:pathLst>
              </a:custGeom>
              <a:solidFill>
                <a:schemeClr val="bg1"/>
              </a:solidFill>
              <a:ln w="17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" name="Vrije vorm: vorm 13">
                <a:extLst>
                  <a:ext uri="{FF2B5EF4-FFF2-40B4-BE49-F238E27FC236}">
                    <a16:creationId xmlns:a16="http://schemas.microsoft.com/office/drawing/2014/main" id="{E10C0D8F-96DF-C7FB-3612-4405ECE8B76D}"/>
                  </a:ext>
                </a:extLst>
              </p:cNvPr>
              <p:cNvSpPr/>
              <p:nvPr/>
            </p:nvSpPr>
            <p:spPr>
              <a:xfrm>
                <a:off x="11009156" y="6435044"/>
                <a:ext cx="276312" cy="69520"/>
              </a:xfrm>
              <a:custGeom>
                <a:avLst/>
                <a:gdLst>
                  <a:gd name="connsiteX0" fmla="*/ 240944 w 276312"/>
                  <a:gd name="connsiteY0" fmla="*/ 37995 h 69520"/>
                  <a:gd name="connsiteX1" fmla="*/ 252632 w 276312"/>
                  <a:gd name="connsiteY1" fmla="*/ 25038 h 69520"/>
                  <a:gd name="connsiteX2" fmla="*/ 264535 w 276312"/>
                  <a:gd name="connsiteY2" fmla="*/ 37995 h 69520"/>
                  <a:gd name="connsiteX3" fmla="*/ 240944 w 276312"/>
                  <a:gd name="connsiteY3" fmla="*/ 37995 h 69520"/>
                  <a:gd name="connsiteX4" fmla="*/ 240748 w 276312"/>
                  <a:gd name="connsiteY4" fmla="*/ 44947 h 69520"/>
                  <a:gd name="connsiteX5" fmla="*/ 276312 w 276312"/>
                  <a:gd name="connsiteY5" fmla="*/ 44947 h 69520"/>
                  <a:gd name="connsiteX6" fmla="*/ 276312 w 276312"/>
                  <a:gd name="connsiteY6" fmla="*/ 43213 h 69520"/>
                  <a:gd name="connsiteX7" fmla="*/ 252632 w 276312"/>
                  <a:gd name="connsiteY7" fmla="*/ 17139 h 69520"/>
                  <a:gd name="connsiteX8" fmla="*/ 228863 w 276312"/>
                  <a:gd name="connsiteY8" fmla="*/ 43428 h 69520"/>
                  <a:gd name="connsiteX9" fmla="*/ 252936 w 276312"/>
                  <a:gd name="connsiteY9" fmla="*/ 69520 h 69520"/>
                  <a:gd name="connsiteX10" fmla="*/ 275830 w 276312"/>
                  <a:gd name="connsiteY10" fmla="*/ 53865 h 69520"/>
                  <a:gd name="connsiteX11" fmla="*/ 265107 w 276312"/>
                  <a:gd name="connsiteY11" fmla="*/ 52703 h 69520"/>
                  <a:gd name="connsiteX12" fmla="*/ 253508 w 276312"/>
                  <a:gd name="connsiteY12" fmla="*/ 61121 h 69520"/>
                  <a:gd name="connsiteX13" fmla="*/ 240748 w 276312"/>
                  <a:gd name="connsiteY13" fmla="*/ 45251 h 69520"/>
                  <a:gd name="connsiteX14" fmla="*/ 240748 w 276312"/>
                  <a:gd name="connsiteY14" fmla="*/ 44947 h 69520"/>
                  <a:gd name="connsiteX15" fmla="*/ 229256 w 276312"/>
                  <a:gd name="connsiteY15" fmla="*/ 876 h 69520"/>
                  <a:gd name="connsiteX16" fmla="*/ 219677 w 276312"/>
                  <a:gd name="connsiteY16" fmla="*/ 0 h 69520"/>
                  <a:gd name="connsiteX17" fmla="*/ 203753 w 276312"/>
                  <a:gd name="connsiteY17" fmla="*/ 17496 h 69520"/>
                  <a:gd name="connsiteX18" fmla="*/ 203753 w 276312"/>
                  <a:gd name="connsiteY18" fmla="*/ 18461 h 69520"/>
                  <a:gd name="connsiteX19" fmla="*/ 195533 w 276312"/>
                  <a:gd name="connsiteY19" fmla="*/ 18461 h 69520"/>
                  <a:gd name="connsiteX20" fmla="*/ 195533 w 276312"/>
                  <a:gd name="connsiteY20" fmla="*/ 26075 h 69520"/>
                  <a:gd name="connsiteX21" fmla="*/ 203753 w 276312"/>
                  <a:gd name="connsiteY21" fmla="*/ 26075 h 69520"/>
                  <a:gd name="connsiteX22" fmla="*/ 203753 w 276312"/>
                  <a:gd name="connsiteY22" fmla="*/ 68126 h 69520"/>
                  <a:gd name="connsiteX23" fmla="*/ 214655 w 276312"/>
                  <a:gd name="connsiteY23" fmla="*/ 68126 h 69520"/>
                  <a:gd name="connsiteX24" fmla="*/ 214655 w 276312"/>
                  <a:gd name="connsiteY24" fmla="*/ 26092 h 69520"/>
                  <a:gd name="connsiteX25" fmla="*/ 226540 w 276312"/>
                  <a:gd name="connsiteY25" fmla="*/ 26092 h 69520"/>
                  <a:gd name="connsiteX26" fmla="*/ 226540 w 276312"/>
                  <a:gd name="connsiteY26" fmla="*/ 18479 h 69520"/>
                  <a:gd name="connsiteX27" fmla="*/ 214459 w 276312"/>
                  <a:gd name="connsiteY27" fmla="*/ 18479 h 69520"/>
                  <a:gd name="connsiteX28" fmla="*/ 214459 w 276312"/>
                  <a:gd name="connsiteY28" fmla="*/ 17121 h 69520"/>
                  <a:gd name="connsiteX29" fmla="*/ 222680 w 276312"/>
                  <a:gd name="connsiteY29" fmla="*/ 8310 h 69520"/>
                  <a:gd name="connsiteX30" fmla="*/ 229256 w 276312"/>
                  <a:gd name="connsiteY30" fmla="*/ 8989 h 69520"/>
                  <a:gd name="connsiteX31" fmla="*/ 229256 w 276312"/>
                  <a:gd name="connsiteY31" fmla="*/ 876 h 69520"/>
                  <a:gd name="connsiteX32" fmla="*/ 175248 w 276312"/>
                  <a:gd name="connsiteY32" fmla="*/ 68144 h 69520"/>
                  <a:gd name="connsiteX33" fmla="*/ 186543 w 276312"/>
                  <a:gd name="connsiteY33" fmla="*/ 68144 h 69520"/>
                  <a:gd name="connsiteX34" fmla="*/ 186543 w 276312"/>
                  <a:gd name="connsiteY34" fmla="*/ 18479 h 69520"/>
                  <a:gd name="connsiteX35" fmla="*/ 175248 w 276312"/>
                  <a:gd name="connsiteY35" fmla="*/ 18479 h 69520"/>
                  <a:gd name="connsiteX36" fmla="*/ 175248 w 276312"/>
                  <a:gd name="connsiteY36" fmla="*/ 68144 h 69520"/>
                  <a:gd name="connsiteX37" fmla="*/ 175248 w 276312"/>
                  <a:gd name="connsiteY37" fmla="*/ 10348 h 69520"/>
                  <a:gd name="connsiteX38" fmla="*/ 186543 w 276312"/>
                  <a:gd name="connsiteY38" fmla="*/ 10348 h 69520"/>
                  <a:gd name="connsiteX39" fmla="*/ 186543 w 276312"/>
                  <a:gd name="connsiteY39" fmla="*/ 1090 h 69520"/>
                  <a:gd name="connsiteX40" fmla="*/ 175248 w 276312"/>
                  <a:gd name="connsiteY40" fmla="*/ 1090 h 69520"/>
                  <a:gd name="connsiteX41" fmla="*/ 175248 w 276312"/>
                  <a:gd name="connsiteY41" fmla="*/ 10348 h 69520"/>
                  <a:gd name="connsiteX42" fmla="*/ 147941 w 276312"/>
                  <a:gd name="connsiteY42" fmla="*/ 68144 h 69520"/>
                  <a:gd name="connsiteX43" fmla="*/ 159236 w 276312"/>
                  <a:gd name="connsiteY43" fmla="*/ 68144 h 69520"/>
                  <a:gd name="connsiteX44" fmla="*/ 159236 w 276312"/>
                  <a:gd name="connsiteY44" fmla="*/ 1072 h 69520"/>
                  <a:gd name="connsiteX45" fmla="*/ 147941 w 276312"/>
                  <a:gd name="connsiteY45" fmla="*/ 1072 h 69520"/>
                  <a:gd name="connsiteX46" fmla="*/ 147941 w 276312"/>
                  <a:gd name="connsiteY46" fmla="*/ 68144 h 69520"/>
                  <a:gd name="connsiteX47" fmla="*/ 118989 w 276312"/>
                  <a:gd name="connsiteY47" fmla="*/ 17228 h 69520"/>
                  <a:gd name="connsiteX48" fmla="*/ 116380 w 276312"/>
                  <a:gd name="connsiteY48" fmla="*/ 17121 h 69520"/>
                  <a:gd name="connsiteX49" fmla="*/ 102368 w 276312"/>
                  <a:gd name="connsiteY49" fmla="*/ 29184 h 69520"/>
                  <a:gd name="connsiteX50" fmla="*/ 102368 w 276312"/>
                  <a:gd name="connsiteY50" fmla="*/ 18461 h 69520"/>
                  <a:gd name="connsiteX51" fmla="*/ 92235 w 276312"/>
                  <a:gd name="connsiteY51" fmla="*/ 18461 h 69520"/>
                  <a:gd name="connsiteX52" fmla="*/ 92235 w 276312"/>
                  <a:gd name="connsiteY52" fmla="*/ 68126 h 69520"/>
                  <a:gd name="connsiteX53" fmla="*/ 103333 w 276312"/>
                  <a:gd name="connsiteY53" fmla="*/ 68126 h 69520"/>
                  <a:gd name="connsiteX54" fmla="*/ 103333 w 276312"/>
                  <a:gd name="connsiteY54" fmla="*/ 43499 h 69520"/>
                  <a:gd name="connsiteX55" fmla="*/ 116576 w 276312"/>
                  <a:gd name="connsiteY55" fmla="*/ 27826 h 69520"/>
                  <a:gd name="connsiteX56" fmla="*/ 118989 w 276312"/>
                  <a:gd name="connsiteY56" fmla="*/ 27933 h 69520"/>
                  <a:gd name="connsiteX57" fmla="*/ 118989 w 276312"/>
                  <a:gd name="connsiteY57" fmla="*/ 17228 h 69520"/>
                  <a:gd name="connsiteX58" fmla="*/ 59351 w 276312"/>
                  <a:gd name="connsiteY58" fmla="*/ 25235 h 69520"/>
                  <a:gd name="connsiteX59" fmla="*/ 71254 w 276312"/>
                  <a:gd name="connsiteY59" fmla="*/ 43321 h 69520"/>
                  <a:gd name="connsiteX60" fmla="*/ 59351 w 276312"/>
                  <a:gd name="connsiteY60" fmla="*/ 61299 h 69520"/>
                  <a:gd name="connsiteX61" fmla="*/ 47556 w 276312"/>
                  <a:gd name="connsiteY61" fmla="*/ 43321 h 69520"/>
                  <a:gd name="connsiteX62" fmla="*/ 59351 w 276312"/>
                  <a:gd name="connsiteY62" fmla="*/ 25235 h 69520"/>
                  <a:gd name="connsiteX63" fmla="*/ 59351 w 276312"/>
                  <a:gd name="connsiteY63" fmla="*/ 17121 h 69520"/>
                  <a:gd name="connsiteX64" fmla="*/ 35689 w 276312"/>
                  <a:gd name="connsiteY64" fmla="*/ 43321 h 69520"/>
                  <a:gd name="connsiteX65" fmla="*/ 59351 w 276312"/>
                  <a:gd name="connsiteY65" fmla="*/ 69502 h 69520"/>
                  <a:gd name="connsiteX66" fmla="*/ 83121 w 276312"/>
                  <a:gd name="connsiteY66" fmla="*/ 43321 h 69520"/>
                  <a:gd name="connsiteX67" fmla="*/ 59351 w 276312"/>
                  <a:gd name="connsiteY67" fmla="*/ 17121 h 69520"/>
                  <a:gd name="connsiteX68" fmla="*/ 33724 w 276312"/>
                  <a:gd name="connsiteY68" fmla="*/ 876 h 69520"/>
                  <a:gd name="connsiteX69" fmla="*/ 24162 w 276312"/>
                  <a:gd name="connsiteY69" fmla="*/ 0 h 69520"/>
                  <a:gd name="connsiteX70" fmla="*/ 8221 w 276312"/>
                  <a:gd name="connsiteY70" fmla="*/ 17496 h 69520"/>
                  <a:gd name="connsiteX71" fmla="*/ 8221 w 276312"/>
                  <a:gd name="connsiteY71" fmla="*/ 18461 h 69520"/>
                  <a:gd name="connsiteX72" fmla="*/ 0 w 276312"/>
                  <a:gd name="connsiteY72" fmla="*/ 18461 h 69520"/>
                  <a:gd name="connsiteX73" fmla="*/ 0 w 276312"/>
                  <a:gd name="connsiteY73" fmla="*/ 26075 h 69520"/>
                  <a:gd name="connsiteX74" fmla="*/ 8221 w 276312"/>
                  <a:gd name="connsiteY74" fmla="*/ 26075 h 69520"/>
                  <a:gd name="connsiteX75" fmla="*/ 8221 w 276312"/>
                  <a:gd name="connsiteY75" fmla="*/ 68126 h 69520"/>
                  <a:gd name="connsiteX76" fmla="*/ 19140 w 276312"/>
                  <a:gd name="connsiteY76" fmla="*/ 68126 h 69520"/>
                  <a:gd name="connsiteX77" fmla="*/ 19140 w 276312"/>
                  <a:gd name="connsiteY77" fmla="*/ 26092 h 69520"/>
                  <a:gd name="connsiteX78" fmla="*/ 31025 w 276312"/>
                  <a:gd name="connsiteY78" fmla="*/ 26092 h 69520"/>
                  <a:gd name="connsiteX79" fmla="*/ 31025 w 276312"/>
                  <a:gd name="connsiteY79" fmla="*/ 18479 h 69520"/>
                  <a:gd name="connsiteX80" fmla="*/ 18944 w 276312"/>
                  <a:gd name="connsiteY80" fmla="*/ 18479 h 69520"/>
                  <a:gd name="connsiteX81" fmla="*/ 18944 w 276312"/>
                  <a:gd name="connsiteY81" fmla="*/ 17121 h 69520"/>
                  <a:gd name="connsiteX82" fmla="*/ 27165 w 276312"/>
                  <a:gd name="connsiteY82" fmla="*/ 8310 h 69520"/>
                  <a:gd name="connsiteX83" fmla="*/ 33742 w 276312"/>
                  <a:gd name="connsiteY83" fmla="*/ 8989 h 69520"/>
                  <a:gd name="connsiteX84" fmla="*/ 33742 w 276312"/>
                  <a:gd name="connsiteY84" fmla="*/ 876 h 695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</a:cxnLst>
                <a:rect l="l" t="t" r="r" b="b"/>
                <a:pathLst>
                  <a:path w="276312" h="69520">
                    <a:moveTo>
                      <a:pt x="240944" y="37995"/>
                    </a:moveTo>
                    <a:cubicBezTo>
                      <a:pt x="241624" y="29667"/>
                      <a:pt x="246163" y="25038"/>
                      <a:pt x="252632" y="25038"/>
                    </a:cubicBezTo>
                    <a:cubicBezTo>
                      <a:pt x="259995" y="25038"/>
                      <a:pt x="264249" y="29488"/>
                      <a:pt x="264535" y="37995"/>
                    </a:cubicBezTo>
                    <a:lnTo>
                      <a:pt x="240944" y="37995"/>
                    </a:lnTo>
                    <a:close/>
                    <a:moveTo>
                      <a:pt x="240748" y="44947"/>
                    </a:moveTo>
                    <a:lnTo>
                      <a:pt x="276312" y="44947"/>
                    </a:lnTo>
                    <a:lnTo>
                      <a:pt x="276312" y="43213"/>
                    </a:lnTo>
                    <a:cubicBezTo>
                      <a:pt x="276312" y="27075"/>
                      <a:pt x="267055" y="17139"/>
                      <a:pt x="252632" y="17139"/>
                    </a:cubicBezTo>
                    <a:cubicBezTo>
                      <a:pt x="238514" y="17139"/>
                      <a:pt x="228863" y="27665"/>
                      <a:pt x="228863" y="43428"/>
                    </a:cubicBezTo>
                    <a:cubicBezTo>
                      <a:pt x="228863" y="59191"/>
                      <a:pt x="238425" y="69520"/>
                      <a:pt x="252936" y="69520"/>
                    </a:cubicBezTo>
                    <a:cubicBezTo>
                      <a:pt x="264249" y="69520"/>
                      <a:pt x="272255" y="64016"/>
                      <a:pt x="275830" y="53865"/>
                    </a:cubicBezTo>
                    <a:lnTo>
                      <a:pt x="265107" y="52703"/>
                    </a:lnTo>
                    <a:cubicBezTo>
                      <a:pt x="263284" y="58118"/>
                      <a:pt x="258923" y="61121"/>
                      <a:pt x="253508" y="61121"/>
                    </a:cubicBezTo>
                    <a:cubicBezTo>
                      <a:pt x="245680" y="61121"/>
                      <a:pt x="240748" y="55402"/>
                      <a:pt x="240748" y="45251"/>
                    </a:cubicBezTo>
                    <a:lnTo>
                      <a:pt x="240748" y="44947"/>
                    </a:lnTo>
                    <a:close/>
                    <a:moveTo>
                      <a:pt x="229256" y="876"/>
                    </a:moveTo>
                    <a:cubicBezTo>
                      <a:pt x="226254" y="197"/>
                      <a:pt x="223073" y="0"/>
                      <a:pt x="219677" y="0"/>
                    </a:cubicBezTo>
                    <a:cubicBezTo>
                      <a:pt x="208776" y="0"/>
                      <a:pt x="203753" y="5594"/>
                      <a:pt x="203753" y="17496"/>
                    </a:cubicBezTo>
                    <a:lnTo>
                      <a:pt x="203753" y="18461"/>
                    </a:lnTo>
                    <a:lnTo>
                      <a:pt x="195533" y="18461"/>
                    </a:lnTo>
                    <a:lnTo>
                      <a:pt x="195533" y="26075"/>
                    </a:lnTo>
                    <a:lnTo>
                      <a:pt x="203753" y="26075"/>
                    </a:lnTo>
                    <a:lnTo>
                      <a:pt x="203753" y="68126"/>
                    </a:lnTo>
                    <a:lnTo>
                      <a:pt x="214655" y="68126"/>
                    </a:lnTo>
                    <a:lnTo>
                      <a:pt x="214655" y="26092"/>
                    </a:lnTo>
                    <a:lnTo>
                      <a:pt x="226540" y="26092"/>
                    </a:lnTo>
                    <a:lnTo>
                      <a:pt x="226540" y="18479"/>
                    </a:lnTo>
                    <a:lnTo>
                      <a:pt x="214459" y="18479"/>
                    </a:lnTo>
                    <a:lnTo>
                      <a:pt x="214459" y="17121"/>
                    </a:lnTo>
                    <a:cubicBezTo>
                      <a:pt x="214459" y="11027"/>
                      <a:pt x="216871" y="8310"/>
                      <a:pt x="222680" y="8310"/>
                    </a:cubicBezTo>
                    <a:cubicBezTo>
                      <a:pt x="224324" y="8310"/>
                      <a:pt x="226450" y="8507"/>
                      <a:pt x="229256" y="8989"/>
                    </a:cubicBezTo>
                    <a:lnTo>
                      <a:pt x="229256" y="876"/>
                    </a:lnTo>
                    <a:close/>
                    <a:moveTo>
                      <a:pt x="175248" y="68144"/>
                    </a:moveTo>
                    <a:lnTo>
                      <a:pt x="186543" y="68144"/>
                    </a:lnTo>
                    <a:lnTo>
                      <a:pt x="186543" y="18479"/>
                    </a:lnTo>
                    <a:lnTo>
                      <a:pt x="175248" y="18479"/>
                    </a:lnTo>
                    <a:lnTo>
                      <a:pt x="175248" y="68144"/>
                    </a:lnTo>
                    <a:close/>
                    <a:moveTo>
                      <a:pt x="175248" y="10348"/>
                    </a:moveTo>
                    <a:lnTo>
                      <a:pt x="186543" y="10348"/>
                    </a:lnTo>
                    <a:lnTo>
                      <a:pt x="186543" y="1090"/>
                    </a:lnTo>
                    <a:lnTo>
                      <a:pt x="175248" y="1090"/>
                    </a:lnTo>
                    <a:lnTo>
                      <a:pt x="175248" y="10348"/>
                    </a:lnTo>
                    <a:close/>
                    <a:moveTo>
                      <a:pt x="147941" y="68144"/>
                    </a:moveTo>
                    <a:lnTo>
                      <a:pt x="159236" y="68144"/>
                    </a:lnTo>
                    <a:lnTo>
                      <a:pt x="159236" y="1072"/>
                    </a:lnTo>
                    <a:lnTo>
                      <a:pt x="147941" y="1072"/>
                    </a:lnTo>
                    <a:lnTo>
                      <a:pt x="147941" y="68144"/>
                    </a:lnTo>
                    <a:close/>
                    <a:moveTo>
                      <a:pt x="118989" y="17228"/>
                    </a:moveTo>
                    <a:cubicBezTo>
                      <a:pt x="118024" y="17121"/>
                      <a:pt x="117148" y="17121"/>
                      <a:pt x="116380" y="17121"/>
                    </a:cubicBezTo>
                    <a:cubicBezTo>
                      <a:pt x="109409" y="17121"/>
                      <a:pt x="104870" y="21071"/>
                      <a:pt x="102368" y="29184"/>
                    </a:cubicBezTo>
                    <a:lnTo>
                      <a:pt x="102368" y="18461"/>
                    </a:lnTo>
                    <a:lnTo>
                      <a:pt x="92235" y="18461"/>
                    </a:lnTo>
                    <a:lnTo>
                      <a:pt x="92235" y="68126"/>
                    </a:lnTo>
                    <a:lnTo>
                      <a:pt x="103333" y="68126"/>
                    </a:lnTo>
                    <a:lnTo>
                      <a:pt x="103333" y="43499"/>
                    </a:lnTo>
                    <a:cubicBezTo>
                      <a:pt x="103351" y="33724"/>
                      <a:pt x="108570" y="27826"/>
                      <a:pt x="116576" y="27826"/>
                    </a:cubicBezTo>
                    <a:cubicBezTo>
                      <a:pt x="117059" y="27826"/>
                      <a:pt x="117934" y="27826"/>
                      <a:pt x="118989" y="27933"/>
                    </a:cubicBezTo>
                    <a:lnTo>
                      <a:pt x="118989" y="17228"/>
                    </a:lnTo>
                    <a:close/>
                    <a:moveTo>
                      <a:pt x="59351" y="25235"/>
                    </a:moveTo>
                    <a:cubicBezTo>
                      <a:pt x="66607" y="25235"/>
                      <a:pt x="71254" y="31704"/>
                      <a:pt x="71254" y="43321"/>
                    </a:cubicBezTo>
                    <a:cubicBezTo>
                      <a:pt x="71254" y="54919"/>
                      <a:pt x="66607" y="61299"/>
                      <a:pt x="59351" y="61299"/>
                    </a:cubicBezTo>
                    <a:cubicBezTo>
                      <a:pt x="52006" y="61299"/>
                      <a:pt x="47556" y="55009"/>
                      <a:pt x="47556" y="43321"/>
                    </a:cubicBezTo>
                    <a:cubicBezTo>
                      <a:pt x="47556" y="31597"/>
                      <a:pt x="52006" y="25235"/>
                      <a:pt x="59351" y="25235"/>
                    </a:cubicBezTo>
                    <a:moveTo>
                      <a:pt x="59351" y="17121"/>
                    </a:moveTo>
                    <a:cubicBezTo>
                      <a:pt x="45340" y="17121"/>
                      <a:pt x="35689" y="27361"/>
                      <a:pt x="35689" y="43321"/>
                    </a:cubicBezTo>
                    <a:cubicBezTo>
                      <a:pt x="35689" y="59262"/>
                      <a:pt x="45251" y="69502"/>
                      <a:pt x="59351" y="69502"/>
                    </a:cubicBezTo>
                    <a:cubicBezTo>
                      <a:pt x="73470" y="69502"/>
                      <a:pt x="83121" y="59262"/>
                      <a:pt x="83121" y="43321"/>
                    </a:cubicBezTo>
                    <a:cubicBezTo>
                      <a:pt x="83121" y="27361"/>
                      <a:pt x="73470" y="17121"/>
                      <a:pt x="59351" y="17121"/>
                    </a:cubicBezTo>
                    <a:moveTo>
                      <a:pt x="33724" y="876"/>
                    </a:moveTo>
                    <a:cubicBezTo>
                      <a:pt x="30721" y="197"/>
                      <a:pt x="27540" y="0"/>
                      <a:pt x="24162" y="0"/>
                    </a:cubicBezTo>
                    <a:cubicBezTo>
                      <a:pt x="13243" y="0"/>
                      <a:pt x="8221" y="5594"/>
                      <a:pt x="8221" y="17496"/>
                    </a:cubicBezTo>
                    <a:lnTo>
                      <a:pt x="8221" y="18461"/>
                    </a:lnTo>
                    <a:lnTo>
                      <a:pt x="0" y="18461"/>
                    </a:lnTo>
                    <a:lnTo>
                      <a:pt x="0" y="26075"/>
                    </a:lnTo>
                    <a:lnTo>
                      <a:pt x="8221" y="26075"/>
                    </a:lnTo>
                    <a:lnTo>
                      <a:pt x="8221" y="68126"/>
                    </a:lnTo>
                    <a:lnTo>
                      <a:pt x="19140" y="68126"/>
                    </a:lnTo>
                    <a:lnTo>
                      <a:pt x="19140" y="26092"/>
                    </a:lnTo>
                    <a:lnTo>
                      <a:pt x="31025" y="26092"/>
                    </a:lnTo>
                    <a:lnTo>
                      <a:pt x="31025" y="18479"/>
                    </a:lnTo>
                    <a:lnTo>
                      <a:pt x="18944" y="18479"/>
                    </a:lnTo>
                    <a:lnTo>
                      <a:pt x="18944" y="17121"/>
                    </a:lnTo>
                    <a:cubicBezTo>
                      <a:pt x="18944" y="11027"/>
                      <a:pt x="21356" y="8310"/>
                      <a:pt x="27165" y="8310"/>
                    </a:cubicBezTo>
                    <a:cubicBezTo>
                      <a:pt x="28809" y="8310"/>
                      <a:pt x="30936" y="8507"/>
                      <a:pt x="33742" y="8989"/>
                    </a:cubicBezTo>
                    <a:lnTo>
                      <a:pt x="33742" y="876"/>
                    </a:lnTo>
                    <a:close/>
                  </a:path>
                </a:pathLst>
              </a:custGeom>
              <a:solidFill>
                <a:schemeClr val="bg1"/>
              </a:solidFill>
              <a:ln w="17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" name="Vrije vorm: vorm 14">
                <a:extLst>
                  <a:ext uri="{FF2B5EF4-FFF2-40B4-BE49-F238E27FC236}">
                    <a16:creationId xmlns:a16="http://schemas.microsoft.com/office/drawing/2014/main" id="{4FA9E20A-13F6-63BF-4C2D-124369F3334B}"/>
                  </a:ext>
                </a:extLst>
              </p:cNvPr>
              <p:cNvSpPr/>
              <p:nvPr/>
            </p:nvSpPr>
            <p:spPr>
              <a:xfrm>
                <a:off x="11013731" y="6345060"/>
                <a:ext cx="456064" cy="68394"/>
              </a:xfrm>
              <a:custGeom>
                <a:avLst/>
                <a:gdLst>
                  <a:gd name="connsiteX0" fmla="*/ 414299 w 456064"/>
                  <a:gd name="connsiteY0" fmla="*/ 17389 h 68394"/>
                  <a:gd name="connsiteX1" fmla="*/ 414299 w 456064"/>
                  <a:gd name="connsiteY1" fmla="*/ 67054 h 68394"/>
                  <a:gd name="connsiteX2" fmla="*/ 425218 w 456064"/>
                  <a:gd name="connsiteY2" fmla="*/ 67054 h 68394"/>
                  <a:gd name="connsiteX3" fmla="*/ 425218 w 456064"/>
                  <a:gd name="connsiteY3" fmla="*/ 38638 h 68394"/>
                  <a:gd name="connsiteX4" fmla="*/ 436728 w 456064"/>
                  <a:gd name="connsiteY4" fmla="*/ 24520 h 68394"/>
                  <a:gd name="connsiteX5" fmla="*/ 445145 w 456064"/>
                  <a:gd name="connsiteY5" fmla="*/ 35350 h 68394"/>
                  <a:gd name="connsiteX6" fmla="*/ 445145 w 456064"/>
                  <a:gd name="connsiteY6" fmla="*/ 67036 h 68394"/>
                  <a:gd name="connsiteX7" fmla="*/ 456064 w 456064"/>
                  <a:gd name="connsiteY7" fmla="*/ 67036 h 68394"/>
                  <a:gd name="connsiteX8" fmla="*/ 456064 w 456064"/>
                  <a:gd name="connsiteY8" fmla="*/ 35261 h 68394"/>
                  <a:gd name="connsiteX9" fmla="*/ 439926 w 456064"/>
                  <a:gd name="connsiteY9" fmla="*/ 16031 h 68394"/>
                  <a:gd name="connsiteX10" fmla="*/ 424557 w 456064"/>
                  <a:gd name="connsiteY10" fmla="*/ 25878 h 68394"/>
                  <a:gd name="connsiteX11" fmla="*/ 424539 w 456064"/>
                  <a:gd name="connsiteY11" fmla="*/ 17371 h 68394"/>
                  <a:gd name="connsiteX12" fmla="*/ 414299 w 456064"/>
                  <a:gd name="connsiteY12" fmla="*/ 17371 h 68394"/>
                  <a:gd name="connsiteX13" fmla="*/ 380343 w 456064"/>
                  <a:gd name="connsiteY13" fmla="*/ 24144 h 68394"/>
                  <a:gd name="connsiteX14" fmla="*/ 392227 w 456064"/>
                  <a:gd name="connsiteY14" fmla="*/ 42213 h 68394"/>
                  <a:gd name="connsiteX15" fmla="*/ 380343 w 456064"/>
                  <a:gd name="connsiteY15" fmla="*/ 60191 h 68394"/>
                  <a:gd name="connsiteX16" fmla="*/ 368547 w 456064"/>
                  <a:gd name="connsiteY16" fmla="*/ 42213 h 68394"/>
                  <a:gd name="connsiteX17" fmla="*/ 380343 w 456064"/>
                  <a:gd name="connsiteY17" fmla="*/ 24144 h 68394"/>
                  <a:gd name="connsiteX18" fmla="*/ 380343 w 456064"/>
                  <a:gd name="connsiteY18" fmla="*/ 16031 h 68394"/>
                  <a:gd name="connsiteX19" fmla="*/ 356663 w 456064"/>
                  <a:gd name="connsiteY19" fmla="*/ 42213 h 68394"/>
                  <a:gd name="connsiteX20" fmla="*/ 380343 w 456064"/>
                  <a:gd name="connsiteY20" fmla="*/ 68394 h 68394"/>
                  <a:gd name="connsiteX21" fmla="*/ 404112 w 456064"/>
                  <a:gd name="connsiteY21" fmla="*/ 42213 h 68394"/>
                  <a:gd name="connsiteX22" fmla="*/ 380343 w 456064"/>
                  <a:gd name="connsiteY22" fmla="*/ 16031 h 68394"/>
                  <a:gd name="connsiteX23" fmla="*/ 335271 w 456064"/>
                  <a:gd name="connsiteY23" fmla="*/ 67054 h 68394"/>
                  <a:gd name="connsiteX24" fmla="*/ 346565 w 456064"/>
                  <a:gd name="connsiteY24" fmla="*/ 67054 h 68394"/>
                  <a:gd name="connsiteX25" fmla="*/ 346565 w 456064"/>
                  <a:gd name="connsiteY25" fmla="*/ 17389 h 68394"/>
                  <a:gd name="connsiteX26" fmla="*/ 335271 w 456064"/>
                  <a:gd name="connsiteY26" fmla="*/ 17389 h 68394"/>
                  <a:gd name="connsiteX27" fmla="*/ 335271 w 456064"/>
                  <a:gd name="connsiteY27" fmla="*/ 67054 h 68394"/>
                  <a:gd name="connsiteX28" fmla="*/ 335271 w 456064"/>
                  <a:gd name="connsiteY28" fmla="*/ 9257 h 68394"/>
                  <a:gd name="connsiteX29" fmla="*/ 346565 w 456064"/>
                  <a:gd name="connsiteY29" fmla="*/ 9257 h 68394"/>
                  <a:gd name="connsiteX30" fmla="*/ 346565 w 456064"/>
                  <a:gd name="connsiteY30" fmla="*/ 0 h 68394"/>
                  <a:gd name="connsiteX31" fmla="*/ 335271 w 456064"/>
                  <a:gd name="connsiteY31" fmla="*/ 0 h 68394"/>
                  <a:gd name="connsiteX32" fmla="*/ 335271 w 456064"/>
                  <a:gd name="connsiteY32" fmla="*/ 9257 h 68394"/>
                  <a:gd name="connsiteX33" fmla="*/ 311019 w 456064"/>
                  <a:gd name="connsiteY33" fmla="*/ 3664 h 68394"/>
                  <a:gd name="connsiteX34" fmla="*/ 300582 w 456064"/>
                  <a:gd name="connsiteY34" fmla="*/ 4521 h 68394"/>
                  <a:gd name="connsiteX35" fmla="*/ 300206 w 456064"/>
                  <a:gd name="connsiteY35" fmla="*/ 17371 h 68394"/>
                  <a:gd name="connsiteX36" fmla="*/ 291592 w 456064"/>
                  <a:gd name="connsiteY36" fmla="*/ 17371 h 68394"/>
                  <a:gd name="connsiteX37" fmla="*/ 291592 w 456064"/>
                  <a:gd name="connsiteY37" fmla="*/ 25002 h 68394"/>
                  <a:gd name="connsiteX38" fmla="*/ 299903 w 456064"/>
                  <a:gd name="connsiteY38" fmla="*/ 25002 h 68394"/>
                  <a:gd name="connsiteX39" fmla="*/ 299903 w 456064"/>
                  <a:gd name="connsiteY39" fmla="*/ 49844 h 68394"/>
                  <a:gd name="connsiteX40" fmla="*/ 315540 w 456064"/>
                  <a:gd name="connsiteY40" fmla="*/ 68377 h 68394"/>
                  <a:gd name="connsiteX41" fmla="*/ 323475 w 456064"/>
                  <a:gd name="connsiteY41" fmla="*/ 67411 h 68394"/>
                  <a:gd name="connsiteX42" fmla="*/ 323475 w 456064"/>
                  <a:gd name="connsiteY42" fmla="*/ 58815 h 68394"/>
                  <a:gd name="connsiteX43" fmla="*/ 317953 w 456064"/>
                  <a:gd name="connsiteY43" fmla="*/ 59494 h 68394"/>
                  <a:gd name="connsiteX44" fmla="*/ 311001 w 456064"/>
                  <a:gd name="connsiteY44" fmla="*/ 49057 h 68394"/>
                  <a:gd name="connsiteX45" fmla="*/ 311001 w 456064"/>
                  <a:gd name="connsiteY45" fmla="*/ 25020 h 68394"/>
                  <a:gd name="connsiteX46" fmla="*/ 322099 w 456064"/>
                  <a:gd name="connsiteY46" fmla="*/ 25020 h 68394"/>
                  <a:gd name="connsiteX47" fmla="*/ 322099 w 456064"/>
                  <a:gd name="connsiteY47" fmla="*/ 17389 h 68394"/>
                  <a:gd name="connsiteX48" fmla="*/ 311001 w 456064"/>
                  <a:gd name="connsiteY48" fmla="*/ 17389 h 68394"/>
                  <a:gd name="connsiteX49" fmla="*/ 311001 w 456064"/>
                  <a:gd name="connsiteY49" fmla="*/ 3664 h 68394"/>
                  <a:gd name="connsiteX50" fmla="*/ 272470 w 456064"/>
                  <a:gd name="connsiteY50" fmla="*/ 42320 h 68394"/>
                  <a:gd name="connsiteX51" fmla="*/ 272470 w 456064"/>
                  <a:gd name="connsiteY51" fmla="*/ 45894 h 68394"/>
                  <a:gd name="connsiteX52" fmla="*/ 259423 w 456064"/>
                  <a:gd name="connsiteY52" fmla="*/ 60316 h 68394"/>
                  <a:gd name="connsiteX53" fmla="*/ 250523 w 456064"/>
                  <a:gd name="connsiteY53" fmla="*/ 52864 h 68394"/>
                  <a:gd name="connsiteX54" fmla="*/ 269968 w 456064"/>
                  <a:gd name="connsiteY54" fmla="*/ 42320 h 68394"/>
                  <a:gd name="connsiteX55" fmla="*/ 272470 w 456064"/>
                  <a:gd name="connsiteY55" fmla="*/ 42320 h 68394"/>
                  <a:gd name="connsiteX56" fmla="*/ 240105 w 456064"/>
                  <a:gd name="connsiteY56" fmla="*/ 30239 h 68394"/>
                  <a:gd name="connsiteX57" fmla="*/ 250541 w 456064"/>
                  <a:gd name="connsiteY57" fmla="*/ 31508 h 68394"/>
                  <a:gd name="connsiteX58" fmla="*/ 262140 w 456064"/>
                  <a:gd name="connsiteY58" fmla="*/ 23769 h 68394"/>
                  <a:gd name="connsiteX59" fmla="*/ 272488 w 456064"/>
                  <a:gd name="connsiteY59" fmla="*/ 33044 h 68394"/>
                  <a:gd name="connsiteX60" fmla="*/ 272488 w 456064"/>
                  <a:gd name="connsiteY60" fmla="*/ 35654 h 68394"/>
                  <a:gd name="connsiteX61" fmla="*/ 271434 w 456064"/>
                  <a:gd name="connsiteY61" fmla="*/ 35654 h 68394"/>
                  <a:gd name="connsiteX62" fmla="*/ 238764 w 456064"/>
                  <a:gd name="connsiteY62" fmla="*/ 53436 h 68394"/>
                  <a:gd name="connsiteX63" fmla="*/ 255849 w 456064"/>
                  <a:gd name="connsiteY63" fmla="*/ 68305 h 68394"/>
                  <a:gd name="connsiteX64" fmla="*/ 272684 w 456064"/>
                  <a:gd name="connsiteY64" fmla="*/ 58458 h 68394"/>
                  <a:gd name="connsiteX65" fmla="*/ 273739 w 456064"/>
                  <a:gd name="connsiteY65" fmla="*/ 67054 h 68394"/>
                  <a:gd name="connsiteX66" fmla="*/ 284855 w 456064"/>
                  <a:gd name="connsiteY66" fmla="*/ 67054 h 68394"/>
                  <a:gd name="connsiteX67" fmla="*/ 283407 w 456064"/>
                  <a:gd name="connsiteY67" fmla="*/ 57207 h 68394"/>
                  <a:gd name="connsiteX68" fmla="*/ 283407 w 456064"/>
                  <a:gd name="connsiteY68" fmla="*/ 35546 h 68394"/>
                  <a:gd name="connsiteX69" fmla="*/ 263320 w 456064"/>
                  <a:gd name="connsiteY69" fmla="*/ 16031 h 68394"/>
                  <a:gd name="connsiteX70" fmla="*/ 240105 w 456064"/>
                  <a:gd name="connsiteY70" fmla="*/ 30239 h 68394"/>
                  <a:gd name="connsiteX71" fmla="*/ 205487 w 456064"/>
                  <a:gd name="connsiteY71" fmla="*/ 67054 h 68394"/>
                  <a:gd name="connsiteX72" fmla="*/ 215638 w 456064"/>
                  <a:gd name="connsiteY72" fmla="*/ 67054 h 68394"/>
                  <a:gd name="connsiteX73" fmla="*/ 233224 w 456064"/>
                  <a:gd name="connsiteY73" fmla="*/ 17389 h 68394"/>
                  <a:gd name="connsiteX74" fmla="*/ 224038 w 456064"/>
                  <a:gd name="connsiteY74" fmla="*/ 17389 h 68394"/>
                  <a:gd name="connsiteX75" fmla="*/ 211671 w 456064"/>
                  <a:gd name="connsiteY75" fmla="*/ 55187 h 68394"/>
                  <a:gd name="connsiteX76" fmla="*/ 199393 w 456064"/>
                  <a:gd name="connsiteY76" fmla="*/ 17389 h 68394"/>
                  <a:gd name="connsiteX77" fmla="*/ 188080 w 456064"/>
                  <a:gd name="connsiteY77" fmla="*/ 17389 h 68394"/>
                  <a:gd name="connsiteX78" fmla="*/ 205487 w 456064"/>
                  <a:gd name="connsiteY78" fmla="*/ 67054 h 68394"/>
                  <a:gd name="connsiteX79" fmla="*/ 159378 w 456064"/>
                  <a:gd name="connsiteY79" fmla="*/ 24144 h 68394"/>
                  <a:gd name="connsiteX80" fmla="*/ 171281 w 456064"/>
                  <a:gd name="connsiteY80" fmla="*/ 42213 h 68394"/>
                  <a:gd name="connsiteX81" fmla="*/ 159378 w 456064"/>
                  <a:gd name="connsiteY81" fmla="*/ 60191 h 68394"/>
                  <a:gd name="connsiteX82" fmla="*/ 147584 w 456064"/>
                  <a:gd name="connsiteY82" fmla="*/ 42213 h 68394"/>
                  <a:gd name="connsiteX83" fmla="*/ 159378 w 456064"/>
                  <a:gd name="connsiteY83" fmla="*/ 24144 h 68394"/>
                  <a:gd name="connsiteX84" fmla="*/ 159378 w 456064"/>
                  <a:gd name="connsiteY84" fmla="*/ 16031 h 68394"/>
                  <a:gd name="connsiteX85" fmla="*/ 135717 w 456064"/>
                  <a:gd name="connsiteY85" fmla="*/ 42213 h 68394"/>
                  <a:gd name="connsiteX86" fmla="*/ 159378 w 456064"/>
                  <a:gd name="connsiteY86" fmla="*/ 68394 h 68394"/>
                  <a:gd name="connsiteX87" fmla="*/ 183148 w 456064"/>
                  <a:gd name="connsiteY87" fmla="*/ 42213 h 68394"/>
                  <a:gd name="connsiteX88" fmla="*/ 159378 w 456064"/>
                  <a:gd name="connsiteY88" fmla="*/ 16031 h 68394"/>
                  <a:gd name="connsiteX89" fmla="*/ 83871 w 456064"/>
                  <a:gd name="connsiteY89" fmla="*/ 17389 h 68394"/>
                  <a:gd name="connsiteX90" fmla="*/ 83871 w 456064"/>
                  <a:gd name="connsiteY90" fmla="*/ 67054 h 68394"/>
                  <a:gd name="connsiteX91" fmla="*/ 94773 w 456064"/>
                  <a:gd name="connsiteY91" fmla="*/ 67054 h 68394"/>
                  <a:gd name="connsiteX92" fmla="*/ 94773 w 456064"/>
                  <a:gd name="connsiteY92" fmla="*/ 38638 h 68394"/>
                  <a:gd name="connsiteX93" fmla="*/ 106282 w 456064"/>
                  <a:gd name="connsiteY93" fmla="*/ 24520 h 68394"/>
                  <a:gd name="connsiteX94" fmla="*/ 114682 w 456064"/>
                  <a:gd name="connsiteY94" fmla="*/ 35350 h 68394"/>
                  <a:gd name="connsiteX95" fmla="*/ 114682 w 456064"/>
                  <a:gd name="connsiteY95" fmla="*/ 67036 h 68394"/>
                  <a:gd name="connsiteX96" fmla="*/ 125601 w 456064"/>
                  <a:gd name="connsiteY96" fmla="*/ 67036 h 68394"/>
                  <a:gd name="connsiteX97" fmla="*/ 125601 w 456064"/>
                  <a:gd name="connsiteY97" fmla="*/ 35261 h 68394"/>
                  <a:gd name="connsiteX98" fmla="*/ 109481 w 456064"/>
                  <a:gd name="connsiteY98" fmla="*/ 16031 h 68394"/>
                  <a:gd name="connsiteX99" fmla="*/ 94112 w 456064"/>
                  <a:gd name="connsiteY99" fmla="*/ 25878 h 68394"/>
                  <a:gd name="connsiteX100" fmla="*/ 94094 w 456064"/>
                  <a:gd name="connsiteY100" fmla="*/ 17371 h 68394"/>
                  <a:gd name="connsiteX101" fmla="*/ 83871 w 456064"/>
                  <a:gd name="connsiteY101" fmla="*/ 17371 h 68394"/>
                  <a:gd name="connsiteX102" fmla="*/ 28863 w 456064"/>
                  <a:gd name="connsiteY102" fmla="*/ 17389 h 68394"/>
                  <a:gd name="connsiteX103" fmla="*/ 28863 w 456064"/>
                  <a:gd name="connsiteY103" fmla="*/ 67054 h 68394"/>
                  <a:gd name="connsiteX104" fmla="*/ 39782 w 456064"/>
                  <a:gd name="connsiteY104" fmla="*/ 67054 h 68394"/>
                  <a:gd name="connsiteX105" fmla="*/ 39782 w 456064"/>
                  <a:gd name="connsiteY105" fmla="*/ 38638 h 68394"/>
                  <a:gd name="connsiteX106" fmla="*/ 51292 w 456064"/>
                  <a:gd name="connsiteY106" fmla="*/ 24520 h 68394"/>
                  <a:gd name="connsiteX107" fmla="*/ 59691 w 456064"/>
                  <a:gd name="connsiteY107" fmla="*/ 35350 h 68394"/>
                  <a:gd name="connsiteX108" fmla="*/ 59691 w 456064"/>
                  <a:gd name="connsiteY108" fmla="*/ 67036 h 68394"/>
                  <a:gd name="connsiteX109" fmla="*/ 70611 w 456064"/>
                  <a:gd name="connsiteY109" fmla="*/ 67036 h 68394"/>
                  <a:gd name="connsiteX110" fmla="*/ 70611 w 456064"/>
                  <a:gd name="connsiteY110" fmla="*/ 35261 h 68394"/>
                  <a:gd name="connsiteX111" fmla="*/ 54472 w 456064"/>
                  <a:gd name="connsiteY111" fmla="*/ 16031 h 68394"/>
                  <a:gd name="connsiteX112" fmla="*/ 39121 w 456064"/>
                  <a:gd name="connsiteY112" fmla="*/ 25878 h 68394"/>
                  <a:gd name="connsiteX113" fmla="*/ 39103 w 456064"/>
                  <a:gd name="connsiteY113" fmla="*/ 17371 h 68394"/>
                  <a:gd name="connsiteX114" fmla="*/ 28863 w 456064"/>
                  <a:gd name="connsiteY114" fmla="*/ 17371 h 68394"/>
                  <a:gd name="connsiteX115" fmla="*/ 0 w 456064"/>
                  <a:gd name="connsiteY115" fmla="*/ 67054 h 68394"/>
                  <a:gd name="connsiteX116" fmla="*/ 11295 w 456064"/>
                  <a:gd name="connsiteY116" fmla="*/ 67054 h 68394"/>
                  <a:gd name="connsiteX117" fmla="*/ 11295 w 456064"/>
                  <a:gd name="connsiteY117" fmla="*/ 17389 h 68394"/>
                  <a:gd name="connsiteX118" fmla="*/ 0 w 456064"/>
                  <a:gd name="connsiteY118" fmla="*/ 17389 h 68394"/>
                  <a:gd name="connsiteX119" fmla="*/ 0 w 456064"/>
                  <a:gd name="connsiteY119" fmla="*/ 67054 h 68394"/>
                  <a:gd name="connsiteX120" fmla="*/ 0 w 456064"/>
                  <a:gd name="connsiteY120" fmla="*/ 9257 h 68394"/>
                  <a:gd name="connsiteX121" fmla="*/ 11295 w 456064"/>
                  <a:gd name="connsiteY121" fmla="*/ 9257 h 68394"/>
                  <a:gd name="connsiteX122" fmla="*/ 11295 w 456064"/>
                  <a:gd name="connsiteY122" fmla="*/ 0 h 68394"/>
                  <a:gd name="connsiteX123" fmla="*/ 0 w 456064"/>
                  <a:gd name="connsiteY123" fmla="*/ 0 h 68394"/>
                  <a:gd name="connsiteX124" fmla="*/ 0 w 456064"/>
                  <a:gd name="connsiteY124" fmla="*/ 9257 h 683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</a:cxnLst>
                <a:rect l="l" t="t" r="r" b="b"/>
                <a:pathLst>
                  <a:path w="456064" h="68394">
                    <a:moveTo>
                      <a:pt x="414299" y="17389"/>
                    </a:moveTo>
                    <a:lnTo>
                      <a:pt x="414299" y="67054"/>
                    </a:lnTo>
                    <a:lnTo>
                      <a:pt x="425218" y="67054"/>
                    </a:lnTo>
                    <a:lnTo>
                      <a:pt x="425218" y="38638"/>
                    </a:lnTo>
                    <a:cubicBezTo>
                      <a:pt x="425236" y="30042"/>
                      <a:pt x="430258" y="24520"/>
                      <a:pt x="436728" y="24520"/>
                    </a:cubicBezTo>
                    <a:cubicBezTo>
                      <a:pt x="442142" y="24520"/>
                      <a:pt x="445145" y="28183"/>
                      <a:pt x="445145" y="35350"/>
                    </a:cubicBezTo>
                    <a:lnTo>
                      <a:pt x="445145" y="67036"/>
                    </a:lnTo>
                    <a:lnTo>
                      <a:pt x="456064" y="67036"/>
                    </a:lnTo>
                    <a:lnTo>
                      <a:pt x="456064" y="35261"/>
                    </a:lnTo>
                    <a:cubicBezTo>
                      <a:pt x="456064" y="22411"/>
                      <a:pt x="450757" y="16031"/>
                      <a:pt x="439926" y="16031"/>
                    </a:cubicBezTo>
                    <a:cubicBezTo>
                      <a:pt x="433260" y="16031"/>
                      <a:pt x="428131" y="19319"/>
                      <a:pt x="424557" y="25878"/>
                    </a:cubicBezTo>
                    <a:lnTo>
                      <a:pt x="424539" y="17371"/>
                    </a:lnTo>
                    <a:lnTo>
                      <a:pt x="414299" y="17371"/>
                    </a:lnTo>
                    <a:close/>
                    <a:moveTo>
                      <a:pt x="380343" y="24144"/>
                    </a:moveTo>
                    <a:cubicBezTo>
                      <a:pt x="387599" y="24144"/>
                      <a:pt x="392227" y="30614"/>
                      <a:pt x="392227" y="42213"/>
                    </a:cubicBezTo>
                    <a:cubicBezTo>
                      <a:pt x="392227" y="53811"/>
                      <a:pt x="387599" y="60191"/>
                      <a:pt x="380343" y="60191"/>
                    </a:cubicBezTo>
                    <a:cubicBezTo>
                      <a:pt x="372997" y="60191"/>
                      <a:pt x="368547" y="53901"/>
                      <a:pt x="368547" y="42213"/>
                    </a:cubicBezTo>
                    <a:cubicBezTo>
                      <a:pt x="368547" y="30525"/>
                      <a:pt x="372979" y="24144"/>
                      <a:pt x="380343" y="24144"/>
                    </a:cubicBezTo>
                    <a:moveTo>
                      <a:pt x="380343" y="16031"/>
                    </a:moveTo>
                    <a:cubicBezTo>
                      <a:pt x="366313" y="16031"/>
                      <a:pt x="356663" y="26271"/>
                      <a:pt x="356663" y="42213"/>
                    </a:cubicBezTo>
                    <a:cubicBezTo>
                      <a:pt x="356663" y="58172"/>
                      <a:pt x="366224" y="68394"/>
                      <a:pt x="380343" y="68394"/>
                    </a:cubicBezTo>
                    <a:cubicBezTo>
                      <a:pt x="394461" y="68394"/>
                      <a:pt x="404112" y="58172"/>
                      <a:pt x="404112" y="42213"/>
                    </a:cubicBezTo>
                    <a:cubicBezTo>
                      <a:pt x="404112" y="26271"/>
                      <a:pt x="394443" y="16031"/>
                      <a:pt x="380343" y="16031"/>
                    </a:cubicBezTo>
                    <a:moveTo>
                      <a:pt x="335271" y="67054"/>
                    </a:moveTo>
                    <a:lnTo>
                      <a:pt x="346565" y="67054"/>
                    </a:lnTo>
                    <a:lnTo>
                      <a:pt x="346565" y="17389"/>
                    </a:lnTo>
                    <a:lnTo>
                      <a:pt x="335271" y="17389"/>
                    </a:lnTo>
                    <a:lnTo>
                      <a:pt x="335271" y="67054"/>
                    </a:lnTo>
                    <a:close/>
                    <a:moveTo>
                      <a:pt x="335271" y="9257"/>
                    </a:moveTo>
                    <a:lnTo>
                      <a:pt x="346565" y="9257"/>
                    </a:lnTo>
                    <a:lnTo>
                      <a:pt x="346565" y="0"/>
                    </a:lnTo>
                    <a:lnTo>
                      <a:pt x="335271" y="0"/>
                    </a:lnTo>
                    <a:lnTo>
                      <a:pt x="335271" y="9257"/>
                    </a:lnTo>
                    <a:close/>
                    <a:moveTo>
                      <a:pt x="311019" y="3664"/>
                    </a:moveTo>
                    <a:lnTo>
                      <a:pt x="300582" y="4521"/>
                    </a:lnTo>
                    <a:lnTo>
                      <a:pt x="300206" y="17371"/>
                    </a:lnTo>
                    <a:lnTo>
                      <a:pt x="291592" y="17371"/>
                    </a:lnTo>
                    <a:lnTo>
                      <a:pt x="291592" y="25002"/>
                    </a:lnTo>
                    <a:lnTo>
                      <a:pt x="299903" y="25002"/>
                    </a:lnTo>
                    <a:lnTo>
                      <a:pt x="299903" y="49844"/>
                    </a:lnTo>
                    <a:cubicBezTo>
                      <a:pt x="299903" y="62783"/>
                      <a:pt x="303673" y="68377"/>
                      <a:pt x="315540" y="68377"/>
                    </a:cubicBezTo>
                    <a:cubicBezTo>
                      <a:pt x="318150" y="68377"/>
                      <a:pt x="320759" y="67983"/>
                      <a:pt x="323475" y="67411"/>
                    </a:cubicBezTo>
                    <a:lnTo>
                      <a:pt x="323475" y="58815"/>
                    </a:lnTo>
                    <a:cubicBezTo>
                      <a:pt x="321545" y="59298"/>
                      <a:pt x="319705" y="59494"/>
                      <a:pt x="317953" y="59494"/>
                    </a:cubicBezTo>
                    <a:cubicBezTo>
                      <a:pt x="312056" y="59494"/>
                      <a:pt x="311001" y="56313"/>
                      <a:pt x="311001" y="49057"/>
                    </a:cubicBezTo>
                    <a:lnTo>
                      <a:pt x="311001" y="25020"/>
                    </a:lnTo>
                    <a:lnTo>
                      <a:pt x="322099" y="25020"/>
                    </a:lnTo>
                    <a:lnTo>
                      <a:pt x="322099" y="17389"/>
                    </a:lnTo>
                    <a:lnTo>
                      <a:pt x="311001" y="17389"/>
                    </a:lnTo>
                    <a:lnTo>
                      <a:pt x="311001" y="3664"/>
                    </a:lnTo>
                    <a:close/>
                    <a:moveTo>
                      <a:pt x="272470" y="42320"/>
                    </a:moveTo>
                    <a:lnTo>
                      <a:pt x="272470" y="45894"/>
                    </a:lnTo>
                    <a:cubicBezTo>
                      <a:pt x="272470" y="54026"/>
                      <a:pt x="266679" y="60316"/>
                      <a:pt x="259423" y="60316"/>
                    </a:cubicBezTo>
                    <a:cubicBezTo>
                      <a:pt x="253901" y="60316"/>
                      <a:pt x="250523" y="57314"/>
                      <a:pt x="250523" y="52864"/>
                    </a:cubicBezTo>
                    <a:cubicBezTo>
                      <a:pt x="250523" y="45894"/>
                      <a:pt x="256993" y="42320"/>
                      <a:pt x="269968" y="42320"/>
                    </a:cubicBezTo>
                    <a:lnTo>
                      <a:pt x="272470" y="42320"/>
                    </a:lnTo>
                    <a:close/>
                    <a:moveTo>
                      <a:pt x="240105" y="30239"/>
                    </a:moveTo>
                    <a:lnTo>
                      <a:pt x="250541" y="31508"/>
                    </a:lnTo>
                    <a:cubicBezTo>
                      <a:pt x="251596" y="26378"/>
                      <a:pt x="255474" y="23769"/>
                      <a:pt x="262140" y="23769"/>
                    </a:cubicBezTo>
                    <a:cubicBezTo>
                      <a:pt x="269110" y="23769"/>
                      <a:pt x="272488" y="26754"/>
                      <a:pt x="272488" y="33044"/>
                    </a:cubicBezTo>
                    <a:lnTo>
                      <a:pt x="272488" y="35654"/>
                    </a:lnTo>
                    <a:lnTo>
                      <a:pt x="271434" y="35654"/>
                    </a:lnTo>
                    <a:cubicBezTo>
                      <a:pt x="249469" y="35654"/>
                      <a:pt x="238764" y="41444"/>
                      <a:pt x="238764" y="53436"/>
                    </a:cubicBezTo>
                    <a:cubicBezTo>
                      <a:pt x="238764" y="62121"/>
                      <a:pt x="245430" y="68305"/>
                      <a:pt x="255849" y="68305"/>
                    </a:cubicBezTo>
                    <a:cubicBezTo>
                      <a:pt x="263302" y="68305"/>
                      <a:pt x="269306" y="64838"/>
                      <a:pt x="272684" y="58458"/>
                    </a:cubicBezTo>
                    <a:cubicBezTo>
                      <a:pt x="272774" y="61639"/>
                      <a:pt x="273078" y="64463"/>
                      <a:pt x="273739" y="67054"/>
                    </a:cubicBezTo>
                    <a:lnTo>
                      <a:pt x="284855" y="67054"/>
                    </a:lnTo>
                    <a:cubicBezTo>
                      <a:pt x="283783" y="64463"/>
                      <a:pt x="283407" y="61174"/>
                      <a:pt x="283407" y="57207"/>
                    </a:cubicBezTo>
                    <a:lnTo>
                      <a:pt x="283407" y="35546"/>
                    </a:lnTo>
                    <a:cubicBezTo>
                      <a:pt x="283407" y="22018"/>
                      <a:pt x="277706" y="16031"/>
                      <a:pt x="263320" y="16031"/>
                    </a:cubicBezTo>
                    <a:cubicBezTo>
                      <a:pt x="250148" y="16031"/>
                      <a:pt x="242321" y="20856"/>
                      <a:pt x="240105" y="30239"/>
                    </a:cubicBezTo>
                    <a:moveTo>
                      <a:pt x="205487" y="67054"/>
                    </a:moveTo>
                    <a:lnTo>
                      <a:pt x="215638" y="67054"/>
                    </a:lnTo>
                    <a:lnTo>
                      <a:pt x="233224" y="17389"/>
                    </a:lnTo>
                    <a:lnTo>
                      <a:pt x="224038" y="17389"/>
                    </a:lnTo>
                    <a:lnTo>
                      <a:pt x="211671" y="55187"/>
                    </a:lnTo>
                    <a:lnTo>
                      <a:pt x="199393" y="17389"/>
                    </a:lnTo>
                    <a:lnTo>
                      <a:pt x="188080" y="17389"/>
                    </a:lnTo>
                    <a:lnTo>
                      <a:pt x="205487" y="67054"/>
                    </a:lnTo>
                    <a:close/>
                    <a:moveTo>
                      <a:pt x="159378" y="24144"/>
                    </a:moveTo>
                    <a:cubicBezTo>
                      <a:pt x="166634" y="24144"/>
                      <a:pt x="171281" y="30614"/>
                      <a:pt x="171281" y="42213"/>
                    </a:cubicBezTo>
                    <a:cubicBezTo>
                      <a:pt x="171281" y="53811"/>
                      <a:pt x="166634" y="60191"/>
                      <a:pt x="159378" y="60191"/>
                    </a:cubicBezTo>
                    <a:cubicBezTo>
                      <a:pt x="152034" y="60191"/>
                      <a:pt x="147584" y="53901"/>
                      <a:pt x="147584" y="42213"/>
                    </a:cubicBezTo>
                    <a:cubicBezTo>
                      <a:pt x="147601" y="30525"/>
                      <a:pt x="152034" y="24144"/>
                      <a:pt x="159378" y="24144"/>
                    </a:cubicBezTo>
                    <a:moveTo>
                      <a:pt x="159378" y="16031"/>
                    </a:moveTo>
                    <a:cubicBezTo>
                      <a:pt x="145367" y="16031"/>
                      <a:pt x="135717" y="26271"/>
                      <a:pt x="135717" y="42213"/>
                    </a:cubicBezTo>
                    <a:cubicBezTo>
                      <a:pt x="135717" y="58172"/>
                      <a:pt x="145260" y="68394"/>
                      <a:pt x="159378" y="68394"/>
                    </a:cubicBezTo>
                    <a:cubicBezTo>
                      <a:pt x="173497" y="68394"/>
                      <a:pt x="183148" y="58172"/>
                      <a:pt x="183148" y="42213"/>
                    </a:cubicBezTo>
                    <a:cubicBezTo>
                      <a:pt x="183148" y="26271"/>
                      <a:pt x="173497" y="16031"/>
                      <a:pt x="159378" y="16031"/>
                    </a:cubicBezTo>
                    <a:moveTo>
                      <a:pt x="83871" y="17389"/>
                    </a:moveTo>
                    <a:lnTo>
                      <a:pt x="83871" y="67054"/>
                    </a:lnTo>
                    <a:lnTo>
                      <a:pt x="94773" y="67054"/>
                    </a:lnTo>
                    <a:lnTo>
                      <a:pt x="94773" y="38638"/>
                    </a:lnTo>
                    <a:cubicBezTo>
                      <a:pt x="94791" y="30042"/>
                      <a:pt x="99831" y="24520"/>
                      <a:pt x="106282" y="24520"/>
                    </a:cubicBezTo>
                    <a:cubicBezTo>
                      <a:pt x="111697" y="24520"/>
                      <a:pt x="114682" y="28183"/>
                      <a:pt x="114682" y="35350"/>
                    </a:cubicBezTo>
                    <a:lnTo>
                      <a:pt x="114682" y="67036"/>
                    </a:lnTo>
                    <a:lnTo>
                      <a:pt x="125601" y="67036"/>
                    </a:lnTo>
                    <a:lnTo>
                      <a:pt x="125601" y="35261"/>
                    </a:lnTo>
                    <a:cubicBezTo>
                      <a:pt x="125601" y="22411"/>
                      <a:pt x="120294" y="16031"/>
                      <a:pt x="109481" y="16031"/>
                    </a:cubicBezTo>
                    <a:cubicBezTo>
                      <a:pt x="102815" y="16031"/>
                      <a:pt x="97686" y="19319"/>
                      <a:pt x="94112" y="25878"/>
                    </a:cubicBezTo>
                    <a:lnTo>
                      <a:pt x="94094" y="17371"/>
                    </a:lnTo>
                    <a:lnTo>
                      <a:pt x="83871" y="17371"/>
                    </a:lnTo>
                    <a:close/>
                    <a:moveTo>
                      <a:pt x="28863" y="17389"/>
                    </a:moveTo>
                    <a:lnTo>
                      <a:pt x="28863" y="67054"/>
                    </a:lnTo>
                    <a:lnTo>
                      <a:pt x="39782" y="67054"/>
                    </a:lnTo>
                    <a:lnTo>
                      <a:pt x="39782" y="38638"/>
                    </a:lnTo>
                    <a:cubicBezTo>
                      <a:pt x="39800" y="30042"/>
                      <a:pt x="44822" y="24520"/>
                      <a:pt x="51292" y="24520"/>
                    </a:cubicBezTo>
                    <a:cubicBezTo>
                      <a:pt x="56706" y="24520"/>
                      <a:pt x="59691" y="28183"/>
                      <a:pt x="59691" y="35350"/>
                    </a:cubicBezTo>
                    <a:lnTo>
                      <a:pt x="59691" y="67036"/>
                    </a:lnTo>
                    <a:lnTo>
                      <a:pt x="70611" y="67036"/>
                    </a:lnTo>
                    <a:lnTo>
                      <a:pt x="70611" y="35261"/>
                    </a:lnTo>
                    <a:cubicBezTo>
                      <a:pt x="70611" y="22411"/>
                      <a:pt x="65303" y="16031"/>
                      <a:pt x="54472" y="16031"/>
                    </a:cubicBezTo>
                    <a:cubicBezTo>
                      <a:pt x="47806" y="16031"/>
                      <a:pt x="42695" y="19319"/>
                      <a:pt x="39121" y="25878"/>
                    </a:cubicBezTo>
                    <a:lnTo>
                      <a:pt x="39103" y="17371"/>
                    </a:lnTo>
                    <a:lnTo>
                      <a:pt x="28863" y="17371"/>
                    </a:lnTo>
                    <a:close/>
                    <a:moveTo>
                      <a:pt x="0" y="67054"/>
                    </a:moveTo>
                    <a:lnTo>
                      <a:pt x="11295" y="67054"/>
                    </a:lnTo>
                    <a:lnTo>
                      <a:pt x="11295" y="17389"/>
                    </a:lnTo>
                    <a:lnTo>
                      <a:pt x="0" y="17389"/>
                    </a:lnTo>
                    <a:lnTo>
                      <a:pt x="0" y="67054"/>
                    </a:lnTo>
                    <a:close/>
                    <a:moveTo>
                      <a:pt x="0" y="9257"/>
                    </a:moveTo>
                    <a:lnTo>
                      <a:pt x="11295" y="9257"/>
                    </a:lnTo>
                    <a:lnTo>
                      <a:pt x="11295" y="0"/>
                    </a:lnTo>
                    <a:lnTo>
                      <a:pt x="0" y="0"/>
                    </a:lnTo>
                    <a:lnTo>
                      <a:pt x="0" y="9257"/>
                    </a:lnTo>
                    <a:close/>
                  </a:path>
                </a:pathLst>
              </a:custGeom>
              <a:solidFill>
                <a:schemeClr val="bg1"/>
              </a:solidFill>
              <a:ln w="17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17" name="Tijdelijke aanduiding voor tekst 8">
            <a:extLst>
              <a:ext uri="{FF2B5EF4-FFF2-40B4-BE49-F238E27FC236}">
                <a16:creationId xmlns:a16="http://schemas.microsoft.com/office/drawing/2014/main" id="{097F604F-C1AD-C922-D5D1-8D64D4F971E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43087" y="333375"/>
            <a:ext cx="9628187" cy="250825"/>
          </a:xfrm>
          <a:noFill/>
        </p:spPr>
        <p:txBody>
          <a:bodyPr wrap="none" lIns="0" tIns="72000" rIns="0" bIns="36000" anchor="b">
            <a:no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Place text here</a:t>
            </a:r>
          </a:p>
        </p:txBody>
      </p:sp>
      <p:sp>
        <p:nvSpPr>
          <p:cNvPr id="13" name="Tijdelijke aanduiding voor tekst 8">
            <a:extLst>
              <a:ext uri="{FF2B5EF4-FFF2-40B4-BE49-F238E27FC236}">
                <a16:creationId xmlns:a16="http://schemas.microsoft.com/office/drawing/2014/main" id="{78991E4B-6926-6C3A-5566-E90FD6B891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138" y="333375"/>
            <a:ext cx="991792" cy="252000"/>
          </a:xfrm>
          <a:solidFill>
            <a:schemeClr val="accent3"/>
          </a:solidFill>
        </p:spPr>
        <p:txBody>
          <a:bodyPr wrap="none" lIns="72000" tIns="36000" rIns="72000" bIns="36000" anchor="b">
            <a:sp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Theme name</a:t>
            </a:r>
          </a:p>
        </p:txBody>
      </p:sp>
    </p:spTree>
    <p:extLst>
      <p:ext uri="{BB962C8B-B14F-4D97-AF65-F5344CB8AC3E}">
        <p14:creationId xmlns:p14="http://schemas.microsoft.com/office/powerpoint/2010/main" val="1447079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Place a title here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A9D5A26-B4B5-47D7-AE48-D5B9A7EF7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A864317-6C6E-4970-8602-A0B2E6A8B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E939907-F15D-4115-88E8-76C634F9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5DC5B-6873-43DB-ADC7-B15ACCE0DFDB}" type="slidenum">
              <a:rPr lang="en-GB" noProof="0" smtClean="0"/>
              <a:t>‹#›</a:t>
            </a:fld>
            <a:endParaRPr lang="en-GB" noProof="0"/>
          </a:p>
        </p:txBody>
      </p:sp>
      <p:pic>
        <p:nvPicPr>
          <p:cNvPr id="130" name="Graphic 129">
            <a:extLst>
              <a:ext uri="{FF2B5EF4-FFF2-40B4-BE49-F238E27FC236}">
                <a16:creationId xmlns:a16="http://schemas.microsoft.com/office/drawing/2014/main" id="{C6C35B67-49EB-9D63-74BD-2420B53B6D4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53752" y="6342684"/>
            <a:ext cx="4015740" cy="162631"/>
          </a:xfrm>
          <a:prstGeom prst="rect">
            <a:avLst/>
          </a:prstGeom>
        </p:spPr>
      </p:pic>
      <p:sp>
        <p:nvSpPr>
          <p:cNvPr id="17" name="Tijdelijke aanduiding voor tekst 8">
            <a:extLst>
              <a:ext uri="{FF2B5EF4-FFF2-40B4-BE49-F238E27FC236}">
                <a16:creationId xmlns:a16="http://schemas.microsoft.com/office/drawing/2014/main" id="{DC935F7B-C78E-32C6-F838-221D518F783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43087" y="333375"/>
            <a:ext cx="9628187" cy="250825"/>
          </a:xfrm>
          <a:noFill/>
        </p:spPr>
        <p:txBody>
          <a:bodyPr wrap="none" lIns="0" tIns="72000" rIns="0" bIns="36000" anchor="b">
            <a:no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Place text here</a:t>
            </a:r>
          </a:p>
        </p:txBody>
      </p:sp>
      <p:sp>
        <p:nvSpPr>
          <p:cNvPr id="3" name="Tijdelijke aanduiding voor tekst 8">
            <a:extLst>
              <a:ext uri="{FF2B5EF4-FFF2-40B4-BE49-F238E27FC236}">
                <a16:creationId xmlns:a16="http://schemas.microsoft.com/office/drawing/2014/main" id="{63CD14CA-3E5A-914C-847A-D095EA64BC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138" y="333375"/>
            <a:ext cx="991792" cy="252000"/>
          </a:xfrm>
          <a:solidFill>
            <a:schemeClr val="accent3"/>
          </a:solidFill>
        </p:spPr>
        <p:txBody>
          <a:bodyPr wrap="none" lIns="72000" tIns="36000" rIns="72000" bIns="36000" anchor="b">
            <a:sp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Theme name</a:t>
            </a:r>
          </a:p>
        </p:txBody>
      </p:sp>
    </p:spTree>
    <p:extLst>
      <p:ext uri="{BB962C8B-B14F-4D97-AF65-F5344CB8AC3E}">
        <p14:creationId xmlns:p14="http://schemas.microsoft.com/office/powerpoint/2010/main" val="1117414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A9D5A26-B4B5-47D7-AE48-D5B9A7EF7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A864317-6C6E-4970-8602-A0B2E6A8B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E939907-F15D-4115-88E8-76C634F9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5DC5B-6873-43DB-ADC7-B15ACCE0DFDB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7" name="Tijdelijke aanduiding voor tekst 8">
            <a:extLst>
              <a:ext uri="{FF2B5EF4-FFF2-40B4-BE49-F238E27FC236}">
                <a16:creationId xmlns:a16="http://schemas.microsoft.com/office/drawing/2014/main" id="{8BB42D31-0B3E-E2AB-C714-09DB12F3F1B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43087" y="333375"/>
            <a:ext cx="9628187" cy="250825"/>
          </a:xfrm>
          <a:noFill/>
        </p:spPr>
        <p:txBody>
          <a:bodyPr wrap="none" lIns="0" tIns="72000" rIns="0" bIns="36000" anchor="b">
            <a:no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Place text here</a:t>
            </a:r>
          </a:p>
        </p:txBody>
      </p:sp>
      <p:sp>
        <p:nvSpPr>
          <p:cNvPr id="3" name="Tijdelijke aanduiding voor tekst 8">
            <a:extLst>
              <a:ext uri="{FF2B5EF4-FFF2-40B4-BE49-F238E27FC236}">
                <a16:creationId xmlns:a16="http://schemas.microsoft.com/office/drawing/2014/main" id="{36C1707C-BCB5-23C0-68E0-E8C9647C49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138" y="333375"/>
            <a:ext cx="991792" cy="252000"/>
          </a:xfrm>
          <a:solidFill>
            <a:schemeClr val="accent3"/>
          </a:solidFill>
        </p:spPr>
        <p:txBody>
          <a:bodyPr wrap="none" lIns="72000" tIns="36000" rIns="72000" bIns="36000" anchor="b">
            <a:sp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Theme name</a:t>
            </a:r>
          </a:p>
        </p:txBody>
      </p:sp>
    </p:spTree>
    <p:extLst>
      <p:ext uri="{BB962C8B-B14F-4D97-AF65-F5344CB8AC3E}">
        <p14:creationId xmlns:p14="http://schemas.microsoft.com/office/powerpoint/2010/main" val="1363724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tru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A9D5A26-B4B5-47D7-AE48-D5B9A7EF7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A864317-6C6E-4970-8602-A0B2E6A8B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E939907-F15D-4115-88E8-76C634F9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5DC5B-6873-43DB-ADC7-B15ACCE0DFDB}" type="slidenum">
              <a:rPr lang="en-GB" noProof="0" smtClean="0"/>
              <a:t>‹#›</a:t>
            </a:fld>
            <a:endParaRPr lang="en-GB" noProof="0"/>
          </a:p>
        </p:txBody>
      </p:sp>
      <p:pic>
        <p:nvPicPr>
          <p:cNvPr id="130" name="Graphic 129">
            <a:extLst>
              <a:ext uri="{FF2B5EF4-FFF2-40B4-BE49-F238E27FC236}">
                <a16:creationId xmlns:a16="http://schemas.microsoft.com/office/drawing/2014/main" id="{C6C35B67-49EB-9D63-74BD-2420B53B6D4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53752" y="6342684"/>
            <a:ext cx="4015740" cy="162631"/>
          </a:xfrm>
          <a:prstGeom prst="rect">
            <a:avLst/>
          </a:prstGeom>
        </p:spPr>
      </p:pic>
      <p:sp>
        <p:nvSpPr>
          <p:cNvPr id="3" name="Tekstvak 2">
            <a:extLst>
              <a:ext uri="{FF2B5EF4-FFF2-40B4-BE49-F238E27FC236}">
                <a16:creationId xmlns:a16="http://schemas.microsoft.com/office/drawing/2014/main" id="{A62A7221-6870-6B34-CF9E-AA33993F2BB8}"/>
              </a:ext>
            </a:extLst>
          </p:cNvPr>
          <p:cNvSpPr txBox="1"/>
          <p:nvPr userDrawn="1"/>
        </p:nvSpPr>
        <p:spPr>
          <a:xfrm>
            <a:off x="719138" y="720000"/>
            <a:ext cx="10750354" cy="36902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Instructions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94A65637-C87F-4F7E-63DF-230269992771}"/>
              </a:ext>
            </a:extLst>
          </p:cNvPr>
          <p:cNvSpPr txBox="1"/>
          <p:nvPr userDrawn="1"/>
        </p:nvSpPr>
        <p:spPr>
          <a:xfrm>
            <a:off x="719139" y="1412875"/>
            <a:ext cx="2969923" cy="43926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200" b="1">
                <a:solidFill>
                  <a:schemeClr val="accent1"/>
                </a:solidFill>
              </a:rPr>
              <a:t>Add a new slide</a:t>
            </a:r>
          </a:p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200"/>
              <a:t>Go to the tab ‘</a:t>
            </a:r>
            <a:r>
              <a:rPr lang="en-GB" sz="1200" b="1"/>
              <a:t>Insert</a:t>
            </a:r>
            <a:r>
              <a:rPr lang="en-GB" sz="1200"/>
              <a:t>’ and click </a:t>
            </a:r>
            <a:br>
              <a:rPr lang="en-GB" sz="1200"/>
            </a:br>
            <a:r>
              <a:rPr lang="en-GB" sz="1200"/>
              <a:t>on the button ‘</a:t>
            </a:r>
            <a:r>
              <a:rPr lang="en-GB" sz="1200" b="1"/>
              <a:t>New slide</a:t>
            </a:r>
            <a:r>
              <a:rPr lang="en-GB" sz="1200"/>
              <a:t>’ to add a new template layout to the presentation.</a:t>
            </a:r>
          </a:p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200"/>
              <a:t>Attention: It’s not possible </a:t>
            </a:r>
            <a:br>
              <a:rPr lang="en-GB" sz="1200"/>
            </a:br>
            <a:r>
              <a:rPr lang="en-GB" sz="1200"/>
              <a:t>to paste a slide from another presentation. Text and other objects can be copied one-by-one from the original slide</a:t>
            </a:r>
            <a:br>
              <a:rPr lang="en-GB" sz="1200"/>
            </a:br>
            <a:r>
              <a:rPr lang="en-GB" sz="1200"/>
              <a:t>to the new slide.</a:t>
            </a:r>
          </a:p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200"/>
              <a:t>Click with the right mouse button on the thumbnail display of the slide, on the left side of the screen. Then click on ‘</a:t>
            </a:r>
            <a:r>
              <a:rPr lang="en-GB" sz="1200" b="1"/>
              <a:t>Reset slide</a:t>
            </a:r>
            <a:r>
              <a:rPr lang="en-GB" sz="1200"/>
              <a:t>’ to reset the layout.</a:t>
            </a:r>
          </a:p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GB" sz="1200"/>
          </a:p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GB" sz="1200"/>
          </a:p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GB" sz="1200"/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2296FE71-9D09-ECEC-C9A1-F4FE7BF50A32}"/>
              </a:ext>
            </a:extLst>
          </p:cNvPr>
          <p:cNvSpPr txBox="1"/>
          <p:nvPr userDrawn="1"/>
        </p:nvSpPr>
        <p:spPr>
          <a:xfrm>
            <a:off x="719138" y="4524526"/>
            <a:ext cx="2647049" cy="67449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200" b="1">
                <a:solidFill>
                  <a:schemeClr val="accent1"/>
                </a:solidFill>
              </a:rPr>
              <a:t>Text levels</a:t>
            </a:r>
          </a:p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200"/>
              <a:t>Under the tab ‘Home’, use the list level-buttons to choose a text level. </a:t>
            </a:r>
          </a:p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GB" sz="1200"/>
          </a:p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GB" sz="1200"/>
          </a:p>
        </p:txBody>
      </p:sp>
      <p:grpSp>
        <p:nvGrpSpPr>
          <p:cNvPr id="9" name="VOORBEELD">
            <a:extLst>
              <a:ext uri="{FF2B5EF4-FFF2-40B4-BE49-F238E27FC236}">
                <a16:creationId xmlns:a16="http://schemas.microsoft.com/office/drawing/2014/main" id="{223B22F1-A9C7-DC72-FEB9-25221978ACC5}"/>
              </a:ext>
            </a:extLst>
          </p:cNvPr>
          <p:cNvGrpSpPr/>
          <p:nvPr userDrawn="1"/>
        </p:nvGrpSpPr>
        <p:grpSpPr>
          <a:xfrm>
            <a:off x="719138" y="5248070"/>
            <a:ext cx="3234311" cy="558875"/>
            <a:chOff x="-3605171" y="458674"/>
            <a:chExt cx="3234311" cy="558875"/>
          </a:xfrm>
        </p:grpSpPr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03338E5F-3D14-16EC-91FC-B295CB54EB77}"/>
                </a:ext>
              </a:extLst>
            </p:cNvPr>
            <p:cNvSpPr/>
            <p:nvPr userDrawn="1"/>
          </p:nvSpPr>
          <p:spPr>
            <a:xfrm>
              <a:off x="-3604183" y="458674"/>
              <a:ext cx="393459" cy="184058"/>
            </a:xfrm>
            <a:prstGeom prst="rect">
              <a:avLst/>
            </a:prstGeom>
            <a:solidFill>
              <a:srgbClr val="F8F8F8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1800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9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Home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699885E4-D926-810F-013C-9017ADDD04FC}"/>
                </a:ext>
              </a:extLst>
            </p:cNvPr>
            <p:cNvSpPr/>
            <p:nvPr userDrawn="1"/>
          </p:nvSpPr>
          <p:spPr>
            <a:xfrm>
              <a:off x="-3599184" y="621345"/>
              <a:ext cx="383782" cy="27171"/>
            </a:xfrm>
            <a:prstGeom prst="rect">
              <a:avLst/>
            </a:prstGeom>
            <a:solidFill>
              <a:srgbClr val="B746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1" noProof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2" name="Groep 11">
              <a:extLst>
                <a:ext uri="{FF2B5EF4-FFF2-40B4-BE49-F238E27FC236}">
                  <a16:creationId xmlns:a16="http://schemas.microsoft.com/office/drawing/2014/main" id="{84196B60-EE68-4CD2-CA76-8EC51038F1FA}"/>
                </a:ext>
              </a:extLst>
            </p:cNvPr>
            <p:cNvGrpSpPr/>
            <p:nvPr userDrawn="1"/>
          </p:nvGrpSpPr>
          <p:grpSpPr>
            <a:xfrm>
              <a:off x="-3386247" y="830871"/>
              <a:ext cx="139423" cy="109566"/>
              <a:chOff x="-2866744" y="827071"/>
              <a:chExt cx="168701" cy="132575"/>
            </a:xfrm>
          </p:grpSpPr>
          <p:grpSp>
            <p:nvGrpSpPr>
              <p:cNvPr id="45" name="Groep 44">
                <a:extLst>
                  <a:ext uri="{FF2B5EF4-FFF2-40B4-BE49-F238E27FC236}">
                    <a16:creationId xmlns:a16="http://schemas.microsoft.com/office/drawing/2014/main" id="{6094382F-98EF-2A94-0781-35798ABD8BE5}"/>
                  </a:ext>
                </a:extLst>
              </p:cNvPr>
              <p:cNvGrpSpPr/>
              <p:nvPr userDrawn="1"/>
            </p:nvGrpSpPr>
            <p:grpSpPr>
              <a:xfrm>
                <a:off x="-2866744" y="827071"/>
                <a:ext cx="168701" cy="132575"/>
                <a:chOff x="-2866744" y="827071"/>
                <a:chExt cx="168701" cy="132575"/>
              </a:xfrm>
            </p:grpSpPr>
            <p:cxnSp>
              <p:nvCxnSpPr>
                <p:cNvPr id="47" name="Rechte verbindingslijn 46">
                  <a:extLst>
                    <a:ext uri="{FF2B5EF4-FFF2-40B4-BE49-F238E27FC236}">
                      <a16:creationId xmlns:a16="http://schemas.microsoft.com/office/drawing/2014/main" id="{F5CA69CD-2477-4235-84D1-D35A5A007C43}"/>
                    </a:ext>
                  </a:extLst>
                </p:cNvPr>
                <p:cNvCxnSpPr/>
                <p:nvPr userDrawn="1"/>
              </p:nvCxnSpPr>
              <p:spPr>
                <a:xfrm>
                  <a:off x="-2866744" y="827071"/>
                  <a:ext cx="168701" cy="0"/>
                </a:xfrm>
                <a:prstGeom prst="lin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9D9FA1"/>
                  </a:solidFill>
                  <a:prstDash val="solid"/>
                </a:ln>
                <a:effectLst/>
              </p:spPr>
            </p:cxnSp>
            <p:cxnSp>
              <p:nvCxnSpPr>
                <p:cNvPr id="48" name="Rechte verbindingslijn 47">
                  <a:extLst>
                    <a:ext uri="{FF2B5EF4-FFF2-40B4-BE49-F238E27FC236}">
                      <a16:creationId xmlns:a16="http://schemas.microsoft.com/office/drawing/2014/main" id="{45E49CD4-89C9-4DC6-41D8-DB1BA2748912}"/>
                    </a:ext>
                  </a:extLst>
                </p:cNvPr>
                <p:cNvCxnSpPr/>
                <p:nvPr userDrawn="1"/>
              </p:nvCxnSpPr>
              <p:spPr>
                <a:xfrm>
                  <a:off x="-2866744" y="959646"/>
                  <a:ext cx="168701" cy="0"/>
                </a:xfrm>
                <a:prstGeom prst="lin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9D9FA1"/>
                  </a:solidFill>
                  <a:prstDash val="solid"/>
                </a:ln>
                <a:effectLst/>
              </p:spPr>
            </p:cxnSp>
            <p:cxnSp>
              <p:nvCxnSpPr>
                <p:cNvPr id="49" name="Rechte verbindingslijn 48">
                  <a:extLst>
                    <a:ext uri="{FF2B5EF4-FFF2-40B4-BE49-F238E27FC236}">
                      <a16:creationId xmlns:a16="http://schemas.microsoft.com/office/drawing/2014/main" id="{B7BA8F3B-3873-F4DA-A238-E4621F0E38A9}"/>
                    </a:ext>
                  </a:extLst>
                </p:cNvPr>
                <p:cNvCxnSpPr/>
                <p:nvPr userDrawn="1"/>
              </p:nvCxnSpPr>
              <p:spPr>
                <a:xfrm>
                  <a:off x="-2773990" y="926503"/>
                  <a:ext cx="75947" cy="0"/>
                </a:xfrm>
                <a:prstGeom prst="lin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9D9FA1"/>
                  </a:solidFill>
                  <a:prstDash val="solid"/>
                </a:ln>
                <a:effectLst/>
              </p:spPr>
            </p:cxnSp>
            <p:cxnSp>
              <p:nvCxnSpPr>
                <p:cNvPr id="50" name="Rechte verbindingslijn 49">
                  <a:extLst>
                    <a:ext uri="{FF2B5EF4-FFF2-40B4-BE49-F238E27FC236}">
                      <a16:creationId xmlns:a16="http://schemas.microsoft.com/office/drawing/2014/main" id="{A4B7DD81-96C8-F7CF-09B4-A1740E5D8B1C}"/>
                    </a:ext>
                  </a:extLst>
                </p:cNvPr>
                <p:cNvCxnSpPr/>
                <p:nvPr userDrawn="1"/>
              </p:nvCxnSpPr>
              <p:spPr>
                <a:xfrm>
                  <a:off x="-2773990" y="893359"/>
                  <a:ext cx="75947" cy="0"/>
                </a:xfrm>
                <a:prstGeom prst="lin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9D9FA1"/>
                  </a:solidFill>
                  <a:prstDash val="solid"/>
                </a:ln>
                <a:effectLst/>
              </p:spPr>
            </p:cxnSp>
            <p:cxnSp>
              <p:nvCxnSpPr>
                <p:cNvPr id="51" name="Rechte verbindingslijn 50">
                  <a:extLst>
                    <a:ext uri="{FF2B5EF4-FFF2-40B4-BE49-F238E27FC236}">
                      <a16:creationId xmlns:a16="http://schemas.microsoft.com/office/drawing/2014/main" id="{933309FA-1A4B-B500-1BAC-FF39BB0C9421}"/>
                    </a:ext>
                  </a:extLst>
                </p:cNvPr>
                <p:cNvCxnSpPr/>
                <p:nvPr userDrawn="1"/>
              </p:nvCxnSpPr>
              <p:spPr>
                <a:xfrm>
                  <a:off x="-2773990" y="860215"/>
                  <a:ext cx="75947" cy="0"/>
                </a:xfrm>
                <a:prstGeom prst="lin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9D9FA1"/>
                  </a:solidFill>
                  <a:prstDash val="solid"/>
                </a:ln>
                <a:effectLst/>
              </p:spPr>
            </p:cxnSp>
          </p:grpSp>
          <p:sp>
            <p:nvSpPr>
              <p:cNvPr id="46" name="Pijl: rechts 45">
                <a:extLst>
                  <a:ext uri="{FF2B5EF4-FFF2-40B4-BE49-F238E27FC236}">
                    <a16:creationId xmlns:a16="http://schemas.microsoft.com/office/drawing/2014/main" id="{AAAC0B97-2BD3-E311-13D4-BED22B49F32C}"/>
                  </a:ext>
                </a:extLst>
              </p:cNvPr>
              <p:cNvSpPr/>
              <p:nvPr userDrawn="1"/>
            </p:nvSpPr>
            <p:spPr>
              <a:xfrm>
                <a:off x="-2866744" y="858737"/>
                <a:ext cx="70676" cy="67902"/>
              </a:xfrm>
              <a:prstGeom prst="rightArrow">
                <a:avLst>
                  <a:gd name="adj1" fmla="val 25329"/>
                  <a:gd name="adj2" fmla="val 63628"/>
                </a:avLst>
              </a:prstGeom>
              <a:solidFill>
                <a:srgbClr val="4A7D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3" name="Groep 12">
              <a:extLst>
                <a:ext uri="{FF2B5EF4-FFF2-40B4-BE49-F238E27FC236}">
                  <a16:creationId xmlns:a16="http://schemas.microsoft.com/office/drawing/2014/main" id="{2658B9E6-EEE8-12FE-A37B-B7241C37DC23}"/>
                </a:ext>
              </a:extLst>
            </p:cNvPr>
            <p:cNvGrpSpPr/>
            <p:nvPr userDrawn="1"/>
          </p:nvGrpSpPr>
          <p:grpSpPr>
            <a:xfrm>
              <a:off x="-3605171" y="830871"/>
              <a:ext cx="139423" cy="109566"/>
              <a:chOff x="-2866744" y="518074"/>
              <a:chExt cx="168701" cy="132575"/>
            </a:xfrm>
          </p:grpSpPr>
          <p:grpSp>
            <p:nvGrpSpPr>
              <p:cNvPr id="38" name="Groep 37">
                <a:extLst>
                  <a:ext uri="{FF2B5EF4-FFF2-40B4-BE49-F238E27FC236}">
                    <a16:creationId xmlns:a16="http://schemas.microsoft.com/office/drawing/2014/main" id="{FA72CF74-DCC7-1AB6-B4FA-32797D5ADE95}"/>
                  </a:ext>
                </a:extLst>
              </p:cNvPr>
              <p:cNvGrpSpPr/>
              <p:nvPr userDrawn="1"/>
            </p:nvGrpSpPr>
            <p:grpSpPr>
              <a:xfrm>
                <a:off x="-2866744" y="518074"/>
                <a:ext cx="168701" cy="132575"/>
                <a:chOff x="-2866744" y="518074"/>
                <a:chExt cx="168701" cy="132575"/>
              </a:xfrm>
            </p:grpSpPr>
            <p:cxnSp>
              <p:nvCxnSpPr>
                <p:cNvPr id="40" name="Rechte verbindingslijn 39">
                  <a:extLst>
                    <a:ext uri="{FF2B5EF4-FFF2-40B4-BE49-F238E27FC236}">
                      <a16:creationId xmlns:a16="http://schemas.microsoft.com/office/drawing/2014/main" id="{C086FFA1-B90D-2CD4-D7EA-A2CAD97040D6}"/>
                    </a:ext>
                  </a:extLst>
                </p:cNvPr>
                <p:cNvCxnSpPr/>
                <p:nvPr userDrawn="1"/>
              </p:nvCxnSpPr>
              <p:spPr>
                <a:xfrm>
                  <a:off x="-2866744" y="518074"/>
                  <a:ext cx="168701" cy="0"/>
                </a:xfrm>
                <a:prstGeom prst="lin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9D9FA1"/>
                  </a:solidFill>
                  <a:prstDash val="solid"/>
                </a:ln>
                <a:effectLst/>
              </p:spPr>
            </p:cxnSp>
            <p:cxnSp>
              <p:nvCxnSpPr>
                <p:cNvPr id="41" name="Rechte verbindingslijn 40">
                  <a:extLst>
                    <a:ext uri="{FF2B5EF4-FFF2-40B4-BE49-F238E27FC236}">
                      <a16:creationId xmlns:a16="http://schemas.microsoft.com/office/drawing/2014/main" id="{9E276A6C-91E2-3C05-E592-003E1F2696C8}"/>
                    </a:ext>
                  </a:extLst>
                </p:cNvPr>
                <p:cNvCxnSpPr/>
                <p:nvPr userDrawn="1"/>
              </p:nvCxnSpPr>
              <p:spPr>
                <a:xfrm>
                  <a:off x="-2866744" y="650649"/>
                  <a:ext cx="168701" cy="0"/>
                </a:xfrm>
                <a:prstGeom prst="lin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9D9FA1"/>
                  </a:solidFill>
                  <a:prstDash val="solid"/>
                </a:ln>
                <a:effectLst/>
              </p:spPr>
            </p:cxnSp>
            <p:cxnSp>
              <p:nvCxnSpPr>
                <p:cNvPr id="42" name="Rechte verbindingslijn 41">
                  <a:extLst>
                    <a:ext uri="{FF2B5EF4-FFF2-40B4-BE49-F238E27FC236}">
                      <a16:creationId xmlns:a16="http://schemas.microsoft.com/office/drawing/2014/main" id="{03CE44D5-1258-012B-E8BE-E2E51334B05D}"/>
                    </a:ext>
                  </a:extLst>
                </p:cNvPr>
                <p:cNvCxnSpPr/>
                <p:nvPr userDrawn="1"/>
              </p:nvCxnSpPr>
              <p:spPr>
                <a:xfrm>
                  <a:off x="-2773990" y="617506"/>
                  <a:ext cx="75947" cy="0"/>
                </a:xfrm>
                <a:prstGeom prst="lin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9D9FA1"/>
                  </a:solidFill>
                  <a:prstDash val="solid"/>
                </a:ln>
                <a:effectLst/>
              </p:spPr>
            </p:cxnSp>
            <p:cxnSp>
              <p:nvCxnSpPr>
                <p:cNvPr id="43" name="Rechte verbindingslijn 42">
                  <a:extLst>
                    <a:ext uri="{FF2B5EF4-FFF2-40B4-BE49-F238E27FC236}">
                      <a16:creationId xmlns:a16="http://schemas.microsoft.com/office/drawing/2014/main" id="{DF78297C-3B96-36F4-4AAC-59378707CA9D}"/>
                    </a:ext>
                  </a:extLst>
                </p:cNvPr>
                <p:cNvCxnSpPr/>
                <p:nvPr userDrawn="1"/>
              </p:nvCxnSpPr>
              <p:spPr>
                <a:xfrm>
                  <a:off x="-2773990" y="584362"/>
                  <a:ext cx="75947" cy="0"/>
                </a:xfrm>
                <a:prstGeom prst="lin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9D9FA1"/>
                  </a:solidFill>
                  <a:prstDash val="solid"/>
                </a:ln>
                <a:effectLst/>
              </p:spPr>
            </p:cxnSp>
            <p:cxnSp>
              <p:nvCxnSpPr>
                <p:cNvPr id="44" name="Rechte verbindingslijn 43">
                  <a:extLst>
                    <a:ext uri="{FF2B5EF4-FFF2-40B4-BE49-F238E27FC236}">
                      <a16:creationId xmlns:a16="http://schemas.microsoft.com/office/drawing/2014/main" id="{38209EFC-30B9-E6FB-BBFB-E16C5D453432}"/>
                    </a:ext>
                  </a:extLst>
                </p:cNvPr>
                <p:cNvCxnSpPr/>
                <p:nvPr userDrawn="1"/>
              </p:nvCxnSpPr>
              <p:spPr>
                <a:xfrm>
                  <a:off x="-2773990" y="551218"/>
                  <a:ext cx="75947" cy="0"/>
                </a:xfrm>
                <a:prstGeom prst="lin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9D9FA1"/>
                  </a:solidFill>
                  <a:prstDash val="solid"/>
                </a:ln>
                <a:effectLst/>
              </p:spPr>
            </p:cxnSp>
          </p:grpSp>
          <p:sp>
            <p:nvSpPr>
              <p:cNvPr id="39" name="Pijl: rechts 38">
                <a:extLst>
                  <a:ext uri="{FF2B5EF4-FFF2-40B4-BE49-F238E27FC236}">
                    <a16:creationId xmlns:a16="http://schemas.microsoft.com/office/drawing/2014/main" id="{D3F08921-5722-DEB9-31A9-5448AE95E511}"/>
                  </a:ext>
                </a:extLst>
              </p:cNvPr>
              <p:cNvSpPr/>
              <p:nvPr userDrawn="1"/>
            </p:nvSpPr>
            <p:spPr>
              <a:xfrm flipH="1">
                <a:off x="-2866744" y="549740"/>
                <a:ext cx="70676" cy="67902"/>
              </a:xfrm>
              <a:prstGeom prst="rightArrow">
                <a:avLst>
                  <a:gd name="adj1" fmla="val 25329"/>
                  <a:gd name="adj2" fmla="val 63628"/>
                </a:avLst>
              </a:prstGeom>
              <a:solidFill>
                <a:srgbClr val="4A7D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cxnSp>
          <p:nvCxnSpPr>
            <p:cNvPr id="14" name="Rechte verbindingslijn 13">
              <a:extLst>
                <a:ext uri="{FF2B5EF4-FFF2-40B4-BE49-F238E27FC236}">
                  <a16:creationId xmlns:a16="http://schemas.microsoft.com/office/drawing/2014/main" id="{8D003063-AECB-9525-A3E0-8ECE6DEF452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-3459956" y="588169"/>
              <a:ext cx="547687" cy="219076"/>
            </a:xfrm>
            <a:prstGeom prst="line">
              <a:avLst/>
            </a:prstGeom>
            <a:noFill/>
            <a:ln w="19050" cap="rnd" cmpd="sng" algn="ctr">
              <a:solidFill>
                <a:schemeClr val="accent1"/>
              </a:solidFill>
              <a:prstDash val="solid"/>
              <a:headEnd type="oval"/>
            </a:ln>
            <a:effectLst/>
          </p:spPr>
        </p:cxnSp>
        <p:cxnSp>
          <p:nvCxnSpPr>
            <p:cNvPr id="15" name="Rechte verbindingslijn 14">
              <a:extLst>
                <a:ext uri="{FF2B5EF4-FFF2-40B4-BE49-F238E27FC236}">
                  <a16:creationId xmlns:a16="http://schemas.microsoft.com/office/drawing/2014/main" id="{E20D2959-A3E8-6980-6C60-265615921D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3224213" y="828675"/>
              <a:ext cx="319088" cy="0"/>
            </a:xfrm>
            <a:prstGeom prst="line">
              <a:avLst/>
            </a:prstGeom>
            <a:noFill/>
            <a:ln w="19050" cap="rnd" cmpd="sng" algn="ctr">
              <a:solidFill>
                <a:schemeClr val="accent1"/>
              </a:solidFill>
              <a:prstDash val="solid"/>
              <a:headEnd type="oval"/>
            </a:ln>
            <a:effectLst/>
          </p:spPr>
        </p:cxn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AD89004A-B4D5-E5FC-4BD4-26CC43E92A95}"/>
                </a:ext>
              </a:extLst>
            </p:cNvPr>
            <p:cNvSpPr/>
            <p:nvPr userDrawn="1"/>
          </p:nvSpPr>
          <p:spPr>
            <a:xfrm>
              <a:off x="-2559903" y="512179"/>
              <a:ext cx="2189042" cy="15108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Text level down</a:t>
              </a:r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32022233-BAF6-0FBC-FC7C-1941779D63F7}"/>
                </a:ext>
              </a:extLst>
            </p:cNvPr>
            <p:cNvSpPr/>
            <p:nvPr userDrawn="1"/>
          </p:nvSpPr>
          <p:spPr>
            <a:xfrm>
              <a:off x="-2559903" y="819562"/>
              <a:ext cx="2189043" cy="14220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Text level up</a:t>
              </a:r>
            </a:p>
          </p:txBody>
        </p: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152F55C1-F1E9-6B05-D83D-81507DE567AA}"/>
                </a:ext>
              </a:extLst>
            </p:cNvPr>
            <p:cNvGrpSpPr/>
            <p:nvPr userDrawn="1"/>
          </p:nvGrpSpPr>
          <p:grpSpPr>
            <a:xfrm>
              <a:off x="-2916763" y="769168"/>
              <a:ext cx="268738" cy="248381"/>
              <a:chOff x="-2916763" y="769168"/>
              <a:chExt cx="268738" cy="248381"/>
            </a:xfrm>
          </p:grpSpPr>
          <p:sp>
            <p:nvSpPr>
              <p:cNvPr id="30" name="Rechthoek 29">
                <a:extLst>
                  <a:ext uri="{FF2B5EF4-FFF2-40B4-BE49-F238E27FC236}">
                    <a16:creationId xmlns:a16="http://schemas.microsoft.com/office/drawing/2014/main" id="{B5E1FED9-7683-8A4F-1591-27730327B1D1}"/>
                  </a:ext>
                </a:extLst>
              </p:cNvPr>
              <p:cNvSpPr/>
              <p:nvPr userDrawn="1"/>
            </p:nvSpPr>
            <p:spPr>
              <a:xfrm>
                <a:off x="-2916763" y="769168"/>
                <a:ext cx="268738" cy="248381"/>
              </a:xfrm>
              <a:prstGeom prst="rect">
                <a:avLst/>
              </a:prstGeom>
              <a:solidFill>
                <a:srgbClr val="FFFFFF"/>
              </a:solidFill>
              <a:ln w="3175">
                <a:solidFill>
                  <a:srgbClr val="DADA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05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31" name="Groep 30">
                <a:extLst>
                  <a:ext uri="{FF2B5EF4-FFF2-40B4-BE49-F238E27FC236}">
                    <a16:creationId xmlns:a16="http://schemas.microsoft.com/office/drawing/2014/main" id="{BE48EAC4-A151-EAD5-FD57-6D5EF7CCC352}"/>
                  </a:ext>
                </a:extLst>
              </p:cNvPr>
              <p:cNvGrpSpPr/>
              <p:nvPr userDrawn="1"/>
            </p:nvGrpSpPr>
            <p:grpSpPr>
              <a:xfrm>
                <a:off x="-2866744" y="827071"/>
                <a:ext cx="168701" cy="132575"/>
                <a:chOff x="-2866744" y="827071"/>
                <a:chExt cx="168701" cy="132575"/>
              </a:xfrm>
            </p:grpSpPr>
            <p:cxnSp>
              <p:nvCxnSpPr>
                <p:cNvPr id="33" name="Rechte verbindingslijn 32">
                  <a:extLst>
                    <a:ext uri="{FF2B5EF4-FFF2-40B4-BE49-F238E27FC236}">
                      <a16:creationId xmlns:a16="http://schemas.microsoft.com/office/drawing/2014/main" id="{55ABF10F-CF91-B9AF-6688-67DA47271CCA}"/>
                    </a:ext>
                  </a:extLst>
                </p:cNvPr>
                <p:cNvCxnSpPr/>
                <p:nvPr userDrawn="1"/>
              </p:nvCxnSpPr>
              <p:spPr>
                <a:xfrm>
                  <a:off x="-2866744" y="827071"/>
                  <a:ext cx="168701" cy="0"/>
                </a:xfrm>
                <a:prstGeom prst="lin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9D9FA1"/>
                  </a:solidFill>
                  <a:prstDash val="solid"/>
                </a:ln>
                <a:effectLst/>
              </p:spPr>
            </p:cxnSp>
            <p:cxnSp>
              <p:nvCxnSpPr>
                <p:cNvPr id="34" name="Rechte verbindingslijn 33">
                  <a:extLst>
                    <a:ext uri="{FF2B5EF4-FFF2-40B4-BE49-F238E27FC236}">
                      <a16:creationId xmlns:a16="http://schemas.microsoft.com/office/drawing/2014/main" id="{1367BCBE-3206-50C6-F7F1-FBFF13AFA23E}"/>
                    </a:ext>
                  </a:extLst>
                </p:cNvPr>
                <p:cNvCxnSpPr/>
                <p:nvPr userDrawn="1"/>
              </p:nvCxnSpPr>
              <p:spPr>
                <a:xfrm>
                  <a:off x="-2866744" y="959646"/>
                  <a:ext cx="168701" cy="0"/>
                </a:xfrm>
                <a:prstGeom prst="lin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9D9FA1"/>
                  </a:solidFill>
                  <a:prstDash val="solid"/>
                </a:ln>
                <a:effectLst/>
              </p:spPr>
            </p:cxnSp>
            <p:cxnSp>
              <p:nvCxnSpPr>
                <p:cNvPr id="35" name="Rechte verbindingslijn 34">
                  <a:extLst>
                    <a:ext uri="{FF2B5EF4-FFF2-40B4-BE49-F238E27FC236}">
                      <a16:creationId xmlns:a16="http://schemas.microsoft.com/office/drawing/2014/main" id="{1887FE1A-DEDB-1C17-7A06-9CEF4073D49E}"/>
                    </a:ext>
                  </a:extLst>
                </p:cNvPr>
                <p:cNvCxnSpPr/>
                <p:nvPr userDrawn="1"/>
              </p:nvCxnSpPr>
              <p:spPr>
                <a:xfrm>
                  <a:off x="-2773990" y="926503"/>
                  <a:ext cx="75947" cy="0"/>
                </a:xfrm>
                <a:prstGeom prst="lin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9D9FA1"/>
                  </a:solidFill>
                  <a:prstDash val="solid"/>
                </a:ln>
                <a:effectLst/>
              </p:spPr>
            </p:cxnSp>
            <p:cxnSp>
              <p:nvCxnSpPr>
                <p:cNvPr id="36" name="Rechte verbindingslijn 35">
                  <a:extLst>
                    <a:ext uri="{FF2B5EF4-FFF2-40B4-BE49-F238E27FC236}">
                      <a16:creationId xmlns:a16="http://schemas.microsoft.com/office/drawing/2014/main" id="{9BB9AD66-42B5-5052-D1FB-0E4C1372D8C7}"/>
                    </a:ext>
                  </a:extLst>
                </p:cNvPr>
                <p:cNvCxnSpPr/>
                <p:nvPr userDrawn="1"/>
              </p:nvCxnSpPr>
              <p:spPr>
                <a:xfrm>
                  <a:off x="-2773990" y="893359"/>
                  <a:ext cx="75947" cy="0"/>
                </a:xfrm>
                <a:prstGeom prst="lin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9D9FA1"/>
                  </a:solidFill>
                  <a:prstDash val="solid"/>
                </a:ln>
                <a:effectLst/>
              </p:spPr>
            </p:cxnSp>
            <p:cxnSp>
              <p:nvCxnSpPr>
                <p:cNvPr id="37" name="Rechte verbindingslijn 36">
                  <a:extLst>
                    <a:ext uri="{FF2B5EF4-FFF2-40B4-BE49-F238E27FC236}">
                      <a16:creationId xmlns:a16="http://schemas.microsoft.com/office/drawing/2014/main" id="{9DB1E250-1A25-2F8A-B33E-34D8269DA44E}"/>
                    </a:ext>
                  </a:extLst>
                </p:cNvPr>
                <p:cNvCxnSpPr/>
                <p:nvPr userDrawn="1"/>
              </p:nvCxnSpPr>
              <p:spPr>
                <a:xfrm>
                  <a:off x="-2773990" y="860215"/>
                  <a:ext cx="75947" cy="0"/>
                </a:xfrm>
                <a:prstGeom prst="lin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9D9FA1"/>
                  </a:solidFill>
                  <a:prstDash val="solid"/>
                </a:ln>
                <a:effectLst/>
              </p:spPr>
            </p:cxnSp>
          </p:grpSp>
          <p:sp>
            <p:nvSpPr>
              <p:cNvPr id="32" name="Pijl: rechts 31">
                <a:extLst>
                  <a:ext uri="{FF2B5EF4-FFF2-40B4-BE49-F238E27FC236}">
                    <a16:creationId xmlns:a16="http://schemas.microsoft.com/office/drawing/2014/main" id="{254B755B-11BF-B6B8-A495-3097582DC4DE}"/>
                  </a:ext>
                </a:extLst>
              </p:cNvPr>
              <p:cNvSpPr/>
              <p:nvPr userDrawn="1"/>
            </p:nvSpPr>
            <p:spPr>
              <a:xfrm>
                <a:off x="-2866744" y="858737"/>
                <a:ext cx="70676" cy="67902"/>
              </a:xfrm>
              <a:prstGeom prst="rightArrow">
                <a:avLst>
                  <a:gd name="adj1" fmla="val 25329"/>
                  <a:gd name="adj2" fmla="val 63628"/>
                </a:avLst>
              </a:prstGeom>
              <a:solidFill>
                <a:srgbClr val="4A7D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1" name="Groep 20">
              <a:extLst>
                <a:ext uri="{FF2B5EF4-FFF2-40B4-BE49-F238E27FC236}">
                  <a16:creationId xmlns:a16="http://schemas.microsoft.com/office/drawing/2014/main" id="{540E0342-3F00-BB73-74C4-18810003E098}"/>
                </a:ext>
              </a:extLst>
            </p:cNvPr>
            <p:cNvGrpSpPr/>
            <p:nvPr userDrawn="1"/>
          </p:nvGrpSpPr>
          <p:grpSpPr>
            <a:xfrm>
              <a:off x="-2916763" y="460171"/>
              <a:ext cx="268738" cy="248381"/>
              <a:chOff x="-2916763" y="460171"/>
              <a:chExt cx="268738" cy="248381"/>
            </a:xfrm>
          </p:grpSpPr>
          <p:sp>
            <p:nvSpPr>
              <p:cNvPr id="22" name="Rechthoek 21">
                <a:extLst>
                  <a:ext uri="{FF2B5EF4-FFF2-40B4-BE49-F238E27FC236}">
                    <a16:creationId xmlns:a16="http://schemas.microsoft.com/office/drawing/2014/main" id="{CD51B86B-78F5-7AD1-6D46-DF7D9A6C27D5}"/>
                  </a:ext>
                </a:extLst>
              </p:cNvPr>
              <p:cNvSpPr/>
              <p:nvPr userDrawn="1"/>
            </p:nvSpPr>
            <p:spPr>
              <a:xfrm>
                <a:off x="-2916763" y="460171"/>
                <a:ext cx="268738" cy="248381"/>
              </a:xfrm>
              <a:prstGeom prst="rect">
                <a:avLst/>
              </a:prstGeom>
              <a:solidFill>
                <a:srgbClr val="FFFFFF"/>
              </a:solidFill>
              <a:ln w="3175">
                <a:solidFill>
                  <a:srgbClr val="DADA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05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23" name="Groep 22">
                <a:extLst>
                  <a:ext uri="{FF2B5EF4-FFF2-40B4-BE49-F238E27FC236}">
                    <a16:creationId xmlns:a16="http://schemas.microsoft.com/office/drawing/2014/main" id="{B1F516D8-3879-66A2-55AB-CB304D412756}"/>
                  </a:ext>
                </a:extLst>
              </p:cNvPr>
              <p:cNvGrpSpPr/>
              <p:nvPr userDrawn="1"/>
            </p:nvGrpSpPr>
            <p:grpSpPr>
              <a:xfrm>
                <a:off x="-2866744" y="518074"/>
                <a:ext cx="168701" cy="132575"/>
                <a:chOff x="-2866744" y="518074"/>
                <a:chExt cx="168701" cy="132575"/>
              </a:xfrm>
            </p:grpSpPr>
            <p:cxnSp>
              <p:nvCxnSpPr>
                <p:cNvPr id="25" name="Rechte verbindingslijn 24">
                  <a:extLst>
                    <a:ext uri="{FF2B5EF4-FFF2-40B4-BE49-F238E27FC236}">
                      <a16:creationId xmlns:a16="http://schemas.microsoft.com/office/drawing/2014/main" id="{55313D63-62F6-4ED8-4CE1-DEC8F077FF15}"/>
                    </a:ext>
                  </a:extLst>
                </p:cNvPr>
                <p:cNvCxnSpPr/>
                <p:nvPr userDrawn="1"/>
              </p:nvCxnSpPr>
              <p:spPr>
                <a:xfrm>
                  <a:off x="-2866744" y="518074"/>
                  <a:ext cx="168701" cy="0"/>
                </a:xfrm>
                <a:prstGeom prst="lin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9D9FA1"/>
                  </a:solidFill>
                  <a:prstDash val="solid"/>
                </a:ln>
                <a:effectLst/>
              </p:spPr>
            </p:cxnSp>
            <p:cxnSp>
              <p:nvCxnSpPr>
                <p:cNvPr id="26" name="Rechte verbindingslijn 25">
                  <a:extLst>
                    <a:ext uri="{FF2B5EF4-FFF2-40B4-BE49-F238E27FC236}">
                      <a16:creationId xmlns:a16="http://schemas.microsoft.com/office/drawing/2014/main" id="{0A93B689-D16A-5584-AD77-DB98BD596320}"/>
                    </a:ext>
                  </a:extLst>
                </p:cNvPr>
                <p:cNvCxnSpPr/>
                <p:nvPr userDrawn="1"/>
              </p:nvCxnSpPr>
              <p:spPr>
                <a:xfrm>
                  <a:off x="-2866744" y="650649"/>
                  <a:ext cx="168701" cy="0"/>
                </a:xfrm>
                <a:prstGeom prst="lin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9D9FA1"/>
                  </a:solidFill>
                  <a:prstDash val="solid"/>
                </a:ln>
                <a:effectLst/>
              </p:spPr>
            </p:cxnSp>
            <p:cxnSp>
              <p:nvCxnSpPr>
                <p:cNvPr id="27" name="Rechte verbindingslijn 26">
                  <a:extLst>
                    <a:ext uri="{FF2B5EF4-FFF2-40B4-BE49-F238E27FC236}">
                      <a16:creationId xmlns:a16="http://schemas.microsoft.com/office/drawing/2014/main" id="{67AB20C9-B1F9-EC8B-808E-BF87470483B3}"/>
                    </a:ext>
                  </a:extLst>
                </p:cNvPr>
                <p:cNvCxnSpPr/>
                <p:nvPr userDrawn="1"/>
              </p:nvCxnSpPr>
              <p:spPr>
                <a:xfrm>
                  <a:off x="-2773990" y="617506"/>
                  <a:ext cx="75947" cy="0"/>
                </a:xfrm>
                <a:prstGeom prst="lin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9D9FA1"/>
                  </a:solidFill>
                  <a:prstDash val="solid"/>
                </a:ln>
                <a:effectLst/>
              </p:spPr>
            </p:cxnSp>
            <p:cxnSp>
              <p:nvCxnSpPr>
                <p:cNvPr id="28" name="Rechte verbindingslijn 27">
                  <a:extLst>
                    <a:ext uri="{FF2B5EF4-FFF2-40B4-BE49-F238E27FC236}">
                      <a16:creationId xmlns:a16="http://schemas.microsoft.com/office/drawing/2014/main" id="{ED653223-7AC2-4C9F-B934-7D03C7BD4456}"/>
                    </a:ext>
                  </a:extLst>
                </p:cNvPr>
                <p:cNvCxnSpPr/>
                <p:nvPr userDrawn="1"/>
              </p:nvCxnSpPr>
              <p:spPr>
                <a:xfrm>
                  <a:off x="-2773990" y="584362"/>
                  <a:ext cx="75947" cy="0"/>
                </a:xfrm>
                <a:prstGeom prst="lin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9D9FA1"/>
                  </a:solidFill>
                  <a:prstDash val="solid"/>
                </a:ln>
                <a:effectLst/>
              </p:spPr>
            </p:cxnSp>
            <p:cxnSp>
              <p:nvCxnSpPr>
                <p:cNvPr id="29" name="Rechte verbindingslijn 28">
                  <a:extLst>
                    <a:ext uri="{FF2B5EF4-FFF2-40B4-BE49-F238E27FC236}">
                      <a16:creationId xmlns:a16="http://schemas.microsoft.com/office/drawing/2014/main" id="{8266471F-0EC6-1AB1-014F-9A470724C50E}"/>
                    </a:ext>
                  </a:extLst>
                </p:cNvPr>
                <p:cNvCxnSpPr/>
                <p:nvPr userDrawn="1"/>
              </p:nvCxnSpPr>
              <p:spPr>
                <a:xfrm>
                  <a:off x="-2773990" y="551218"/>
                  <a:ext cx="75947" cy="0"/>
                </a:xfrm>
                <a:prstGeom prst="lin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9D9FA1"/>
                  </a:solidFill>
                  <a:prstDash val="solid"/>
                </a:ln>
                <a:effectLst/>
              </p:spPr>
            </p:cxnSp>
          </p:grpSp>
          <p:sp>
            <p:nvSpPr>
              <p:cNvPr id="24" name="Pijl: rechts 23">
                <a:extLst>
                  <a:ext uri="{FF2B5EF4-FFF2-40B4-BE49-F238E27FC236}">
                    <a16:creationId xmlns:a16="http://schemas.microsoft.com/office/drawing/2014/main" id="{232832F5-EBD0-CB62-BB0A-CBA8AFB8E06E}"/>
                  </a:ext>
                </a:extLst>
              </p:cNvPr>
              <p:cNvSpPr/>
              <p:nvPr userDrawn="1"/>
            </p:nvSpPr>
            <p:spPr>
              <a:xfrm flipH="1">
                <a:off x="-2866744" y="549740"/>
                <a:ext cx="70676" cy="67902"/>
              </a:xfrm>
              <a:prstGeom prst="rightArrow">
                <a:avLst>
                  <a:gd name="adj1" fmla="val 25329"/>
                  <a:gd name="adj2" fmla="val 63628"/>
                </a:avLst>
              </a:prstGeom>
              <a:solidFill>
                <a:srgbClr val="4A7D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52" name="Tekstvak 51">
            <a:extLst>
              <a:ext uri="{FF2B5EF4-FFF2-40B4-BE49-F238E27FC236}">
                <a16:creationId xmlns:a16="http://schemas.microsoft.com/office/drawing/2014/main" id="{942B21D1-FB28-45F6-C505-8F60BF07ABDC}"/>
              </a:ext>
            </a:extLst>
          </p:cNvPr>
          <p:cNvSpPr txBox="1"/>
          <p:nvPr userDrawn="1"/>
        </p:nvSpPr>
        <p:spPr>
          <a:xfrm>
            <a:off x="4524770" y="1405342"/>
            <a:ext cx="3142461" cy="23386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200" b="1">
                <a:solidFill>
                  <a:schemeClr val="accent1"/>
                </a:solidFill>
              </a:rPr>
              <a:t>Insert / edit an image</a:t>
            </a:r>
          </a:p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200"/>
              <a:t>If necessary, delete the existing image</a:t>
            </a:r>
            <a:br>
              <a:rPr lang="en-GB" sz="1200"/>
            </a:br>
            <a:r>
              <a:rPr lang="en-GB" sz="1200"/>
              <a:t>by using the ‘</a:t>
            </a:r>
            <a:r>
              <a:rPr lang="en-GB" sz="1200" b="1"/>
              <a:t>Backspace key</a:t>
            </a:r>
            <a:r>
              <a:rPr lang="en-GB" sz="1200"/>
              <a:t>’. </a:t>
            </a:r>
            <a:br>
              <a:rPr lang="en-GB" sz="1200"/>
            </a:br>
            <a:r>
              <a:rPr lang="en-GB" sz="1200"/>
              <a:t>Click on the pictogram to insert a new image. </a:t>
            </a:r>
          </a:p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200"/>
              <a:t>Select the image and click on ‘</a:t>
            </a:r>
            <a:r>
              <a:rPr lang="en-GB" sz="1200" b="1"/>
              <a:t>Insert</a:t>
            </a:r>
            <a:r>
              <a:rPr lang="en-GB" sz="1200"/>
              <a:t>’. To scale or drag the image, go to the tab ‘</a:t>
            </a:r>
            <a:r>
              <a:rPr lang="en-GB" sz="1200" b="1"/>
              <a:t>Picture Tools - Format</a:t>
            </a:r>
            <a:r>
              <a:rPr lang="en-GB" sz="1200"/>
              <a:t>’ and click on</a:t>
            </a:r>
            <a:br>
              <a:rPr lang="en-GB" sz="1200"/>
            </a:br>
            <a:r>
              <a:rPr lang="en-GB" sz="1200"/>
              <a:t>the button ‘</a:t>
            </a:r>
            <a:r>
              <a:rPr lang="en-GB" sz="1200" b="1"/>
              <a:t>Crop</a:t>
            </a:r>
            <a:r>
              <a:rPr lang="en-GB" sz="1200"/>
              <a:t>’. Scale the image itself with</a:t>
            </a:r>
            <a:br>
              <a:rPr lang="en-GB" sz="1200"/>
            </a:br>
            <a:r>
              <a:rPr lang="en-GB" sz="1200"/>
              <a:t>the spheres and scale the image frame with the brackets.</a:t>
            </a:r>
            <a:br>
              <a:rPr lang="en-GB" sz="1200"/>
            </a:br>
            <a:r>
              <a:rPr lang="en-GB" sz="1200"/>
              <a:t>Click with the right mouse button on the image and choose ‘</a:t>
            </a:r>
            <a:r>
              <a:rPr lang="en-GB" sz="1200" b="1"/>
              <a:t>Send to back</a:t>
            </a:r>
            <a:r>
              <a:rPr lang="en-GB" sz="1200"/>
              <a:t>’.</a:t>
            </a:r>
          </a:p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GB" sz="1200"/>
          </a:p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GB" sz="1200"/>
          </a:p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GB" sz="1200"/>
          </a:p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GB" sz="1200"/>
          </a:p>
        </p:txBody>
      </p:sp>
      <p:sp>
        <p:nvSpPr>
          <p:cNvPr id="53" name="Tekstvak 52">
            <a:extLst>
              <a:ext uri="{FF2B5EF4-FFF2-40B4-BE49-F238E27FC236}">
                <a16:creationId xmlns:a16="http://schemas.microsoft.com/office/drawing/2014/main" id="{B35480EF-0AC9-79E8-E11C-5B38D9B49942}"/>
              </a:ext>
            </a:extLst>
          </p:cNvPr>
          <p:cNvSpPr txBox="1"/>
          <p:nvPr userDrawn="1"/>
        </p:nvSpPr>
        <p:spPr>
          <a:xfrm>
            <a:off x="4524770" y="3883994"/>
            <a:ext cx="3170051" cy="195555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200" b="1">
                <a:solidFill>
                  <a:schemeClr val="accent1"/>
                </a:solidFill>
              </a:rPr>
              <a:t>Charts</a:t>
            </a:r>
          </a:p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200"/>
              <a:t>If necessary, delete the existing chart</a:t>
            </a:r>
            <a:br>
              <a:rPr lang="en-GB" sz="1200"/>
            </a:br>
            <a:r>
              <a:rPr lang="en-GB" sz="1200"/>
              <a:t>by using the ‘</a:t>
            </a:r>
            <a:r>
              <a:rPr lang="en-GB" sz="1200" b="1"/>
              <a:t>Backspace key</a:t>
            </a:r>
            <a:r>
              <a:rPr lang="en-GB" sz="1200"/>
              <a:t>’. Click on</a:t>
            </a:r>
            <a:br>
              <a:rPr lang="en-GB" sz="1200"/>
            </a:br>
            <a:r>
              <a:rPr lang="en-GB" sz="1200"/>
              <a:t>the pictogram to insert a new chart. Select the preferred chart</a:t>
            </a:r>
            <a:br>
              <a:rPr lang="en-GB" sz="1200"/>
            </a:br>
            <a:r>
              <a:rPr lang="en-GB" sz="1200"/>
              <a:t>and click on  ‘</a:t>
            </a:r>
            <a:r>
              <a:rPr lang="en-GB" sz="1200" b="1"/>
              <a:t>Insert</a:t>
            </a:r>
            <a:r>
              <a:rPr lang="en-GB" sz="1200"/>
              <a:t>’.</a:t>
            </a:r>
          </a:p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200"/>
              <a:t>When you want to change the lay-out of the chart, select the preferred part of the chart and go to the tab ‘</a:t>
            </a:r>
            <a:r>
              <a:rPr lang="en-GB" sz="1200" b="1"/>
              <a:t>Format</a:t>
            </a:r>
            <a:r>
              <a:rPr lang="en-GB" sz="1200"/>
              <a:t>’.</a:t>
            </a:r>
          </a:p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GB" sz="1200"/>
          </a:p>
        </p:txBody>
      </p:sp>
      <p:sp>
        <p:nvSpPr>
          <p:cNvPr id="54" name="Tekstvak 53">
            <a:extLst>
              <a:ext uri="{FF2B5EF4-FFF2-40B4-BE49-F238E27FC236}">
                <a16:creationId xmlns:a16="http://schemas.microsoft.com/office/drawing/2014/main" id="{E94CC5A9-0BC0-8F16-4CAC-450228BFC2B3}"/>
              </a:ext>
            </a:extLst>
          </p:cNvPr>
          <p:cNvSpPr txBox="1"/>
          <p:nvPr userDrawn="1"/>
        </p:nvSpPr>
        <p:spPr>
          <a:xfrm>
            <a:off x="8636511" y="1405342"/>
            <a:ext cx="2740090" cy="52823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200" b="1">
                <a:solidFill>
                  <a:schemeClr val="accent1"/>
                </a:solidFill>
              </a:rPr>
              <a:t>To edit chart data</a:t>
            </a:r>
            <a:r>
              <a:rPr lang="en-GB" sz="1200"/>
              <a:t>, click with the right mouse button on the chart</a:t>
            </a:r>
            <a:br>
              <a:rPr lang="en-GB" sz="1200"/>
            </a:br>
            <a:r>
              <a:rPr lang="en-GB" sz="1200"/>
              <a:t>and choose ‘</a:t>
            </a:r>
            <a:r>
              <a:rPr lang="en-GB" sz="1200" b="1"/>
              <a:t>Edit data</a:t>
            </a:r>
            <a:r>
              <a:rPr lang="en-GB" sz="1200"/>
              <a:t>’.</a:t>
            </a:r>
          </a:p>
        </p:txBody>
      </p:sp>
      <p:sp>
        <p:nvSpPr>
          <p:cNvPr id="55" name="Tekstvak 54">
            <a:extLst>
              <a:ext uri="{FF2B5EF4-FFF2-40B4-BE49-F238E27FC236}">
                <a16:creationId xmlns:a16="http://schemas.microsoft.com/office/drawing/2014/main" id="{69553521-5437-0636-15FE-B3B4EB7E34D5}"/>
              </a:ext>
            </a:extLst>
          </p:cNvPr>
          <p:cNvSpPr txBox="1"/>
          <p:nvPr userDrawn="1"/>
        </p:nvSpPr>
        <p:spPr>
          <a:xfrm>
            <a:off x="8636510" y="2060420"/>
            <a:ext cx="2647049" cy="26529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200" b="1">
                <a:solidFill>
                  <a:schemeClr val="accent1"/>
                </a:solidFill>
              </a:rPr>
              <a:t>Insert / edit table</a:t>
            </a:r>
          </a:p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200"/>
              <a:t>If necessary, delete the existing table</a:t>
            </a:r>
            <a:br>
              <a:rPr lang="en-GB" sz="1200"/>
            </a:br>
            <a:r>
              <a:rPr lang="en-GB" sz="1200"/>
              <a:t>by using the ‘</a:t>
            </a:r>
            <a:r>
              <a:rPr lang="en-GB" sz="1200" b="1"/>
              <a:t>Backspace key</a:t>
            </a:r>
            <a:r>
              <a:rPr lang="en-GB" sz="1200"/>
              <a:t>’. Click on</a:t>
            </a:r>
            <a:br>
              <a:rPr lang="en-GB" sz="1200"/>
            </a:br>
            <a:r>
              <a:rPr lang="en-GB" sz="1200"/>
              <a:t>the pictogram to insert a new table. </a:t>
            </a:r>
          </a:p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200"/>
              <a:t>Select the preferred number of rows</a:t>
            </a:r>
            <a:br>
              <a:rPr lang="en-GB" sz="1200"/>
            </a:br>
            <a:r>
              <a:rPr lang="en-GB" sz="1200"/>
              <a:t>and columns and click on ‘</a:t>
            </a:r>
            <a:r>
              <a:rPr lang="en-GB" sz="1200" b="1"/>
              <a:t>OK</a:t>
            </a:r>
            <a:r>
              <a:rPr lang="en-GB" sz="1200"/>
              <a:t>’.</a:t>
            </a:r>
          </a:p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200"/>
              <a:t>To edit, select the preferred number of rows and/or columns of the table and go to the tab ‘</a:t>
            </a:r>
            <a:r>
              <a:rPr lang="en-GB" sz="1200" b="1"/>
              <a:t>Layout</a:t>
            </a:r>
            <a:r>
              <a:rPr lang="en-GB" sz="1200"/>
              <a:t>’.</a:t>
            </a:r>
          </a:p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200"/>
              <a:t>At the section ‘</a:t>
            </a:r>
            <a:r>
              <a:rPr lang="en-GB" sz="1200" b="1"/>
              <a:t>Rows and columns</a:t>
            </a:r>
            <a:r>
              <a:rPr lang="en-GB" sz="1200"/>
              <a:t>’ you can delete or add rows and columns. Choose from the variety of options:</a:t>
            </a:r>
          </a:p>
        </p:txBody>
      </p:sp>
      <p:grpSp>
        <p:nvGrpSpPr>
          <p:cNvPr id="56" name="Groep 55">
            <a:extLst>
              <a:ext uri="{FF2B5EF4-FFF2-40B4-BE49-F238E27FC236}">
                <a16:creationId xmlns:a16="http://schemas.microsoft.com/office/drawing/2014/main" id="{69C90939-7884-FAF6-D1AA-896588063133}"/>
              </a:ext>
            </a:extLst>
          </p:cNvPr>
          <p:cNvGrpSpPr/>
          <p:nvPr userDrawn="1"/>
        </p:nvGrpSpPr>
        <p:grpSpPr>
          <a:xfrm>
            <a:off x="8453193" y="4996916"/>
            <a:ext cx="3013682" cy="673634"/>
            <a:chOff x="-3415313" y="4996916"/>
            <a:chExt cx="3013682" cy="673634"/>
          </a:xfrm>
        </p:grpSpPr>
        <p:grpSp>
          <p:nvGrpSpPr>
            <p:cNvPr id="57" name="Groep 56">
              <a:extLst>
                <a:ext uri="{FF2B5EF4-FFF2-40B4-BE49-F238E27FC236}">
                  <a16:creationId xmlns:a16="http://schemas.microsoft.com/office/drawing/2014/main" id="{2C3AAA81-5347-FE29-905D-2E640D361F0C}"/>
                </a:ext>
              </a:extLst>
            </p:cNvPr>
            <p:cNvGrpSpPr/>
            <p:nvPr userDrawn="1"/>
          </p:nvGrpSpPr>
          <p:grpSpPr>
            <a:xfrm>
              <a:off x="-3415313" y="5041534"/>
              <a:ext cx="761481" cy="529523"/>
              <a:chOff x="-3492543" y="5041534"/>
              <a:chExt cx="761481" cy="529523"/>
            </a:xfrm>
          </p:grpSpPr>
          <p:grpSp>
            <p:nvGrpSpPr>
              <p:cNvPr id="167" name="Groep 166">
                <a:extLst>
                  <a:ext uri="{FF2B5EF4-FFF2-40B4-BE49-F238E27FC236}">
                    <a16:creationId xmlns:a16="http://schemas.microsoft.com/office/drawing/2014/main" id="{F38DE36C-3B3F-2431-CA5F-533F3B2A71C3}"/>
                  </a:ext>
                </a:extLst>
              </p:cNvPr>
              <p:cNvGrpSpPr/>
              <p:nvPr userDrawn="1"/>
            </p:nvGrpSpPr>
            <p:grpSpPr>
              <a:xfrm>
                <a:off x="-3307743" y="5041534"/>
                <a:ext cx="485596" cy="437045"/>
                <a:chOff x="-3307743" y="4999319"/>
                <a:chExt cx="644991" cy="580504"/>
              </a:xfrm>
            </p:grpSpPr>
            <p:grpSp>
              <p:nvGrpSpPr>
                <p:cNvPr id="169" name="Groep 168">
                  <a:extLst>
                    <a:ext uri="{FF2B5EF4-FFF2-40B4-BE49-F238E27FC236}">
                      <a16:creationId xmlns:a16="http://schemas.microsoft.com/office/drawing/2014/main" id="{096B315A-6478-A585-4206-B024D10E537F}"/>
                    </a:ext>
                  </a:extLst>
                </p:cNvPr>
                <p:cNvGrpSpPr/>
                <p:nvPr userDrawn="1"/>
              </p:nvGrpSpPr>
              <p:grpSpPr>
                <a:xfrm>
                  <a:off x="-3307743" y="4999319"/>
                  <a:ext cx="516835" cy="439373"/>
                  <a:chOff x="-3307743" y="4999319"/>
                  <a:chExt cx="516835" cy="439373"/>
                </a:xfrm>
              </p:grpSpPr>
              <p:cxnSp>
                <p:nvCxnSpPr>
                  <p:cNvPr id="171" name="Rechte verbindingslijn 170">
                    <a:extLst>
                      <a:ext uri="{FF2B5EF4-FFF2-40B4-BE49-F238E27FC236}">
                        <a16:creationId xmlns:a16="http://schemas.microsoft.com/office/drawing/2014/main" id="{7B041ED1-09D0-0035-D14B-571379705442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-3307743" y="5141843"/>
                    <a:ext cx="516835" cy="0"/>
                  </a:xfrm>
                  <a:prstGeom prst="line">
                    <a:avLst/>
                  </a:prstGeom>
                  <a:ln>
                    <a:solidFill>
                      <a:srgbClr val="817F7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2" name="Rechte verbindingslijn 171">
                    <a:extLst>
                      <a:ext uri="{FF2B5EF4-FFF2-40B4-BE49-F238E27FC236}">
                        <a16:creationId xmlns:a16="http://schemas.microsoft.com/office/drawing/2014/main" id="{341A5237-EC1F-98D4-1B9F-EEB64B19FBFE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-3307743" y="5290267"/>
                    <a:ext cx="516835" cy="0"/>
                  </a:xfrm>
                  <a:prstGeom prst="line">
                    <a:avLst/>
                  </a:prstGeom>
                  <a:ln>
                    <a:solidFill>
                      <a:srgbClr val="817F7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3" name="Rechte verbindingslijn 172">
                    <a:extLst>
                      <a:ext uri="{FF2B5EF4-FFF2-40B4-BE49-F238E27FC236}">
                        <a16:creationId xmlns:a16="http://schemas.microsoft.com/office/drawing/2014/main" id="{38CBB927-1C98-975E-6399-8936F8AE5C0F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2969743" y="4999319"/>
                    <a:ext cx="1394" cy="439373"/>
                  </a:xfrm>
                  <a:prstGeom prst="line">
                    <a:avLst/>
                  </a:prstGeom>
                  <a:ln>
                    <a:solidFill>
                      <a:srgbClr val="817F7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4" name="Rechte verbindingslijn 173">
                    <a:extLst>
                      <a:ext uri="{FF2B5EF4-FFF2-40B4-BE49-F238E27FC236}">
                        <a16:creationId xmlns:a16="http://schemas.microsoft.com/office/drawing/2014/main" id="{CEA89868-DA2F-DA4F-B651-3FD03750563B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142021" y="4999319"/>
                    <a:ext cx="1394" cy="439373"/>
                  </a:xfrm>
                  <a:prstGeom prst="line">
                    <a:avLst/>
                  </a:prstGeom>
                  <a:ln>
                    <a:solidFill>
                      <a:srgbClr val="817F7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75" name="Rechthoek 174">
                    <a:extLst>
                      <a:ext uri="{FF2B5EF4-FFF2-40B4-BE49-F238E27FC236}">
                        <a16:creationId xmlns:a16="http://schemas.microsoft.com/office/drawing/2014/main" id="{DEB15E1A-7D9E-D018-354A-C50CE49EAD7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304719" y="4999319"/>
                    <a:ext cx="513811" cy="439373"/>
                  </a:xfrm>
                  <a:prstGeom prst="rect">
                    <a:avLst/>
                  </a:prstGeom>
                  <a:noFill/>
                  <a:ln w="12700">
                    <a:solidFill>
                      <a:srgbClr val="6C6C6C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vl="0" algn="ctr"/>
                    <a:endParaRPr lang="en-GB" sz="2400">
                      <a:solidFill>
                        <a:schemeClr val="accent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70" name="Vrije vorm: vorm 169">
                  <a:extLst>
                    <a:ext uri="{FF2B5EF4-FFF2-40B4-BE49-F238E27FC236}">
                      <a16:creationId xmlns:a16="http://schemas.microsoft.com/office/drawing/2014/main" id="{91E19B82-47E6-2DCE-8E64-3B133B908D85}"/>
                    </a:ext>
                  </a:extLst>
                </p:cNvPr>
                <p:cNvSpPr/>
                <p:nvPr userDrawn="1"/>
              </p:nvSpPr>
              <p:spPr>
                <a:xfrm rot="2700000">
                  <a:off x="-3022752" y="5219823"/>
                  <a:ext cx="360000" cy="360000"/>
                </a:xfrm>
                <a:custGeom>
                  <a:avLst/>
                  <a:gdLst>
                    <a:gd name="connsiteX0" fmla="*/ 7908 w 360000"/>
                    <a:gd name="connsiteY0" fmla="*/ 160908 h 360000"/>
                    <a:gd name="connsiteX1" fmla="*/ 27000 w 360000"/>
                    <a:gd name="connsiteY1" fmla="*/ 153000 h 360000"/>
                    <a:gd name="connsiteX2" fmla="*/ 153000 w 360000"/>
                    <a:gd name="connsiteY2" fmla="*/ 153000 h 360000"/>
                    <a:gd name="connsiteX3" fmla="*/ 153000 w 360000"/>
                    <a:gd name="connsiteY3" fmla="*/ 27000 h 360000"/>
                    <a:gd name="connsiteX4" fmla="*/ 180000 w 360000"/>
                    <a:gd name="connsiteY4" fmla="*/ 0 h 360000"/>
                    <a:gd name="connsiteX5" fmla="*/ 207000 w 360000"/>
                    <a:gd name="connsiteY5" fmla="*/ 27000 h 360000"/>
                    <a:gd name="connsiteX6" fmla="*/ 207000 w 360000"/>
                    <a:gd name="connsiteY6" fmla="*/ 153000 h 360000"/>
                    <a:gd name="connsiteX7" fmla="*/ 333000 w 360000"/>
                    <a:gd name="connsiteY7" fmla="*/ 153000 h 360000"/>
                    <a:gd name="connsiteX8" fmla="*/ 360000 w 360000"/>
                    <a:gd name="connsiteY8" fmla="*/ 180000 h 360000"/>
                    <a:gd name="connsiteX9" fmla="*/ 333000 w 360000"/>
                    <a:gd name="connsiteY9" fmla="*/ 207000 h 360000"/>
                    <a:gd name="connsiteX10" fmla="*/ 207000 w 360000"/>
                    <a:gd name="connsiteY10" fmla="*/ 207000 h 360000"/>
                    <a:gd name="connsiteX11" fmla="*/ 207000 w 360000"/>
                    <a:gd name="connsiteY11" fmla="*/ 333000 h 360000"/>
                    <a:gd name="connsiteX12" fmla="*/ 180000 w 360000"/>
                    <a:gd name="connsiteY12" fmla="*/ 360000 h 360000"/>
                    <a:gd name="connsiteX13" fmla="*/ 153000 w 360000"/>
                    <a:gd name="connsiteY13" fmla="*/ 333000 h 360000"/>
                    <a:gd name="connsiteX14" fmla="*/ 153000 w 360000"/>
                    <a:gd name="connsiteY14" fmla="*/ 207000 h 360000"/>
                    <a:gd name="connsiteX15" fmla="*/ 27000 w 360000"/>
                    <a:gd name="connsiteY15" fmla="*/ 207000 h 360000"/>
                    <a:gd name="connsiteX16" fmla="*/ 0 w 360000"/>
                    <a:gd name="connsiteY16" fmla="*/ 180000 h 360000"/>
                    <a:gd name="connsiteX17" fmla="*/ 7908 w 360000"/>
                    <a:gd name="connsiteY17" fmla="*/ 160908 h 36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60000" h="360000">
                      <a:moveTo>
                        <a:pt x="7908" y="160908"/>
                      </a:moveTo>
                      <a:cubicBezTo>
                        <a:pt x="12794" y="156022"/>
                        <a:pt x="19544" y="153000"/>
                        <a:pt x="27000" y="153000"/>
                      </a:cubicBezTo>
                      <a:lnTo>
                        <a:pt x="153000" y="153000"/>
                      </a:lnTo>
                      <a:lnTo>
                        <a:pt x="153000" y="27000"/>
                      </a:lnTo>
                      <a:cubicBezTo>
                        <a:pt x="153000" y="12088"/>
                        <a:pt x="165088" y="0"/>
                        <a:pt x="180000" y="0"/>
                      </a:cubicBezTo>
                      <a:cubicBezTo>
                        <a:pt x="194912" y="0"/>
                        <a:pt x="207000" y="12088"/>
                        <a:pt x="207000" y="27000"/>
                      </a:cubicBezTo>
                      <a:lnTo>
                        <a:pt x="207000" y="153000"/>
                      </a:lnTo>
                      <a:lnTo>
                        <a:pt x="333000" y="153000"/>
                      </a:lnTo>
                      <a:cubicBezTo>
                        <a:pt x="347912" y="153000"/>
                        <a:pt x="360000" y="165088"/>
                        <a:pt x="360000" y="180000"/>
                      </a:cubicBezTo>
                      <a:cubicBezTo>
                        <a:pt x="360000" y="194912"/>
                        <a:pt x="347912" y="207000"/>
                        <a:pt x="333000" y="207000"/>
                      </a:cubicBezTo>
                      <a:lnTo>
                        <a:pt x="207000" y="207000"/>
                      </a:lnTo>
                      <a:lnTo>
                        <a:pt x="207000" y="333000"/>
                      </a:lnTo>
                      <a:cubicBezTo>
                        <a:pt x="207000" y="347912"/>
                        <a:pt x="194912" y="360000"/>
                        <a:pt x="180000" y="360000"/>
                      </a:cubicBezTo>
                      <a:cubicBezTo>
                        <a:pt x="165088" y="360000"/>
                        <a:pt x="153000" y="347912"/>
                        <a:pt x="153000" y="333000"/>
                      </a:cubicBezTo>
                      <a:lnTo>
                        <a:pt x="153000" y="207000"/>
                      </a:lnTo>
                      <a:lnTo>
                        <a:pt x="27000" y="207000"/>
                      </a:lnTo>
                      <a:cubicBezTo>
                        <a:pt x="12088" y="207000"/>
                        <a:pt x="0" y="194912"/>
                        <a:pt x="0" y="180000"/>
                      </a:cubicBezTo>
                      <a:cubicBezTo>
                        <a:pt x="0" y="172544"/>
                        <a:pt x="3022" y="165794"/>
                        <a:pt x="7908" y="160908"/>
                      </a:cubicBezTo>
                      <a:close/>
                    </a:path>
                  </a:pathLst>
                </a:custGeom>
                <a:solidFill>
                  <a:srgbClr val="F0615F"/>
                </a:solidFill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/>
                </a:p>
              </p:txBody>
            </p:sp>
          </p:grpSp>
          <p:sp>
            <p:nvSpPr>
              <p:cNvPr id="168" name="Tekstvak 167">
                <a:extLst>
                  <a:ext uri="{FF2B5EF4-FFF2-40B4-BE49-F238E27FC236}">
                    <a16:creationId xmlns:a16="http://schemas.microsoft.com/office/drawing/2014/main" id="{A5E9D975-081C-2108-1608-500E5E2F45D3}"/>
                  </a:ext>
                </a:extLst>
              </p:cNvPr>
              <p:cNvSpPr txBox="1"/>
              <p:nvPr userDrawn="1"/>
            </p:nvSpPr>
            <p:spPr>
              <a:xfrm>
                <a:off x="-3492543" y="5440654"/>
                <a:ext cx="761481" cy="130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algn="ctr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Delete</a:t>
                </a:r>
              </a:p>
            </p:txBody>
          </p:sp>
        </p:grpSp>
        <p:grpSp>
          <p:nvGrpSpPr>
            <p:cNvPr id="58" name="Groep 57">
              <a:extLst>
                <a:ext uri="{FF2B5EF4-FFF2-40B4-BE49-F238E27FC236}">
                  <a16:creationId xmlns:a16="http://schemas.microsoft.com/office/drawing/2014/main" id="{D69922BA-1F12-4F83-3ADF-1E6282DA27B9}"/>
                </a:ext>
              </a:extLst>
            </p:cNvPr>
            <p:cNvGrpSpPr/>
            <p:nvPr userDrawn="1"/>
          </p:nvGrpSpPr>
          <p:grpSpPr>
            <a:xfrm>
              <a:off x="-2582156" y="4996916"/>
              <a:ext cx="572112" cy="673634"/>
              <a:chOff x="-2709168" y="4996916"/>
              <a:chExt cx="572112" cy="673634"/>
            </a:xfrm>
          </p:grpSpPr>
          <p:grpSp>
            <p:nvGrpSpPr>
              <p:cNvPr id="157" name="Groep 156">
                <a:extLst>
                  <a:ext uri="{FF2B5EF4-FFF2-40B4-BE49-F238E27FC236}">
                    <a16:creationId xmlns:a16="http://schemas.microsoft.com/office/drawing/2014/main" id="{E5341CC1-C9AA-93EA-2E46-BA7A6A5B2726}"/>
                  </a:ext>
                </a:extLst>
              </p:cNvPr>
              <p:cNvGrpSpPr/>
              <p:nvPr userDrawn="1"/>
            </p:nvGrpSpPr>
            <p:grpSpPr>
              <a:xfrm>
                <a:off x="-2609993" y="4996916"/>
                <a:ext cx="389111" cy="375410"/>
                <a:chOff x="-2542178" y="4940055"/>
                <a:chExt cx="516835" cy="498637"/>
              </a:xfrm>
            </p:grpSpPr>
            <p:sp>
              <p:nvSpPr>
                <p:cNvPr id="159" name="Rechthoek 158">
                  <a:extLst>
                    <a:ext uri="{FF2B5EF4-FFF2-40B4-BE49-F238E27FC236}">
                      <a16:creationId xmlns:a16="http://schemas.microsoft.com/office/drawing/2014/main" id="{83E8D790-B508-53FE-6A4D-B8EF2F714117}"/>
                    </a:ext>
                  </a:extLst>
                </p:cNvPr>
                <p:cNvSpPr/>
                <p:nvPr userDrawn="1"/>
              </p:nvSpPr>
              <p:spPr>
                <a:xfrm>
                  <a:off x="-2538526" y="5145278"/>
                  <a:ext cx="510738" cy="150388"/>
                </a:xfrm>
                <a:prstGeom prst="rect">
                  <a:avLst/>
                </a:prstGeom>
                <a:solidFill>
                  <a:srgbClr val="C3D6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>
                    <a:latin typeface="+mj-lt"/>
                  </a:endParaRPr>
                </a:p>
              </p:txBody>
            </p:sp>
            <p:grpSp>
              <p:nvGrpSpPr>
                <p:cNvPr id="160" name="Groep 159">
                  <a:extLst>
                    <a:ext uri="{FF2B5EF4-FFF2-40B4-BE49-F238E27FC236}">
                      <a16:creationId xmlns:a16="http://schemas.microsoft.com/office/drawing/2014/main" id="{5BDDF1FC-F66D-4287-4D63-18A5C9B16A4A}"/>
                    </a:ext>
                  </a:extLst>
                </p:cNvPr>
                <p:cNvGrpSpPr/>
                <p:nvPr userDrawn="1"/>
              </p:nvGrpSpPr>
              <p:grpSpPr>
                <a:xfrm>
                  <a:off x="-2542178" y="4999319"/>
                  <a:ext cx="516835" cy="439373"/>
                  <a:chOff x="-3307743" y="4999319"/>
                  <a:chExt cx="516835" cy="439373"/>
                </a:xfrm>
              </p:grpSpPr>
              <p:cxnSp>
                <p:nvCxnSpPr>
                  <p:cNvPr id="162" name="Rechte verbindingslijn 161">
                    <a:extLst>
                      <a:ext uri="{FF2B5EF4-FFF2-40B4-BE49-F238E27FC236}">
                        <a16:creationId xmlns:a16="http://schemas.microsoft.com/office/drawing/2014/main" id="{48E1306A-F7C8-B970-3FDD-83179F783F2D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-3307743" y="5141843"/>
                    <a:ext cx="516835" cy="0"/>
                  </a:xfrm>
                  <a:prstGeom prst="line">
                    <a:avLst/>
                  </a:prstGeom>
                  <a:ln>
                    <a:solidFill>
                      <a:srgbClr val="817F7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3" name="Rechte verbindingslijn 162">
                    <a:extLst>
                      <a:ext uri="{FF2B5EF4-FFF2-40B4-BE49-F238E27FC236}">
                        <a16:creationId xmlns:a16="http://schemas.microsoft.com/office/drawing/2014/main" id="{BA90FAC9-F226-B190-633D-CC5417250DBA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-3307743" y="5290267"/>
                    <a:ext cx="516835" cy="0"/>
                  </a:xfrm>
                  <a:prstGeom prst="line">
                    <a:avLst/>
                  </a:prstGeom>
                  <a:ln>
                    <a:solidFill>
                      <a:srgbClr val="817F7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4" name="Rechte verbindingslijn 163">
                    <a:extLst>
                      <a:ext uri="{FF2B5EF4-FFF2-40B4-BE49-F238E27FC236}">
                        <a16:creationId xmlns:a16="http://schemas.microsoft.com/office/drawing/2014/main" id="{EA01A823-3F22-367C-726D-13BC8AFF5D63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-2969743" y="5295569"/>
                    <a:ext cx="0" cy="143123"/>
                  </a:xfrm>
                  <a:prstGeom prst="line">
                    <a:avLst/>
                  </a:prstGeom>
                  <a:ln>
                    <a:solidFill>
                      <a:srgbClr val="817F7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5" name="Rechte verbindingslijn 164">
                    <a:extLst>
                      <a:ext uri="{FF2B5EF4-FFF2-40B4-BE49-F238E27FC236}">
                        <a16:creationId xmlns:a16="http://schemas.microsoft.com/office/drawing/2014/main" id="{896016D0-B3A8-E434-6314-C35409228EA0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-3142021" y="5295569"/>
                    <a:ext cx="0" cy="143123"/>
                  </a:xfrm>
                  <a:prstGeom prst="line">
                    <a:avLst/>
                  </a:prstGeom>
                  <a:ln>
                    <a:solidFill>
                      <a:srgbClr val="817F7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66" name="Rechthoek 165">
                    <a:extLst>
                      <a:ext uri="{FF2B5EF4-FFF2-40B4-BE49-F238E27FC236}">
                        <a16:creationId xmlns:a16="http://schemas.microsoft.com/office/drawing/2014/main" id="{4297EFE0-C086-B558-6A8D-4ADBB44F244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304719" y="4999319"/>
                    <a:ext cx="513811" cy="439373"/>
                  </a:xfrm>
                  <a:prstGeom prst="rect">
                    <a:avLst/>
                  </a:prstGeom>
                  <a:noFill/>
                  <a:ln w="12700">
                    <a:solidFill>
                      <a:srgbClr val="6C6C6C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vl="0" algn="ctr"/>
                    <a:endParaRPr lang="en-GB" sz="2400">
                      <a:solidFill>
                        <a:schemeClr val="accent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61" name="Pijl: rechts 160">
                  <a:extLst>
                    <a:ext uri="{FF2B5EF4-FFF2-40B4-BE49-F238E27FC236}">
                      <a16:creationId xmlns:a16="http://schemas.microsoft.com/office/drawing/2014/main" id="{C3BC162B-728A-71BF-04E4-391E25AC4E87}"/>
                    </a:ext>
                  </a:extLst>
                </p:cNvPr>
                <p:cNvSpPr/>
                <p:nvPr userDrawn="1"/>
              </p:nvSpPr>
              <p:spPr>
                <a:xfrm rot="16200000">
                  <a:off x="-2415001" y="4945522"/>
                  <a:ext cx="278551" cy="267618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158" name="Tekstvak 157">
                <a:extLst>
                  <a:ext uri="{FF2B5EF4-FFF2-40B4-BE49-F238E27FC236}">
                    <a16:creationId xmlns:a16="http://schemas.microsoft.com/office/drawing/2014/main" id="{B6F9D589-690F-8E4F-3FED-5FB1BD5A706C}"/>
                  </a:ext>
                </a:extLst>
              </p:cNvPr>
              <p:cNvSpPr txBox="1"/>
              <p:nvPr userDrawn="1"/>
            </p:nvSpPr>
            <p:spPr>
              <a:xfrm>
                <a:off x="-2709168" y="5460793"/>
                <a:ext cx="572112" cy="20975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algn="ctr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Insert Above</a:t>
                </a:r>
              </a:p>
            </p:txBody>
          </p:sp>
        </p:grpSp>
        <p:grpSp>
          <p:nvGrpSpPr>
            <p:cNvPr id="59" name="Groep 58">
              <a:extLst>
                <a:ext uri="{FF2B5EF4-FFF2-40B4-BE49-F238E27FC236}">
                  <a16:creationId xmlns:a16="http://schemas.microsoft.com/office/drawing/2014/main" id="{21FB9B28-3525-0FB2-8947-6AD6FBF6B559}"/>
                </a:ext>
              </a:extLst>
            </p:cNvPr>
            <p:cNvGrpSpPr/>
            <p:nvPr userDrawn="1"/>
          </p:nvGrpSpPr>
          <p:grpSpPr>
            <a:xfrm>
              <a:off x="-2036147" y="5039725"/>
              <a:ext cx="572112" cy="630825"/>
              <a:chOff x="-2099568" y="5039725"/>
              <a:chExt cx="572112" cy="630825"/>
            </a:xfrm>
          </p:grpSpPr>
          <p:grpSp>
            <p:nvGrpSpPr>
              <p:cNvPr id="147" name="Groep 146">
                <a:extLst>
                  <a:ext uri="{FF2B5EF4-FFF2-40B4-BE49-F238E27FC236}">
                    <a16:creationId xmlns:a16="http://schemas.microsoft.com/office/drawing/2014/main" id="{563586E6-3C12-69A9-5B89-30C61930C77E}"/>
                  </a:ext>
                </a:extLst>
              </p:cNvPr>
              <p:cNvGrpSpPr/>
              <p:nvPr userDrawn="1"/>
            </p:nvGrpSpPr>
            <p:grpSpPr>
              <a:xfrm rot="10800000">
                <a:off x="-2004261" y="5039725"/>
                <a:ext cx="389111" cy="375410"/>
                <a:chOff x="-2542178" y="4940055"/>
                <a:chExt cx="516835" cy="498637"/>
              </a:xfrm>
            </p:grpSpPr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F45CF6A0-5230-85A6-3D1C-0833B8D0E216}"/>
                    </a:ext>
                  </a:extLst>
                </p:cNvPr>
                <p:cNvSpPr/>
                <p:nvPr userDrawn="1"/>
              </p:nvSpPr>
              <p:spPr>
                <a:xfrm>
                  <a:off x="-2538526" y="5145278"/>
                  <a:ext cx="510738" cy="135578"/>
                </a:xfrm>
                <a:prstGeom prst="rect">
                  <a:avLst/>
                </a:prstGeom>
                <a:solidFill>
                  <a:srgbClr val="C3D6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>
                    <a:latin typeface="+mj-lt"/>
                  </a:endParaRPr>
                </a:p>
              </p:txBody>
            </p:sp>
            <p:grpSp>
              <p:nvGrpSpPr>
                <p:cNvPr id="150" name="Groep 149">
                  <a:extLst>
                    <a:ext uri="{FF2B5EF4-FFF2-40B4-BE49-F238E27FC236}">
                      <a16:creationId xmlns:a16="http://schemas.microsoft.com/office/drawing/2014/main" id="{03C4BF03-8763-A4A8-8EF7-0E15C655588C}"/>
                    </a:ext>
                  </a:extLst>
                </p:cNvPr>
                <p:cNvGrpSpPr/>
                <p:nvPr userDrawn="1"/>
              </p:nvGrpSpPr>
              <p:grpSpPr>
                <a:xfrm>
                  <a:off x="-2542178" y="4999319"/>
                  <a:ext cx="516835" cy="439373"/>
                  <a:chOff x="-3307743" y="4999319"/>
                  <a:chExt cx="516835" cy="439373"/>
                </a:xfrm>
              </p:grpSpPr>
              <p:cxnSp>
                <p:nvCxnSpPr>
                  <p:cNvPr id="152" name="Rechte verbindingslijn 151">
                    <a:extLst>
                      <a:ext uri="{FF2B5EF4-FFF2-40B4-BE49-F238E27FC236}">
                        <a16:creationId xmlns:a16="http://schemas.microsoft.com/office/drawing/2014/main" id="{03A7258E-61B3-4B17-2645-165B61EDB330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-3307743" y="5141843"/>
                    <a:ext cx="516835" cy="0"/>
                  </a:xfrm>
                  <a:prstGeom prst="line">
                    <a:avLst/>
                  </a:prstGeom>
                  <a:ln>
                    <a:solidFill>
                      <a:srgbClr val="817F7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3" name="Rechte verbindingslijn 152">
                    <a:extLst>
                      <a:ext uri="{FF2B5EF4-FFF2-40B4-BE49-F238E27FC236}">
                        <a16:creationId xmlns:a16="http://schemas.microsoft.com/office/drawing/2014/main" id="{BE7BFAA0-7377-9E57-8AAC-265C4E16FE84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-3307743" y="5290267"/>
                    <a:ext cx="516835" cy="0"/>
                  </a:xfrm>
                  <a:prstGeom prst="line">
                    <a:avLst/>
                  </a:prstGeom>
                  <a:ln>
                    <a:solidFill>
                      <a:srgbClr val="817F7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4" name="Rechte verbindingslijn 153">
                    <a:extLst>
                      <a:ext uri="{FF2B5EF4-FFF2-40B4-BE49-F238E27FC236}">
                        <a16:creationId xmlns:a16="http://schemas.microsoft.com/office/drawing/2014/main" id="{ED6D1F70-A454-3E44-894A-AB82C1F8CEA9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-2969743" y="5295569"/>
                    <a:ext cx="0" cy="143123"/>
                  </a:xfrm>
                  <a:prstGeom prst="line">
                    <a:avLst/>
                  </a:prstGeom>
                  <a:ln>
                    <a:solidFill>
                      <a:srgbClr val="817F7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5" name="Rechte verbindingslijn 154">
                    <a:extLst>
                      <a:ext uri="{FF2B5EF4-FFF2-40B4-BE49-F238E27FC236}">
                        <a16:creationId xmlns:a16="http://schemas.microsoft.com/office/drawing/2014/main" id="{B55C00E0-175B-44CF-AFC4-BB0E636529F5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-3142021" y="5295569"/>
                    <a:ext cx="0" cy="143123"/>
                  </a:xfrm>
                  <a:prstGeom prst="line">
                    <a:avLst/>
                  </a:prstGeom>
                  <a:ln>
                    <a:solidFill>
                      <a:srgbClr val="817F7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6" name="Rechthoek 155">
                    <a:extLst>
                      <a:ext uri="{FF2B5EF4-FFF2-40B4-BE49-F238E27FC236}">
                        <a16:creationId xmlns:a16="http://schemas.microsoft.com/office/drawing/2014/main" id="{86EFD789-0714-78AF-B200-647E20E6AA0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304719" y="4999319"/>
                    <a:ext cx="513811" cy="439373"/>
                  </a:xfrm>
                  <a:prstGeom prst="rect">
                    <a:avLst/>
                  </a:prstGeom>
                  <a:noFill/>
                  <a:ln w="12700">
                    <a:solidFill>
                      <a:srgbClr val="6C6C6C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vl="0" algn="ctr"/>
                    <a:endParaRPr lang="en-GB" sz="2400">
                      <a:solidFill>
                        <a:schemeClr val="accent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51" name="Pijl: rechts 150">
                  <a:extLst>
                    <a:ext uri="{FF2B5EF4-FFF2-40B4-BE49-F238E27FC236}">
                      <a16:creationId xmlns:a16="http://schemas.microsoft.com/office/drawing/2014/main" id="{D0A1FF93-E2C0-42B4-33B1-B184E6DD30A8}"/>
                    </a:ext>
                  </a:extLst>
                </p:cNvPr>
                <p:cNvSpPr/>
                <p:nvPr userDrawn="1"/>
              </p:nvSpPr>
              <p:spPr>
                <a:xfrm rot="16200000">
                  <a:off x="-2415001" y="4945522"/>
                  <a:ext cx="278551" cy="267618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148" name="Tekstvak 147">
                <a:extLst>
                  <a:ext uri="{FF2B5EF4-FFF2-40B4-BE49-F238E27FC236}">
                    <a16:creationId xmlns:a16="http://schemas.microsoft.com/office/drawing/2014/main" id="{9BEAF6A4-1DD8-577B-7995-C7C7AEC01720}"/>
                  </a:ext>
                </a:extLst>
              </p:cNvPr>
              <p:cNvSpPr txBox="1"/>
              <p:nvPr userDrawn="1"/>
            </p:nvSpPr>
            <p:spPr>
              <a:xfrm>
                <a:off x="-2099568" y="5460793"/>
                <a:ext cx="572112" cy="20975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algn="ctr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Insert Below</a:t>
                </a:r>
              </a:p>
            </p:txBody>
          </p:sp>
        </p:grpSp>
        <p:grpSp>
          <p:nvGrpSpPr>
            <p:cNvPr id="60" name="Groep 59">
              <a:extLst>
                <a:ext uri="{FF2B5EF4-FFF2-40B4-BE49-F238E27FC236}">
                  <a16:creationId xmlns:a16="http://schemas.microsoft.com/office/drawing/2014/main" id="{05C1E4EE-002A-2FD0-27D5-6F85B5879B13}"/>
                </a:ext>
              </a:extLst>
            </p:cNvPr>
            <p:cNvGrpSpPr/>
            <p:nvPr userDrawn="1"/>
          </p:nvGrpSpPr>
          <p:grpSpPr>
            <a:xfrm>
              <a:off x="-1497156" y="5039725"/>
              <a:ext cx="572112" cy="630825"/>
              <a:chOff x="-1501387" y="5039725"/>
              <a:chExt cx="572112" cy="630825"/>
            </a:xfrm>
          </p:grpSpPr>
          <p:grpSp>
            <p:nvGrpSpPr>
              <p:cNvPr id="137" name="Groep 136">
                <a:extLst>
                  <a:ext uri="{FF2B5EF4-FFF2-40B4-BE49-F238E27FC236}">
                    <a16:creationId xmlns:a16="http://schemas.microsoft.com/office/drawing/2014/main" id="{66F87FDD-C687-9655-2325-63E5662E7AE7}"/>
                  </a:ext>
                </a:extLst>
              </p:cNvPr>
              <p:cNvGrpSpPr/>
              <p:nvPr userDrawn="1"/>
            </p:nvGrpSpPr>
            <p:grpSpPr>
              <a:xfrm rot="10800000">
                <a:off x="-1453772" y="5039725"/>
                <a:ext cx="426738" cy="332849"/>
                <a:chOff x="-2542179" y="4996586"/>
                <a:chExt cx="566814" cy="442106"/>
              </a:xfrm>
            </p:grpSpPr>
            <p:sp>
              <p:nvSpPr>
                <p:cNvPr id="139" name="Rechthoek 138">
                  <a:extLst>
                    <a:ext uri="{FF2B5EF4-FFF2-40B4-BE49-F238E27FC236}">
                      <a16:creationId xmlns:a16="http://schemas.microsoft.com/office/drawing/2014/main" id="{E472691F-C948-C6A0-56B3-4E2C48681C45}"/>
                    </a:ext>
                  </a:extLst>
                </p:cNvPr>
                <p:cNvSpPr/>
                <p:nvPr userDrawn="1"/>
              </p:nvSpPr>
              <p:spPr>
                <a:xfrm>
                  <a:off x="-2375154" y="4996588"/>
                  <a:ext cx="165824" cy="435881"/>
                </a:xfrm>
                <a:prstGeom prst="rect">
                  <a:avLst/>
                </a:prstGeom>
                <a:solidFill>
                  <a:srgbClr val="C3D6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>
                    <a:latin typeface="+mj-lt"/>
                  </a:endParaRPr>
                </a:p>
              </p:txBody>
            </p:sp>
            <p:grpSp>
              <p:nvGrpSpPr>
                <p:cNvPr id="140" name="Groep 139">
                  <a:extLst>
                    <a:ext uri="{FF2B5EF4-FFF2-40B4-BE49-F238E27FC236}">
                      <a16:creationId xmlns:a16="http://schemas.microsoft.com/office/drawing/2014/main" id="{C94921D4-3C33-A4E6-7013-48E2E8E896AE}"/>
                    </a:ext>
                  </a:extLst>
                </p:cNvPr>
                <p:cNvGrpSpPr/>
                <p:nvPr userDrawn="1"/>
              </p:nvGrpSpPr>
              <p:grpSpPr>
                <a:xfrm>
                  <a:off x="-2542179" y="4996586"/>
                  <a:ext cx="516836" cy="442106"/>
                  <a:chOff x="-3307744" y="4996586"/>
                  <a:chExt cx="516836" cy="442106"/>
                </a:xfrm>
              </p:grpSpPr>
              <p:cxnSp>
                <p:nvCxnSpPr>
                  <p:cNvPr id="142" name="Rechte verbindingslijn 141">
                    <a:extLst>
                      <a:ext uri="{FF2B5EF4-FFF2-40B4-BE49-F238E27FC236}">
                        <a16:creationId xmlns:a16="http://schemas.microsoft.com/office/drawing/2014/main" id="{848426C1-6BBC-E5B9-15B4-2FE8AE60E8B1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rot="10800000" flipH="1">
                    <a:off x="-3307744" y="5141843"/>
                    <a:ext cx="162288" cy="0"/>
                  </a:xfrm>
                  <a:prstGeom prst="line">
                    <a:avLst/>
                  </a:prstGeom>
                  <a:ln>
                    <a:solidFill>
                      <a:srgbClr val="817F7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3" name="Rechte verbindingslijn 142">
                    <a:extLst>
                      <a:ext uri="{FF2B5EF4-FFF2-40B4-BE49-F238E27FC236}">
                        <a16:creationId xmlns:a16="http://schemas.microsoft.com/office/drawing/2014/main" id="{5CC19F89-3934-7D25-E0E4-41E1AB0F1142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rot="10800000" flipH="1">
                    <a:off x="-3307744" y="5290267"/>
                    <a:ext cx="167025" cy="0"/>
                  </a:xfrm>
                  <a:prstGeom prst="line">
                    <a:avLst/>
                  </a:prstGeom>
                  <a:ln>
                    <a:solidFill>
                      <a:srgbClr val="817F7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4" name="Rechte verbindingslijn 143">
                    <a:extLst>
                      <a:ext uri="{FF2B5EF4-FFF2-40B4-BE49-F238E27FC236}">
                        <a16:creationId xmlns:a16="http://schemas.microsoft.com/office/drawing/2014/main" id="{3B1E3273-EC7A-0D80-E334-0A2A393CC16A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rot="10800000" flipV="1">
                    <a:off x="-2969743" y="5001324"/>
                    <a:ext cx="0" cy="437367"/>
                  </a:xfrm>
                  <a:prstGeom prst="line">
                    <a:avLst/>
                  </a:prstGeom>
                  <a:ln>
                    <a:solidFill>
                      <a:srgbClr val="817F7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5" name="Rechte verbindingslijn 144">
                    <a:extLst>
                      <a:ext uri="{FF2B5EF4-FFF2-40B4-BE49-F238E27FC236}">
                        <a16:creationId xmlns:a16="http://schemas.microsoft.com/office/drawing/2014/main" id="{47F04FA1-B5A7-19B6-018F-EBD9C0BC0686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rot="10800000" flipV="1">
                    <a:off x="-3142021" y="4996586"/>
                    <a:ext cx="0" cy="442105"/>
                  </a:xfrm>
                  <a:prstGeom prst="line">
                    <a:avLst/>
                  </a:prstGeom>
                  <a:ln>
                    <a:solidFill>
                      <a:srgbClr val="817F7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46" name="Rechthoek 145">
                    <a:extLst>
                      <a:ext uri="{FF2B5EF4-FFF2-40B4-BE49-F238E27FC236}">
                        <a16:creationId xmlns:a16="http://schemas.microsoft.com/office/drawing/2014/main" id="{A8257DF3-E15A-E5A7-339C-FFE9FC27DD4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304719" y="4999319"/>
                    <a:ext cx="513811" cy="439373"/>
                  </a:xfrm>
                  <a:prstGeom prst="rect">
                    <a:avLst/>
                  </a:prstGeom>
                  <a:noFill/>
                  <a:ln w="12700">
                    <a:solidFill>
                      <a:srgbClr val="6C6C6C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vl="0" algn="ctr"/>
                    <a:endParaRPr lang="en-GB" sz="2400">
                      <a:solidFill>
                        <a:schemeClr val="accent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41" name="Pijl: rechts 140">
                  <a:extLst>
                    <a:ext uri="{FF2B5EF4-FFF2-40B4-BE49-F238E27FC236}">
                      <a16:creationId xmlns:a16="http://schemas.microsoft.com/office/drawing/2014/main" id="{09A3A0CF-8D84-FCFE-157B-4964FDB6FF26}"/>
                    </a:ext>
                  </a:extLst>
                </p:cNvPr>
                <p:cNvSpPr/>
                <p:nvPr userDrawn="1"/>
              </p:nvSpPr>
              <p:spPr>
                <a:xfrm>
                  <a:off x="-2253916" y="5077408"/>
                  <a:ext cx="278551" cy="267618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138" name="Tekstvak 137">
                <a:extLst>
                  <a:ext uri="{FF2B5EF4-FFF2-40B4-BE49-F238E27FC236}">
                    <a16:creationId xmlns:a16="http://schemas.microsoft.com/office/drawing/2014/main" id="{E66E2574-B09E-33E3-0389-B3A378133B2E}"/>
                  </a:ext>
                </a:extLst>
              </p:cNvPr>
              <p:cNvSpPr txBox="1"/>
              <p:nvPr userDrawn="1"/>
            </p:nvSpPr>
            <p:spPr>
              <a:xfrm>
                <a:off x="-1501387" y="5460793"/>
                <a:ext cx="572112" cy="20975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algn="ctr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Insert</a:t>
                </a:r>
                <a:b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Left</a:t>
                </a:r>
              </a:p>
            </p:txBody>
          </p:sp>
        </p:grpSp>
        <p:grpSp>
          <p:nvGrpSpPr>
            <p:cNvPr id="61" name="Groep 60">
              <a:extLst>
                <a:ext uri="{FF2B5EF4-FFF2-40B4-BE49-F238E27FC236}">
                  <a16:creationId xmlns:a16="http://schemas.microsoft.com/office/drawing/2014/main" id="{D88D62D3-F6A1-F2C1-1E6B-384A939E7950}"/>
                </a:ext>
              </a:extLst>
            </p:cNvPr>
            <p:cNvGrpSpPr/>
            <p:nvPr userDrawn="1"/>
          </p:nvGrpSpPr>
          <p:grpSpPr>
            <a:xfrm>
              <a:off x="-973743" y="5039725"/>
              <a:ext cx="572112" cy="630825"/>
              <a:chOff x="-961551" y="5039725"/>
              <a:chExt cx="572112" cy="630825"/>
            </a:xfrm>
          </p:grpSpPr>
          <p:grpSp>
            <p:nvGrpSpPr>
              <p:cNvPr id="62" name="Groep 61">
                <a:extLst>
                  <a:ext uri="{FF2B5EF4-FFF2-40B4-BE49-F238E27FC236}">
                    <a16:creationId xmlns:a16="http://schemas.microsoft.com/office/drawing/2014/main" id="{AFA55433-865D-ABAD-59CF-15EA466193FB}"/>
                  </a:ext>
                </a:extLst>
              </p:cNvPr>
              <p:cNvGrpSpPr/>
              <p:nvPr userDrawn="1"/>
            </p:nvGrpSpPr>
            <p:grpSpPr>
              <a:xfrm rot="10800000" flipH="1">
                <a:off x="-868825" y="5039725"/>
                <a:ext cx="426738" cy="332849"/>
                <a:chOff x="-2542179" y="4996586"/>
                <a:chExt cx="566814" cy="442106"/>
              </a:xfrm>
            </p:grpSpPr>
            <p:sp>
              <p:nvSpPr>
                <p:cNvPr id="128" name="Rechthoek 127">
                  <a:extLst>
                    <a:ext uri="{FF2B5EF4-FFF2-40B4-BE49-F238E27FC236}">
                      <a16:creationId xmlns:a16="http://schemas.microsoft.com/office/drawing/2014/main" id="{6FCC3DF9-7009-F78B-DC42-F1186B240BDC}"/>
                    </a:ext>
                  </a:extLst>
                </p:cNvPr>
                <p:cNvSpPr/>
                <p:nvPr userDrawn="1"/>
              </p:nvSpPr>
              <p:spPr>
                <a:xfrm>
                  <a:off x="-2375154" y="4996588"/>
                  <a:ext cx="165824" cy="435881"/>
                </a:xfrm>
                <a:prstGeom prst="rect">
                  <a:avLst/>
                </a:prstGeom>
                <a:solidFill>
                  <a:srgbClr val="C3D6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>
                    <a:latin typeface="+mj-lt"/>
                  </a:endParaRPr>
                </a:p>
              </p:txBody>
            </p:sp>
            <p:grpSp>
              <p:nvGrpSpPr>
                <p:cNvPr id="129" name="Groep 128">
                  <a:extLst>
                    <a:ext uri="{FF2B5EF4-FFF2-40B4-BE49-F238E27FC236}">
                      <a16:creationId xmlns:a16="http://schemas.microsoft.com/office/drawing/2014/main" id="{A5752DBE-EDF9-203C-9155-3E3C3AF7C22E}"/>
                    </a:ext>
                  </a:extLst>
                </p:cNvPr>
                <p:cNvGrpSpPr/>
                <p:nvPr userDrawn="1"/>
              </p:nvGrpSpPr>
              <p:grpSpPr>
                <a:xfrm>
                  <a:off x="-2542179" y="4996586"/>
                  <a:ext cx="516836" cy="442106"/>
                  <a:chOff x="-3307744" y="4996586"/>
                  <a:chExt cx="516836" cy="442106"/>
                </a:xfrm>
              </p:grpSpPr>
              <p:cxnSp>
                <p:nvCxnSpPr>
                  <p:cNvPr id="132" name="Rechte verbindingslijn 131">
                    <a:extLst>
                      <a:ext uri="{FF2B5EF4-FFF2-40B4-BE49-F238E27FC236}">
                        <a16:creationId xmlns:a16="http://schemas.microsoft.com/office/drawing/2014/main" id="{BAF1B971-F63F-59CD-D192-8E2AEFB12D70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rot="10800000" flipH="1">
                    <a:off x="-3307744" y="5141843"/>
                    <a:ext cx="162288" cy="0"/>
                  </a:xfrm>
                  <a:prstGeom prst="line">
                    <a:avLst/>
                  </a:prstGeom>
                  <a:ln>
                    <a:solidFill>
                      <a:srgbClr val="817F7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3" name="Rechte verbindingslijn 132">
                    <a:extLst>
                      <a:ext uri="{FF2B5EF4-FFF2-40B4-BE49-F238E27FC236}">
                        <a16:creationId xmlns:a16="http://schemas.microsoft.com/office/drawing/2014/main" id="{3C815745-3D7C-145E-0AF0-0C7E9CAE4CEC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rot="10800000" flipH="1">
                    <a:off x="-3307744" y="5290267"/>
                    <a:ext cx="167025" cy="0"/>
                  </a:xfrm>
                  <a:prstGeom prst="line">
                    <a:avLst/>
                  </a:prstGeom>
                  <a:ln>
                    <a:solidFill>
                      <a:srgbClr val="817F7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4" name="Rechte verbindingslijn 133">
                    <a:extLst>
                      <a:ext uri="{FF2B5EF4-FFF2-40B4-BE49-F238E27FC236}">
                        <a16:creationId xmlns:a16="http://schemas.microsoft.com/office/drawing/2014/main" id="{3B7D8012-5AE3-BD44-2111-132F086C419E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rot="10800000" flipV="1">
                    <a:off x="-2969743" y="5001324"/>
                    <a:ext cx="0" cy="437367"/>
                  </a:xfrm>
                  <a:prstGeom prst="line">
                    <a:avLst/>
                  </a:prstGeom>
                  <a:ln>
                    <a:solidFill>
                      <a:srgbClr val="817F7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5" name="Rechte verbindingslijn 134">
                    <a:extLst>
                      <a:ext uri="{FF2B5EF4-FFF2-40B4-BE49-F238E27FC236}">
                        <a16:creationId xmlns:a16="http://schemas.microsoft.com/office/drawing/2014/main" id="{87D738E5-D418-2D47-8C2B-BE3DA99A74C4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rot="10800000" flipV="1">
                    <a:off x="-3142021" y="4996586"/>
                    <a:ext cx="0" cy="442105"/>
                  </a:xfrm>
                  <a:prstGeom prst="line">
                    <a:avLst/>
                  </a:prstGeom>
                  <a:ln>
                    <a:solidFill>
                      <a:srgbClr val="817F7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6" name="Rechthoek 135">
                    <a:extLst>
                      <a:ext uri="{FF2B5EF4-FFF2-40B4-BE49-F238E27FC236}">
                        <a16:creationId xmlns:a16="http://schemas.microsoft.com/office/drawing/2014/main" id="{14FB0E6B-0F71-5335-4DA7-B521E125A15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304719" y="4999319"/>
                    <a:ext cx="513811" cy="439373"/>
                  </a:xfrm>
                  <a:prstGeom prst="rect">
                    <a:avLst/>
                  </a:prstGeom>
                  <a:noFill/>
                  <a:ln w="12700">
                    <a:solidFill>
                      <a:srgbClr val="6C6C6C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vl="0" algn="ctr"/>
                    <a:endParaRPr lang="en-GB" sz="2400">
                      <a:solidFill>
                        <a:schemeClr val="accent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31" name="Pijl: rechts 130">
                  <a:extLst>
                    <a:ext uri="{FF2B5EF4-FFF2-40B4-BE49-F238E27FC236}">
                      <a16:creationId xmlns:a16="http://schemas.microsoft.com/office/drawing/2014/main" id="{E491A3B0-BFDA-5BC4-27DE-B3530D11EB71}"/>
                    </a:ext>
                  </a:extLst>
                </p:cNvPr>
                <p:cNvSpPr/>
                <p:nvPr userDrawn="1"/>
              </p:nvSpPr>
              <p:spPr>
                <a:xfrm>
                  <a:off x="-2253916" y="5077408"/>
                  <a:ext cx="278551" cy="267618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63" name="Tekstvak 62">
                <a:extLst>
                  <a:ext uri="{FF2B5EF4-FFF2-40B4-BE49-F238E27FC236}">
                    <a16:creationId xmlns:a16="http://schemas.microsoft.com/office/drawing/2014/main" id="{C49E5959-5875-0343-BB6A-25DF85468832}"/>
                  </a:ext>
                </a:extLst>
              </p:cNvPr>
              <p:cNvSpPr txBox="1"/>
              <p:nvPr userDrawn="1"/>
            </p:nvSpPr>
            <p:spPr>
              <a:xfrm>
                <a:off x="-961551" y="5460793"/>
                <a:ext cx="572112" cy="20975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algn="ctr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Insert</a:t>
                </a:r>
                <a:b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Right</a:t>
                </a:r>
              </a:p>
            </p:txBody>
          </p:sp>
        </p:grpSp>
      </p:grpSp>
      <p:sp>
        <p:nvSpPr>
          <p:cNvPr id="176" name="Tekstvak 175">
            <a:extLst>
              <a:ext uri="{FF2B5EF4-FFF2-40B4-BE49-F238E27FC236}">
                <a16:creationId xmlns:a16="http://schemas.microsoft.com/office/drawing/2014/main" id="{C0D9FE13-FD3C-882B-D4A0-69CDCD448674}"/>
              </a:ext>
            </a:extLst>
          </p:cNvPr>
          <p:cNvSpPr txBox="1"/>
          <p:nvPr userDrawn="1"/>
        </p:nvSpPr>
        <p:spPr>
          <a:xfrm>
            <a:off x="733604" y="6193322"/>
            <a:ext cx="1825625" cy="5545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000" b="1">
                <a:solidFill>
                  <a:schemeClr val="accent1"/>
                </a:solidFill>
              </a:rPr>
              <a:t>To edit the footer</a:t>
            </a:r>
            <a:r>
              <a:rPr lang="en-GB" sz="1000"/>
              <a:t>, slide number and date: Go to the tab ‘Insert’ and click on ‘Header &amp; Footer’. Click on “Apply to all” to apply the changes to every slide. </a:t>
            </a:r>
          </a:p>
        </p:txBody>
      </p:sp>
    </p:spTree>
    <p:extLst>
      <p:ext uri="{BB962C8B-B14F-4D97-AF65-F5344CB8AC3E}">
        <p14:creationId xmlns:p14="http://schemas.microsoft.com/office/powerpoint/2010/main" val="3626152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instru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A9D5A26-B4B5-47D7-AE48-D5B9A7EF7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A864317-6C6E-4970-8602-A0B2E6A8B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E939907-F15D-4115-88E8-76C634F9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5DC5B-6873-43DB-ADC7-B15ACCE0DFDB}" type="slidenum">
              <a:rPr lang="en-GB" noProof="0" smtClean="0"/>
              <a:t>‹#›</a:t>
            </a:fld>
            <a:endParaRPr lang="en-GB" noProof="0"/>
          </a:p>
        </p:txBody>
      </p:sp>
      <p:pic>
        <p:nvPicPr>
          <p:cNvPr id="130" name="Graphic 129">
            <a:extLst>
              <a:ext uri="{FF2B5EF4-FFF2-40B4-BE49-F238E27FC236}">
                <a16:creationId xmlns:a16="http://schemas.microsoft.com/office/drawing/2014/main" id="{C6C35B67-49EB-9D63-74BD-2420B53B6D4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53752" y="6342684"/>
            <a:ext cx="4015740" cy="162631"/>
          </a:xfrm>
          <a:prstGeom prst="rect">
            <a:avLst/>
          </a:prstGeom>
        </p:spPr>
      </p:pic>
      <p:sp>
        <p:nvSpPr>
          <p:cNvPr id="3" name="Tekstvak 2">
            <a:extLst>
              <a:ext uri="{FF2B5EF4-FFF2-40B4-BE49-F238E27FC236}">
                <a16:creationId xmlns:a16="http://schemas.microsoft.com/office/drawing/2014/main" id="{A62A7221-6870-6B34-CF9E-AA33993F2BB8}"/>
              </a:ext>
            </a:extLst>
          </p:cNvPr>
          <p:cNvSpPr txBox="1"/>
          <p:nvPr userDrawn="1"/>
        </p:nvSpPr>
        <p:spPr>
          <a:xfrm>
            <a:off x="719138" y="720000"/>
            <a:ext cx="10750354" cy="36902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Video instructions</a:t>
            </a:r>
          </a:p>
        </p:txBody>
      </p:sp>
      <p:sp>
        <p:nvSpPr>
          <p:cNvPr id="302" name="Rechthoek 301">
            <a:extLst>
              <a:ext uri="{FF2B5EF4-FFF2-40B4-BE49-F238E27FC236}">
                <a16:creationId xmlns:a16="http://schemas.microsoft.com/office/drawing/2014/main" id="{6D9D396F-A278-48DD-2070-DD17DA6E7879}"/>
              </a:ext>
            </a:extLst>
          </p:cNvPr>
          <p:cNvSpPr>
            <a:spLocks/>
          </p:cNvSpPr>
          <p:nvPr userDrawn="1"/>
        </p:nvSpPr>
        <p:spPr>
          <a:xfrm>
            <a:off x="3429585" y="1412874"/>
            <a:ext cx="2619008" cy="2150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548000" rIns="144000" bIns="144000" rtlCol="0" anchor="t" anchorCtr="0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400"/>
              <a:t>Working with text levels</a:t>
            </a:r>
          </a:p>
        </p:txBody>
      </p:sp>
      <p:sp>
        <p:nvSpPr>
          <p:cNvPr id="303" name="Rechthoek 302">
            <a:extLst>
              <a:ext uri="{FF2B5EF4-FFF2-40B4-BE49-F238E27FC236}">
                <a16:creationId xmlns:a16="http://schemas.microsoft.com/office/drawing/2014/main" id="{696FE7B6-543E-94A8-3FAC-D2DCA1D9E282}"/>
              </a:ext>
            </a:extLst>
          </p:cNvPr>
          <p:cNvSpPr>
            <a:spLocks/>
          </p:cNvSpPr>
          <p:nvPr userDrawn="1"/>
        </p:nvSpPr>
        <p:spPr>
          <a:xfrm>
            <a:off x="6140033" y="1412874"/>
            <a:ext cx="2619008" cy="2150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548000" rIns="144000" bIns="144000" rtlCol="0" anchor="t" anchorCtr="0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400"/>
              <a:t>Working with images</a:t>
            </a:r>
          </a:p>
        </p:txBody>
      </p:sp>
      <p:sp>
        <p:nvSpPr>
          <p:cNvPr id="304" name="Rechthoek 303">
            <a:extLst>
              <a:ext uri="{FF2B5EF4-FFF2-40B4-BE49-F238E27FC236}">
                <a16:creationId xmlns:a16="http://schemas.microsoft.com/office/drawing/2014/main" id="{F877680A-0821-F7CD-C5DA-5CF6E3277E96}"/>
              </a:ext>
            </a:extLst>
          </p:cNvPr>
          <p:cNvSpPr>
            <a:spLocks/>
          </p:cNvSpPr>
          <p:nvPr userDrawn="1"/>
        </p:nvSpPr>
        <p:spPr>
          <a:xfrm>
            <a:off x="8850481" y="1412874"/>
            <a:ext cx="2619008" cy="2150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548000" rIns="144000" bIns="144000" rtlCol="0" anchor="t" anchorCtr="0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400"/>
              <a:t>Working with charts</a:t>
            </a:r>
          </a:p>
        </p:txBody>
      </p:sp>
      <p:sp>
        <p:nvSpPr>
          <p:cNvPr id="306" name="Rechthoek 305">
            <a:extLst>
              <a:ext uri="{FF2B5EF4-FFF2-40B4-BE49-F238E27FC236}">
                <a16:creationId xmlns:a16="http://schemas.microsoft.com/office/drawing/2014/main" id="{B8862407-02F8-AE51-72F8-659029B413CA}"/>
              </a:ext>
            </a:extLst>
          </p:cNvPr>
          <p:cNvSpPr>
            <a:spLocks/>
          </p:cNvSpPr>
          <p:nvPr userDrawn="1"/>
        </p:nvSpPr>
        <p:spPr>
          <a:xfrm>
            <a:off x="3429585" y="3654901"/>
            <a:ext cx="2619008" cy="2150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548000" rIns="144000" bIns="144000" rtlCol="0" anchor="t" anchorCtr="0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400"/>
              <a:t>Working with tables</a:t>
            </a:r>
          </a:p>
        </p:txBody>
      </p:sp>
      <p:sp>
        <p:nvSpPr>
          <p:cNvPr id="307" name="Rechthoek 306">
            <a:extLst>
              <a:ext uri="{FF2B5EF4-FFF2-40B4-BE49-F238E27FC236}">
                <a16:creationId xmlns:a16="http://schemas.microsoft.com/office/drawing/2014/main" id="{EF4A0575-2288-F002-2C4B-246848F802F8}"/>
              </a:ext>
            </a:extLst>
          </p:cNvPr>
          <p:cNvSpPr>
            <a:spLocks/>
          </p:cNvSpPr>
          <p:nvPr userDrawn="1"/>
        </p:nvSpPr>
        <p:spPr>
          <a:xfrm>
            <a:off x="6140033" y="3654901"/>
            <a:ext cx="2619008" cy="2150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548000" rIns="144000" bIns="144000" rtlCol="0" anchor="t" anchorCtr="0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400"/>
              <a:t>Working with videos</a:t>
            </a:r>
          </a:p>
        </p:txBody>
      </p:sp>
      <p:sp>
        <p:nvSpPr>
          <p:cNvPr id="308" name="Rechthoek 307">
            <a:extLst>
              <a:ext uri="{FF2B5EF4-FFF2-40B4-BE49-F238E27FC236}">
                <a16:creationId xmlns:a16="http://schemas.microsoft.com/office/drawing/2014/main" id="{5E753735-6A53-0001-0C4B-07F733411DB1}"/>
              </a:ext>
            </a:extLst>
          </p:cNvPr>
          <p:cNvSpPr>
            <a:spLocks/>
          </p:cNvSpPr>
          <p:nvPr userDrawn="1"/>
        </p:nvSpPr>
        <p:spPr>
          <a:xfrm>
            <a:off x="8850481" y="3654901"/>
            <a:ext cx="2619008" cy="2150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548000" rIns="144000" bIns="144000" rtlCol="0" anchor="t" anchorCtr="0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400"/>
              <a:t>Want to know more? </a:t>
            </a:r>
            <a:br>
              <a:rPr lang="en-GB" sz="1400"/>
            </a:br>
            <a:r>
              <a:rPr lang="en-GB" sz="1400"/>
              <a:t>Ask us! </a:t>
            </a:r>
          </a:p>
        </p:txBody>
      </p:sp>
      <p:sp>
        <p:nvSpPr>
          <p:cNvPr id="309" name="Tekstvak 308">
            <a:extLst>
              <a:ext uri="{FF2B5EF4-FFF2-40B4-BE49-F238E27FC236}">
                <a16:creationId xmlns:a16="http://schemas.microsoft.com/office/drawing/2014/main" id="{7699BE50-6295-0EE3-4CC4-BFEF1A217BDA}"/>
              </a:ext>
            </a:extLst>
          </p:cNvPr>
          <p:cNvSpPr txBox="1"/>
          <p:nvPr userDrawn="1"/>
        </p:nvSpPr>
        <p:spPr>
          <a:xfrm>
            <a:off x="1196101" y="2660995"/>
            <a:ext cx="1651820" cy="65482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400"/>
              <a:t>Open this slide </a:t>
            </a:r>
            <a:br>
              <a:rPr lang="en-GB" sz="1400"/>
            </a:br>
            <a:r>
              <a:rPr lang="en-GB" sz="1400"/>
              <a:t>in Slide Show </a:t>
            </a:r>
            <a:br>
              <a:rPr lang="en-GB" sz="1400"/>
            </a:br>
            <a:r>
              <a:rPr lang="en-GB" sz="1400"/>
              <a:t>(Shift + F5)</a:t>
            </a:r>
          </a:p>
        </p:txBody>
      </p:sp>
      <p:sp>
        <p:nvSpPr>
          <p:cNvPr id="310" name="Tekstvak 309">
            <a:extLst>
              <a:ext uri="{FF2B5EF4-FFF2-40B4-BE49-F238E27FC236}">
                <a16:creationId xmlns:a16="http://schemas.microsoft.com/office/drawing/2014/main" id="{C4F63576-9D52-6B16-9DC5-30C6B86AD780}"/>
              </a:ext>
            </a:extLst>
          </p:cNvPr>
          <p:cNvSpPr txBox="1"/>
          <p:nvPr userDrawn="1"/>
        </p:nvSpPr>
        <p:spPr>
          <a:xfrm>
            <a:off x="1196101" y="4630957"/>
            <a:ext cx="1651820" cy="77137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400"/>
              <a:t>Click on one </a:t>
            </a:r>
            <a:br>
              <a:rPr lang="en-GB" sz="1400"/>
            </a:br>
            <a:r>
              <a:rPr lang="en-GB" sz="1400"/>
              <a:t>of the buttons </a:t>
            </a:r>
            <a:br>
              <a:rPr lang="en-GB" sz="1400"/>
            </a:br>
            <a:r>
              <a:rPr lang="en-GB" sz="1400"/>
              <a:t>on the right using your mouse</a:t>
            </a:r>
          </a:p>
        </p:txBody>
      </p:sp>
      <p:pic>
        <p:nvPicPr>
          <p:cNvPr id="312" name="Graphic 311">
            <a:extLst>
              <a:ext uri="{FF2B5EF4-FFF2-40B4-BE49-F238E27FC236}">
                <a16:creationId xmlns:a16="http://schemas.microsoft.com/office/drawing/2014/main" id="{83C9DDC6-C377-C01C-C12F-C39709887C7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10874" y="2065893"/>
            <a:ext cx="422274" cy="422274"/>
          </a:xfrm>
          <a:prstGeom prst="rect">
            <a:avLst/>
          </a:prstGeom>
        </p:spPr>
      </p:pic>
      <p:pic>
        <p:nvPicPr>
          <p:cNvPr id="314" name="Graphic 313">
            <a:extLst>
              <a:ext uri="{FF2B5EF4-FFF2-40B4-BE49-F238E27FC236}">
                <a16:creationId xmlns:a16="http://schemas.microsoft.com/office/drawing/2014/main" id="{F6264D98-DBA4-F096-3C64-82BBF7E7E7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04782" y="4056262"/>
            <a:ext cx="428366" cy="428366"/>
          </a:xfrm>
          <a:prstGeom prst="rect">
            <a:avLst/>
          </a:prstGeom>
        </p:spPr>
      </p:pic>
      <p:pic>
        <p:nvPicPr>
          <p:cNvPr id="316" name="Graphic 315">
            <a:extLst>
              <a:ext uri="{FF2B5EF4-FFF2-40B4-BE49-F238E27FC236}">
                <a16:creationId xmlns:a16="http://schemas.microsoft.com/office/drawing/2014/main" id="{BA02A4B4-D4BC-3A15-2F42-79B3B4900E1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10534" y="2003885"/>
            <a:ext cx="657110" cy="657110"/>
          </a:xfrm>
          <a:prstGeom prst="rect">
            <a:avLst/>
          </a:prstGeom>
        </p:spPr>
      </p:pic>
      <p:pic>
        <p:nvPicPr>
          <p:cNvPr id="318" name="Graphic 317">
            <a:extLst>
              <a:ext uri="{FF2B5EF4-FFF2-40B4-BE49-F238E27FC236}">
                <a16:creationId xmlns:a16="http://schemas.microsoft.com/office/drawing/2014/main" id="{FD6E28B3-2336-CB72-41CB-E4FB745777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93838" y="2114219"/>
            <a:ext cx="511398" cy="511398"/>
          </a:xfrm>
          <a:prstGeom prst="rect">
            <a:avLst/>
          </a:prstGeom>
        </p:spPr>
      </p:pic>
      <p:pic>
        <p:nvPicPr>
          <p:cNvPr id="320" name="Graphic 319">
            <a:extLst>
              <a:ext uri="{FF2B5EF4-FFF2-40B4-BE49-F238E27FC236}">
                <a16:creationId xmlns:a16="http://schemas.microsoft.com/office/drawing/2014/main" id="{9AA0048A-094A-7B0B-9E95-1A991248E29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83390" y="4319130"/>
            <a:ext cx="511397" cy="511397"/>
          </a:xfrm>
          <a:prstGeom prst="rect">
            <a:avLst/>
          </a:prstGeom>
        </p:spPr>
      </p:pic>
      <p:pic>
        <p:nvPicPr>
          <p:cNvPr id="322" name="Graphic 321">
            <a:extLst>
              <a:ext uri="{FF2B5EF4-FFF2-40B4-BE49-F238E27FC236}">
                <a16:creationId xmlns:a16="http://schemas.microsoft.com/office/drawing/2014/main" id="{CD2337D8-F906-C37A-6F65-77EA6C4F8E8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63787" y="4264806"/>
            <a:ext cx="571500" cy="571500"/>
          </a:xfrm>
          <a:prstGeom prst="rect">
            <a:avLst/>
          </a:prstGeom>
        </p:spPr>
      </p:pic>
      <p:pic>
        <p:nvPicPr>
          <p:cNvPr id="324" name="Graphic 323">
            <a:extLst>
              <a:ext uri="{FF2B5EF4-FFF2-40B4-BE49-F238E27FC236}">
                <a16:creationId xmlns:a16="http://schemas.microsoft.com/office/drawing/2014/main" id="{951A37EA-A420-52FC-51B8-29442ECF61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901240" y="2108128"/>
            <a:ext cx="517489" cy="517489"/>
          </a:xfrm>
          <a:prstGeom prst="rect">
            <a:avLst/>
          </a:prstGeom>
        </p:spPr>
      </p:pic>
      <p:pic>
        <p:nvPicPr>
          <p:cNvPr id="326" name="Graphic 325">
            <a:extLst>
              <a:ext uri="{FF2B5EF4-FFF2-40B4-BE49-F238E27FC236}">
                <a16:creationId xmlns:a16="http://schemas.microsoft.com/office/drawing/2014/main" id="{FF573345-59DA-C6F8-0B46-3D1E28CFCE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846917" y="4258715"/>
            <a:ext cx="571812" cy="571812"/>
          </a:xfrm>
          <a:prstGeom prst="rect">
            <a:avLst/>
          </a:prstGeom>
        </p:spPr>
      </p:pic>
      <p:grpSp>
        <p:nvGrpSpPr>
          <p:cNvPr id="327" name="HYPERLINKS KNOPPEN">
            <a:extLst>
              <a:ext uri="{FF2B5EF4-FFF2-40B4-BE49-F238E27FC236}">
                <a16:creationId xmlns:a16="http://schemas.microsoft.com/office/drawing/2014/main" id="{DA73EF69-FD65-768D-9CAA-B6556C71610F}"/>
              </a:ext>
            </a:extLst>
          </p:cNvPr>
          <p:cNvGrpSpPr/>
          <p:nvPr userDrawn="1"/>
        </p:nvGrpSpPr>
        <p:grpSpPr>
          <a:xfrm>
            <a:off x="3427799" y="1423041"/>
            <a:ext cx="8043476" cy="4372276"/>
            <a:chOff x="4304436" y="1956567"/>
            <a:chExt cx="8043476" cy="4372276"/>
          </a:xfrm>
        </p:grpSpPr>
        <p:sp>
          <p:nvSpPr>
            <p:cNvPr id="328" name="HYPERLINK1">
              <a:hlinkClick r:id="rId11"/>
              <a:extLst>
                <a:ext uri="{FF2B5EF4-FFF2-40B4-BE49-F238E27FC236}">
                  <a16:creationId xmlns:a16="http://schemas.microsoft.com/office/drawing/2014/main" id="{975BD621-FDF0-4D76-D854-C2C08724D8D4}"/>
                </a:ext>
              </a:extLst>
            </p:cNvPr>
            <p:cNvSpPr/>
            <p:nvPr userDrawn="1"/>
          </p:nvSpPr>
          <p:spPr>
            <a:xfrm>
              <a:off x="4306220" y="1956567"/>
              <a:ext cx="2619010" cy="2130247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en-GB" sz="1600" cap="all" baseline="0" noProof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29" name="HYPERLINK2">
              <a:hlinkClick r:id="rId12"/>
              <a:extLst>
                <a:ext uri="{FF2B5EF4-FFF2-40B4-BE49-F238E27FC236}">
                  <a16:creationId xmlns:a16="http://schemas.microsoft.com/office/drawing/2014/main" id="{766828C0-0FDC-8248-2318-85E519DE78A6}"/>
                </a:ext>
              </a:extLst>
            </p:cNvPr>
            <p:cNvSpPr/>
            <p:nvPr userDrawn="1"/>
          </p:nvSpPr>
          <p:spPr>
            <a:xfrm>
              <a:off x="7016669" y="1956568"/>
              <a:ext cx="2619010" cy="2130247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en-GB" sz="1600" cap="all" baseline="0" noProof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30" name="HYPERLINK3">
              <a:hlinkClick r:id="rId13"/>
              <a:extLst>
                <a:ext uri="{FF2B5EF4-FFF2-40B4-BE49-F238E27FC236}">
                  <a16:creationId xmlns:a16="http://schemas.microsoft.com/office/drawing/2014/main" id="{E51061DE-B314-3BC9-4A9C-4CDBEDA15902}"/>
                </a:ext>
              </a:extLst>
            </p:cNvPr>
            <p:cNvSpPr/>
            <p:nvPr userDrawn="1"/>
          </p:nvSpPr>
          <p:spPr>
            <a:xfrm>
              <a:off x="9735690" y="1956569"/>
              <a:ext cx="2612222" cy="2130247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en-GB" sz="1600" cap="all" baseline="0" noProof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31" name="HYPERLINK4">
              <a:hlinkClick r:id="rId14"/>
              <a:extLst>
                <a:ext uri="{FF2B5EF4-FFF2-40B4-BE49-F238E27FC236}">
                  <a16:creationId xmlns:a16="http://schemas.microsoft.com/office/drawing/2014/main" id="{1883F9C2-8114-C0AE-A1AC-E1B31A53662D}"/>
                </a:ext>
              </a:extLst>
            </p:cNvPr>
            <p:cNvSpPr/>
            <p:nvPr userDrawn="1"/>
          </p:nvSpPr>
          <p:spPr>
            <a:xfrm>
              <a:off x="4304436" y="4178254"/>
              <a:ext cx="2619008" cy="2130247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en-GB" sz="1600" cap="all" baseline="0" noProof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32" name="HYPERLINK5">
              <a:hlinkClick r:id="rId15"/>
              <a:extLst>
                <a:ext uri="{FF2B5EF4-FFF2-40B4-BE49-F238E27FC236}">
                  <a16:creationId xmlns:a16="http://schemas.microsoft.com/office/drawing/2014/main" id="{076974EE-2E76-7E90-82AB-C972379814FF}"/>
                </a:ext>
              </a:extLst>
            </p:cNvPr>
            <p:cNvSpPr/>
            <p:nvPr userDrawn="1"/>
          </p:nvSpPr>
          <p:spPr>
            <a:xfrm>
              <a:off x="7016670" y="4198596"/>
              <a:ext cx="2619901" cy="2130247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en-GB" sz="1600" cap="all" baseline="0" noProof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33" name="HYPERLINK6">
              <a:hlinkClick r:id="rId16"/>
              <a:extLst>
                <a:ext uri="{FF2B5EF4-FFF2-40B4-BE49-F238E27FC236}">
                  <a16:creationId xmlns:a16="http://schemas.microsoft.com/office/drawing/2014/main" id="{C7552260-058A-EE6D-09A1-47E7CBF62AA2}"/>
                </a:ext>
              </a:extLst>
            </p:cNvPr>
            <p:cNvSpPr/>
            <p:nvPr userDrawn="1"/>
          </p:nvSpPr>
          <p:spPr>
            <a:xfrm>
              <a:off x="9727118" y="4189272"/>
              <a:ext cx="2620794" cy="2130247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en-GB" sz="1600" cap="all" baseline="0" noProof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78344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page horizontal">
    <p:bg>
      <p:bgPr>
        <a:solidFill>
          <a:srgbClr val="2EA3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afbeelding 6">
            <a:extLst>
              <a:ext uri="{FF2B5EF4-FFF2-40B4-BE49-F238E27FC236}">
                <a16:creationId xmlns:a16="http://schemas.microsoft.com/office/drawing/2014/main" id="{8BABD5F6-F629-E2D1-1AED-7BDF9A56847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428997"/>
            <a:ext cx="12192000" cy="3429001"/>
          </a:xfrm>
          <a:custGeom>
            <a:avLst/>
            <a:gdLst>
              <a:gd name="connsiteX0" fmla="*/ 11963399 w 12192000"/>
              <a:gd name="connsiteY0" fmla="*/ 0 h 6859848"/>
              <a:gd name="connsiteX1" fmla="*/ 12192000 w 12192000"/>
              <a:gd name="connsiteY1" fmla="*/ 256 h 6859848"/>
              <a:gd name="connsiteX2" fmla="*/ 12192000 w 12192000"/>
              <a:gd name="connsiteY2" fmla="*/ 6859848 h 6859848"/>
              <a:gd name="connsiteX3" fmla="*/ 0 w 12192000"/>
              <a:gd name="connsiteY3" fmla="*/ 6859848 h 6859848"/>
              <a:gd name="connsiteX4" fmla="*/ 0 w 12192000"/>
              <a:gd name="connsiteY4" fmla="*/ 256 h 6859848"/>
              <a:gd name="connsiteX5" fmla="*/ 9799320 w 12192000"/>
              <a:gd name="connsiteY5" fmla="*/ 255 h 6859848"/>
              <a:gd name="connsiteX6" fmla="*/ 9799320 w 12192000"/>
              <a:gd name="connsiteY6" fmla="*/ 1849 h 6859848"/>
              <a:gd name="connsiteX7" fmla="*/ 11963399 w 12192000"/>
              <a:gd name="connsiteY7" fmla="*/ 1849 h 6859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9848">
                <a:moveTo>
                  <a:pt x="11963399" y="0"/>
                </a:moveTo>
                <a:lnTo>
                  <a:pt x="12192000" y="256"/>
                </a:lnTo>
                <a:lnTo>
                  <a:pt x="12192000" y="6859848"/>
                </a:lnTo>
                <a:lnTo>
                  <a:pt x="0" y="6859848"/>
                </a:lnTo>
                <a:lnTo>
                  <a:pt x="0" y="256"/>
                </a:lnTo>
                <a:lnTo>
                  <a:pt x="9799320" y="255"/>
                </a:lnTo>
                <a:lnTo>
                  <a:pt x="9799320" y="1849"/>
                </a:lnTo>
                <a:lnTo>
                  <a:pt x="11963399" y="18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216000" bIns="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GB" sz="1200" i="1" kern="1200" noProof="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noProof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71DEDF-37F1-4689-8FA1-5E743C7DD6C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138" y="1108075"/>
            <a:ext cx="4976813" cy="1454587"/>
          </a:xfrm>
        </p:spPr>
        <p:txBody>
          <a:bodyPr anchor="t"/>
          <a:lstStyle>
            <a:lvl1pPr algn="l">
              <a:lnSpc>
                <a:spcPct val="8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Presentation title here (max. 4 lines)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EA18CD7-32A7-41E4-9DF7-7259FA2187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94462" y="2562662"/>
            <a:ext cx="4976813" cy="301915"/>
          </a:xfrm>
        </p:spPr>
        <p:txBody>
          <a:bodyPr anchor="b"/>
          <a:lstStyle>
            <a:lvl1pPr marL="0" indent="0" algn="r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Name Speaker | Location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EEA2768-3B92-4FC5-8ED3-7B1C505E87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94462" y="2864577"/>
            <a:ext cx="4976812" cy="301915"/>
          </a:xfrm>
        </p:spPr>
        <p:txBody>
          <a:bodyPr/>
          <a:lstStyle>
            <a:lvl1pPr algn="r">
              <a:defRPr sz="16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F312E544-331C-0F21-CC9F-14019897709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138" y="3221758"/>
            <a:ext cx="2168223" cy="414477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lIns="144000" tIns="36000" rIns="144000" bIns="36000">
            <a:spAutoFit/>
          </a:bodyPr>
          <a:lstStyle>
            <a:lvl1pPr marL="0" indent="0" algn="ctr">
              <a:buNone/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/>
              <a:t>Start presentation</a:t>
            </a:r>
          </a:p>
        </p:txBody>
      </p:sp>
      <p:sp>
        <p:nvSpPr>
          <p:cNvPr id="5" name="Tijdelijke aanduiding voor tekst 8">
            <a:extLst>
              <a:ext uri="{FF2B5EF4-FFF2-40B4-BE49-F238E27FC236}">
                <a16:creationId xmlns:a16="http://schemas.microsoft.com/office/drawing/2014/main" id="{A039C69D-784E-542E-C616-0440708962F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9138" y="333375"/>
            <a:ext cx="991792" cy="252000"/>
          </a:xfrm>
          <a:solidFill>
            <a:schemeClr val="accent3"/>
          </a:solidFill>
        </p:spPr>
        <p:txBody>
          <a:bodyPr wrap="square" lIns="72000" tIns="36000" rIns="72000" bIns="36000" anchor="b">
            <a:sp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Theme name</a:t>
            </a:r>
          </a:p>
        </p:txBody>
      </p:sp>
    </p:spTree>
    <p:extLst>
      <p:ext uri="{BB962C8B-B14F-4D97-AF65-F5344CB8AC3E}">
        <p14:creationId xmlns:p14="http://schemas.microsoft.com/office/powerpoint/2010/main" val="3473768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" grpId="0"/>
      <p:bldP spid="6" grpId="0" animBg="1">
        <p:tmplLst>
          <p:tmpl>
            <p:tnLst>
              <p:par>
                <p:cTn presetID="2" presetClass="entr" presetSubtype="4" decel="100000" fill="hold" nodeType="withEffect">
                  <p:stCondLst>
                    <p:cond delay="1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74302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apter">
    <p:bg>
      <p:bgPr>
        <a:solidFill>
          <a:srgbClr val="E2E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37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1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E726ABC8-1289-BBF0-56A0-C3D4C9D5AEAE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7453752" y="6342684"/>
            <a:ext cx="4015740" cy="162631"/>
          </a:xfrm>
          <a:prstGeom prst="rect">
            <a:avLst/>
          </a:prstGeom>
        </p:spPr>
      </p:pic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219B37A3-82F2-45D5-868F-F00F93F6E7B3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720000" y="720000"/>
            <a:ext cx="10751275" cy="36902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0"/>
              <a:t>Place a title here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61B9A90-182E-49A3-8BF5-04F32288137B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720000" y="1412875"/>
            <a:ext cx="10751275" cy="439333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#1</a:t>
            </a:r>
          </a:p>
          <a:p>
            <a:pPr lvl="2"/>
            <a:r>
              <a:rPr lang="en-GB" noProof="0"/>
              <a:t>Sub-bullet #2</a:t>
            </a:r>
          </a:p>
          <a:p>
            <a:pPr lvl="3"/>
            <a:r>
              <a:rPr lang="en-GB" noProof="0"/>
              <a:t>Text</a:t>
            </a:r>
          </a:p>
          <a:p>
            <a:pPr lvl="4"/>
            <a:r>
              <a:rPr lang="en-GB" noProof="0"/>
              <a:t>Subtitle #1</a:t>
            </a:r>
          </a:p>
          <a:p>
            <a:pPr lvl="5"/>
            <a:r>
              <a:rPr lang="en-GB" noProof="0"/>
              <a:t>Alt. subtitle #2</a:t>
            </a:r>
          </a:p>
          <a:p>
            <a:pPr lvl="6"/>
            <a:r>
              <a:rPr lang="en-GB" noProof="0"/>
              <a:t>Numerical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Source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CC0954C-56F0-4481-AEFC-476FD5516A05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 rot="5400000">
            <a:off x="10380031" y="2110805"/>
            <a:ext cx="2933400" cy="15179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93B2B64-2362-45C8-9E78-5ECAAAF3478D}"/>
              </a:ext>
            </a:extLst>
          </p:cNvPr>
          <p:cNvSpPr>
            <a:spLocks noGrp="1"/>
          </p:cNvSpPr>
          <p:nvPr userDrawn="1">
            <p:ph type="ftr" sz="quarter" idx="3"/>
          </p:nvPr>
        </p:nvSpPr>
        <p:spPr>
          <a:xfrm>
            <a:off x="720000" y="6345237"/>
            <a:ext cx="6733752" cy="153987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549FE6F-67CB-4243-BE03-A9A3C4007850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674090" y="6345238"/>
            <a:ext cx="345281" cy="153987"/>
          </a:xfrm>
          <a:prstGeom prst="rect">
            <a:avLst/>
          </a:prstGeom>
          <a:noFill/>
          <a:ln>
            <a:noFill/>
          </a:ln>
        </p:spPr>
        <p:txBody>
          <a:bodyPr vert="horz" wrap="square" lIns="36000" tIns="36000" rIns="36000" bIns="36000" rtlCol="0" anchor="ctr">
            <a:noAutofit/>
          </a:bodyPr>
          <a:lstStyle>
            <a:lvl1pPr algn="ctr">
              <a:defRPr sz="1000" b="1">
                <a:solidFill>
                  <a:schemeClr val="accent1"/>
                </a:solidFill>
                <a:latin typeface="+mj-lt"/>
              </a:defRPr>
            </a:lvl1pPr>
          </a:lstStyle>
          <a:p>
            <a:fld id="{D7B5DC5B-6873-43DB-ADC7-B15ACCE0DFD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2365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0850" indent="-27305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2"/>
        </a:buClr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28650" indent="-268288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4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000" b="1" kern="1200">
          <a:solidFill>
            <a:schemeClr val="accent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None/>
        <a:defRPr sz="1800" b="1" kern="1200" cap="none" baseline="0">
          <a:solidFill>
            <a:schemeClr val="tx2"/>
          </a:solidFill>
          <a:latin typeface="+mn-lt"/>
          <a:ea typeface="+mn-ea"/>
          <a:cs typeface="+mn-cs"/>
        </a:defRPr>
      </a:lvl6pPr>
      <a:lvl7pPr marL="354013" indent="-354013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+mj-lt"/>
        <a:buAutoNum type="arabicPeriod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536575" indent="-268288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+mj-lt"/>
        <a:buAutoNum type="alphaL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12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None/>
        <a:defRPr sz="1400" i="1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90">
          <p15:clr>
            <a:srgbClr val="F26B43"/>
          </p15:clr>
        </p15:guide>
        <p15:guide id="2" pos="453">
          <p15:clr>
            <a:srgbClr val="F26B43"/>
          </p15:clr>
        </p15:guide>
        <p15:guide id="3" orient="horz" pos="3657">
          <p15:clr>
            <a:srgbClr val="F26B43"/>
          </p15:clr>
        </p15:guide>
        <p15:guide id="4" orient="horz" pos="3997">
          <p15:clr>
            <a:srgbClr val="A4A3A4"/>
          </p15:clr>
        </p15:guide>
        <p15:guide id="5" orient="horz" pos="4094">
          <p15:clr>
            <a:srgbClr val="A4A3A4"/>
          </p15:clr>
        </p15:guide>
        <p15:guide id="6" pos="7226">
          <p15:clr>
            <a:srgbClr val="F26B43"/>
          </p15:clr>
        </p15:guide>
        <p15:guide id="7" orient="horz" pos="686">
          <p15:clr>
            <a:srgbClr val="A4A3A4"/>
          </p15:clr>
        </p15:guide>
        <p15:guide id="9" orient="horz" pos="453">
          <p15:clr>
            <a:srgbClr val="A4A3A4"/>
          </p15:clr>
        </p15:guide>
        <p15:guide id="12">
          <p15:clr>
            <a:srgbClr val="547EBF"/>
          </p15:clr>
        </p15:guide>
        <p15:guide id="13" pos="7680">
          <p15:clr>
            <a:srgbClr val="547EBF"/>
          </p15:clr>
        </p15:guide>
        <p15:guide id="14" orient="horz">
          <p15:clr>
            <a:srgbClr val="547EBF"/>
          </p15:clr>
        </p15:guide>
        <p15:guide id="15" orient="horz" pos="4320">
          <p15:clr>
            <a:srgbClr val="547EBF"/>
          </p15:clr>
        </p15:guide>
        <p15:guide id="16" orient="horz" pos="210">
          <p15:clr>
            <a:srgbClr val="A4A3A4"/>
          </p15:clr>
        </p15:guide>
        <p15:guide id="17" orient="horz" pos="368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7.svg"/><Relationship Id="rId7" Type="http://schemas.openxmlformats.org/officeDocument/2006/relationships/image" Target="../media/image40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39.svg"/><Relationship Id="rId5" Type="http://schemas.openxmlformats.org/officeDocument/2006/relationships/image" Target="../media/image25.png"/><Relationship Id="rId4" Type="http://schemas.openxmlformats.org/officeDocument/2006/relationships/image" Target="../media/image38.svg"/><Relationship Id="rId9" Type="http://schemas.openxmlformats.org/officeDocument/2006/relationships/image" Target="../media/image3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svg"/><Relationship Id="rId7" Type="http://schemas.openxmlformats.org/officeDocument/2006/relationships/image" Target="../media/image48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47.svg"/><Relationship Id="rId5" Type="http://schemas.openxmlformats.org/officeDocument/2006/relationships/image" Target="../media/image46.svg"/><Relationship Id="rId4" Type="http://schemas.openxmlformats.org/officeDocument/2006/relationships/image" Target="../media/image45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svg"/><Relationship Id="rId3" Type="http://schemas.openxmlformats.org/officeDocument/2006/relationships/image" Target="../media/image44.svg"/><Relationship Id="rId7" Type="http://schemas.openxmlformats.org/officeDocument/2006/relationships/image" Target="../media/image48.svg"/><Relationship Id="rId12" Type="http://schemas.openxmlformats.org/officeDocument/2006/relationships/image" Target="../media/image53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47.svg"/><Relationship Id="rId11" Type="http://schemas.openxmlformats.org/officeDocument/2006/relationships/image" Target="../media/image52.svg"/><Relationship Id="rId5" Type="http://schemas.openxmlformats.org/officeDocument/2006/relationships/image" Target="../media/image46.svg"/><Relationship Id="rId10" Type="http://schemas.openxmlformats.org/officeDocument/2006/relationships/image" Target="../media/image51.svg"/><Relationship Id="rId4" Type="http://schemas.openxmlformats.org/officeDocument/2006/relationships/image" Target="../media/image45.svg"/><Relationship Id="rId9" Type="http://schemas.openxmlformats.org/officeDocument/2006/relationships/image" Target="../media/image50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svg"/><Relationship Id="rId7" Type="http://schemas.openxmlformats.org/officeDocument/2006/relationships/image" Target="../media/image48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47.svg"/><Relationship Id="rId11" Type="http://schemas.openxmlformats.org/officeDocument/2006/relationships/image" Target="../media/image57.svg"/><Relationship Id="rId5" Type="http://schemas.openxmlformats.org/officeDocument/2006/relationships/image" Target="../media/image46.svg"/><Relationship Id="rId10" Type="http://schemas.openxmlformats.org/officeDocument/2006/relationships/image" Target="../media/image56.png"/><Relationship Id="rId4" Type="http://schemas.openxmlformats.org/officeDocument/2006/relationships/image" Target="../media/image45.svg"/><Relationship Id="rId9" Type="http://schemas.openxmlformats.org/officeDocument/2006/relationships/image" Target="../media/image55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svg"/><Relationship Id="rId7" Type="http://schemas.openxmlformats.org/officeDocument/2006/relationships/image" Target="../media/image48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47.svg"/><Relationship Id="rId5" Type="http://schemas.openxmlformats.org/officeDocument/2006/relationships/image" Target="../media/image46.svg"/><Relationship Id="rId10" Type="http://schemas.openxmlformats.org/officeDocument/2006/relationships/image" Target="../media/image59.png"/><Relationship Id="rId4" Type="http://schemas.openxmlformats.org/officeDocument/2006/relationships/image" Target="../media/image45.svg"/><Relationship Id="rId9" Type="http://schemas.openxmlformats.org/officeDocument/2006/relationships/image" Target="../media/image58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svg"/><Relationship Id="rId7" Type="http://schemas.openxmlformats.org/officeDocument/2006/relationships/image" Target="../media/image48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47.svg"/><Relationship Id="rId5" Type="http://schemas.openxmlformats.org/officeDocument/2006/relationships/image" Target="../media/image46.svg"/><Relationship Id="rId4" Type="http://schemas.openxmlformats.org/officeDocument/2006/relationships/image" Target="../media/image45.svg"/><Relationship Id="rId9" Type="http://schemas.openxmlformats.org/officeDocument/2006/relationships/image" Target="../media/image6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svg"/><Relationship Id="rId3" Type="http://schemas.openxmlformats.org/officeDocument/2006/relationships/image" Target="../media/image45.svg"/><Relationship Id="rId7" Type="http://schemas.openxmlformats.org/officeDocument/2006/relationships/image" Target="../media/image49.png"/><Relationship Id="rId2" Type="http://schemas.openxmlformats.org/officeDocument/2006/relationships/image" Target="../media/image44.sv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48.svg"/><Relationship Id="rId5" Type="http://schemas.openxmlformats.org/officeDocument/2006/relationships/image" Target="../media/image47.svg"/><Relationship Id="rId4" Type="http://schemas.openxmlformats.org/officeDocument/2006/relationships/image" Target="../media/image46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pypi.org/project/ChaProEV/" TargetMode="External"/><Relationship Id="rId2" Type="http://schemas.openxmlformats.org/officeDocument/2006/relationships/hyperlink" Target="https://github.com/TNO/ChaProEV" TargetMode="Externa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FD361383-EB9C-808B-56D3-2E22714ECC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24050" y="333375"/>
            <a:ext cx="8343900" cy="638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812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6AD76-73F9-6EEF-3193-A0149082A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047" y="722921"/>
            <a:ext cx="10751275" cy="369025"/>
          </a:xfrm>
        </p:spPr>
        <p:txBody>
          <a:bodyPr/>
          <a:lstStyle/>
          <a:p>
            <a:r>
              <a:rPr lang="nl-NL" dirty="0"/>
              <a:t>ChaProEV is a </a:t>
            </a:r>
            <a:r>
              <a:rPr lang="nl-NL" dirty="0" err="1"/>
              <a:t>generic</a:t>
            </a:r>
            <a:r>
              <a:rPr lang="nl-NL" dirty="0"/>
              <a:t> </a:t>
            </a:r>
            <a:r>
              <a:rPr lang="nl-NL" dirty="0" err="1"/>
              <a:t>activity</a:t>
            </a:r>
            <a:r>
              <a:rPr lang="nl-NL" dirty="0"/>
              <a:t>-level model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88CA9B-F58E-1970-C9A4-390EB4F292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7CAA55-F4AC-DE7E-B904-02A2B885728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5" name="Flowchart: Alternate Process 24">
            <a:extLst>
              <a:ext uri="{FF2B5EF4-FFF2-40B4-BE49-F238E27FC236}">
                <a16:creationId xmlns:a16="http://schemas.microsoft.com/office/drawing/2014/main" id="{3ECE3D72-C940-FF63-6EEE-D99CACA24EAE}"/>
              </a:ext>
            </a:extLst>
          </p:cNvPr>
          <p:cNvSpPr/>
          <p:nvPr/>
        </p:nvSpPr>
        <p:spPr>
          <a:xfrm>
            <a:off x="704930" y="3300488"/>
            <a:ext cx="9360000" cy="1368000"/>
          </a:xfrm>
          <a:prstGeom prst="flowChartAlternateProcess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Detailed</a:t>
            </a:r>
            <a:r>
              <a:rPr kumimoji="0" lang="nl-NL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activity-based</a:t>
            </a:r>
            <a:endParaRPr kumimoji="0" lang="nl-NL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S Me Pr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nl-NL" sz="2400" b="1" dirty="0" err="1">
                <a:solidFill>
                  <a:prstClr val="white"/>
                </a:solidFill>
                <a:latin typeface="FS Me Pro"/>
              </a:rPr>
              <a:t>models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S Me Pro"/>
              <a:ea typeface="+mn-ea"/>
              <a:cs typeface="+mn-cs"/>
            </a:endParaRPr>
          </a:p>
        </p:txBody>
      </p:sp>
      <p:sp>
        <p:nvSpPr>
          <p:cNvPr id="27" name="Flowchart: Alternate Process 26">
            <a:extLst>
              <a:ext uri="{FF2B5EF4-FFF2-40B4-BE49-F238E27FC236}">
                <a16:creationId xmlns:a16="http://schemas.microsoft.com/office/drawing/2014/main" id="{51DE379D-AEB9-70EA-3CAE-06FAFB955AF0}"/>
              </a:ext>
            </a:extLst>
          </p:cNvPr>
          <p:cNvSpPr/>
          <p:nvPr/>
        </p:nvSpPr>
        <p:spPr>
          <a:xfrm>
            <a:off x="704930" y="4924647"/>
            <a:ext cx="9360000" cy="1368000"/>
          </a:xfrm>
          <a:prstGeom prst="flowChartAlternateProcess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nl-NL" sz="2400" b="1" dirty="0">
                <a:solidFill>
                  <a:prstClr val="white"/>
                </a:solidFill>
                <a:latin typeface="FS Me Pro"/>
              </a:rPr>
              <a:t>Micro-</a:t>
            </a:r>
            <a:r>
              <a:rPr lang="nl-NL" sz="2400" b="1" dirty="0" err="1">
                <a:solidFill>
                  <a:prstClr val="white"/>
                </a:solidFill>
                <a:latin typeface="FS Me Pro"/>
              </a:rPr>
              <a:t>scale</a:t>
            </a:r>
            <a:endParaRPr lang="nl-NL" sz="2400" b="1" dirty="0">
              <a:solidFill>
                <a:prstClr val="white"/>
              </a:solidFill>
              <a:latin typeface="FS Me Pro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nl-NL" sz="2400" b="1" dirty="0">
                <a:solidFill>
                  <a:prstClr val="white"/>
                </a:solidFill>
                <a:latin typeface="FS Me Pro"/>
              </a:rPr>
              <a:t>agent-</a:t>
            </a:r>
            <a:r>
              <a:rPr lang="nl-NL" sz="2400" b="1" dirty="0" err="1">
                <a:solidFill>
                  <a:prstClr val="white"/>
                </a:solidFill>
                <a:latin typeface="FS Me Pro"/>
              </a:rPr>
              <a:t>based</a:t>
            </a:r>
            <a:endParaRPr lang="nl-NL" sz="2400" b="1" dirty="0">
              <a:solidFill>
                <a:prstClr val="white"/>
              </a:solidFill>
              <a:latin typeface="FS Me Pro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nl-NL" sz="2400" b="1" dirty="0" err="1">
                <a:solidFill>
                  <a:prstClr val="white"/>
                </a:solidFill>
                <a:latin typeface="FS Me Pro"/>
              </a:rPr>
              <a:t>models</a:t>
            </a:r>
            <a:endParaRPr lang="nl-NL" sz="2400" b="1" dirty="0">
              <a:solidFill>
                <a:prstClr val="white"/>
              </a:solidFill>
              <a:latin typeface="FS Me Pro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8AE2051-4958-4273-2407-913B1696AC5A}"/>
              </a:ext>
            </a:extLst>
          </p:cNvPr>
          <p:cNvGrpSpPr/>
          <p:nvPr/>
        </p:nvGrpSpPr>
        <p:grpSpPr>
          <a:xfrm>
            <a:off x="704930" y="1686366"/>
            <a:ext cx="9360000" cy="1368000"/>
            <a:chOff x="684042" y="1686366"/>
            <a:chExt cx="10800000" cy="1368000"/>
          </a:xfrm>
        </p:grpSpPr>
        <p:sp>
          <p:nvSpPr>
            <p:cNvPr id="12" name="Flowchart: Alternate Process 11">
              <a:extLst>
                <a:ext uri="{FF2B5EF4-FFF2-40B4-BE49-F238E27FC236}">
                  <a16:creationId xmlns:a16="http://schemas.microsoft.com/office/drawing/2014/main" id="{CDFE53C1-7B7D-0B55-D7A3-810B0C097CC3}"/>
                </a:ext>
              </a:extLst>
            </p:cNvPr>
            <p:cNvSpPr/>
            <p:nvPr/>
          </p:nvSpPr>
          <p:spPr>
            <a:xfrm>
              <a:off x="684042" y="1686366"/>
              <a:ext cx="10800000" cy="1368000"/>
            </a:xfrm>
            <a:prstGeom prst="flowChartAlternateProcess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endParaRP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6A7D5D6C-90B7-B69E-F2CE-03056BDEF4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9130" y="1794366"/>
              <a:ext cx="1503528" cy="1152000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E437A86-DC2C-FA14-9500-B35A587C4D93}"/>
              </a:ext>
            </a:extLst>
          </p:cNvPr>
          <p:cNvGrpSpPr/>
          <p:nvPr/>
        </p:nvGrpSpPr>
        <p:grpSpPr>
          <a:xfrm>
            <a:off x="6884942" y="1229492"/>
            <a:ext cx="3204000" cy="5040000"/>
            <a:chOff x="6860930" y="1252647"/>
            <a:chExt cx="3204000" cy="5040000"/>
          </a:xfrm>
        </p:grpSpPr>
        <p:sp>
          <p:nvSpPr>
            <p:cNvPr id="11" name="Flowchart: Alternate Process 10">
              <a:extLst>
                <a:ext uri="{FF2B5EF4-FFF2-40B4-BE49-F238E27FC236}">
                  <a16:creationId xmlns:a16="http://schemas.microsoft.com/office/drawing/2014/main" id="{CBAD91F5-74FD-49F3-CCA2-3864CC091755}"/>
                </a:ext>
              </a:extLst>
            </p:cNvPr>
            <p:cNvSpPr/>
            <p:nvPr/>
          </p:nvSpPr>
          <p:spPr>
            <a:xfrm>
              <a:off x="6860930" y="1252647"/>
              <a:ext cx="3204000" cy="5040000"/>
            </a:xfrm>
            <a:prstGeom prst="flowChartAlternateProcess">
              <a:avLst/>
            </a:prstGeom>
            <a:solidFill>
              <a:schemeClr val="accent1">
                <a:alpha val="7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0932563-E056-8219-C326-6F1C148DB96A}"/>
                </a:ext>
              </a:extLst>
            </p:cNvPr>
            <p:cNvSpPr/>
            <p:nvPr/>
          </p:nvSpPr>
          <p:spPr>
            <a:xfrm>
              <a:off x="6873967" y="1252648"/>
              <a:ext cx="3183782" cy="433719"/>
            </a:xfrm>
            <a:custGeom>
              <a:avLst/>
              <a:gdLst>
                <a:gd name="csX0" fmla="*/ 523891 w 3183782"/>
                <a:gd name="csY0" fmla="*/ 0 h 433719"/>
                <a:gd name="csX1" fmla="*/ 2659891 w 3183782"/>
                <a:gd name="csY1" fmla="*/ 0 h 433719"/>
                <a:gd name="csX2" fmla="*/ 3183042 w 3183782"/>
                <a:gd name="csY2" fmla="*/ 426381 h 433719"/>
                <a:gd name="csX3" fmla="*/ 3183782 w 3183782"/>
                <a:gd name="csY3" fmla="*/ 433719 h 433719"/>
                <a:gd name="csX4" fmla="*/ 0 w 3183782"/>
                <a:gd name="csY4" fmla="*/ 433719 h 433719"/>
                <a:gd name="csX5" fmla="*/ 740 w 3183782"/>
                <a:gd name="csY5" fmla="*/ 426381 h 433719"/>
                <a:gd name="csX6" fmla="*/ 523891 w 3183782"/>
                <a:gd name="csY6" fmla="*/ 0 h 4337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83782" h="433719">
                  <a:moveTo>
                    <a:pt x="523891" y="0"/>
                  </a:moveTo>
                  <a:lnTo>
                    <a:pt x="2659891" y="0"/>
                  </a:lnTo>
                  <a:cubicBezTo>
                    <a:pt x="2917946" y="0"/>
                    <a:pt x="3133248" y="183046"/>
                    <a:pt x="3183042" y="426381"/>
                  </a:cubicBezTo>
                  <a:lnTo>
                    <a:pt x="3183782" y="433719"/>
                  </a:lnTo>
                  <a:lnTo>
                    <a:pt x="0" y="433719"/>
                  </a:lnTo>
                  <a:lnTo>
                    <a:pt x="740" y="426381"/>
                  </a:lnTo>
                  <a:cubicBezTo>
                    <a:pt x="50534" y="183046"/>
                    <a:pt x="265836" y="0"/>
                    <a:pt x="5238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6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Usage</a:t>
              </a:r>
              <a:r>
                <a:rPr kumimoji="0" lang="nl-NL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 scope</a:t>
              </a:r>
              <a:endPara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C72250F-EA92-EC96-A9B3-028354512137}"/>
              </a:ext>
            </a:extLst>
          </p:cNvPr>
          <p:cNvGrpSpPr/>
          <p:nvPr/>
        </p:nvGrpSpPr>
        <p:grpSpPr>
          <a:xfrm>
            <a:off x="3486149" y="1255580"/>
            <a:ext cx="3204000" cy="5059047"/>
            <a:chOff x="3486149" y="1255580"/>
            <a:chExt cx="3204000" cy="5059047"/>
          </a:xfrm>
        </p:grpSpPr>
        <p:sp>
          <p:nvSpPr>
            <p:cNvPr id="7" name="Flowchart: Alternate Process 6">
              <a:extLst>
                <a:ext uri="{FF2B5EF4-FFF2-40B4-BE49-F238E27FC236}">
                  <a16:creationId xmlns:a16="http://schemas.microsoft.com/office/drawing/2014/main" id="{33C7BE88-0588-8E19-4672-4FD9A2EFA0AC}"/>
                </a:ext>
              </a:extLst>
            </p:cNvPr>
            <p:cNvSpPr/>
            <p:nvPr/>
          </p:nvSpPr>
          <p:spPr>
            <a:xfrm>
              <a:off x="3486149" y="1274627"/>
              <a:ext cx="3204000" cy="5040000"/>
            </a:xfrm>
            <a:prstGeom prst="flowChartAlternateProcess">
              <a:avLst/>
            </a:prstGeom>
            <a:solidFill>
              <a:schemeClr val="accent1">
                <a:alpha val="7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02E25F8F-003F-36BF-1F1F-FFF0E8C683E5}"/>
                </a:ext>
              </a:extLst>
            </p:cNvPr>
            <p:cNvSpPr/>
            <p:nvPr/>
          </p:nvSpPr>
          <p:spPr>
            <a:xfrm>
              <a:off x="3496215" y="1255580"/>
              <a:ext cx="3183782" cy="433719"/>
            </a:xfrm>
            <a:custGeom>
              <a:avLst/>
              <a:gdLst>
                <a:gd name="csX0" fmla="*/ 523891 w 3183782"/>
                <a:gd name="csY0" fmla="*/ 0 h 433719"/>
                <a:gd name="csX1" fmla="*/ 2659891 w 3183782"/>
                <a:gd name="csY1" fmla="*/ 0 h 433719"/>
                <a:gd name="csX2" fmla="*/ 3183042 w 3183782"/>
                <a:gd name="csY2" fmla="*/ 426381 h 433719"/>
                <a:gd name="csX3" fmla="*/ 3183782 w 3183782"/>
                <a:gd name="csY3" fmla="*/ 433719 h 433719"/>
                <a:gd name="csX4" fmla="*/ 0 w 3183782"/>
                <a:gd name="csY4" fmla="*/ 433719 h 433719"/>
                <a:gd name="csX5" fmla="*/ 740 w 3183782"/>
                <a:gd name="csY5" fmla="*/ 426381 h 433719"/>
                <a:gd name="csX6" fmla="*/ 523891 w 3183782"/>
                <a:gd name="csY6" fmla="*/ 0 h 4337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83782" h="433719">
                  <a:moveTo>
                    <a:pt x="523891" y="0"/>
                  </a:moveTo>
                  <a:lnTo>
                    <a:pt x="2659891" y="0"/>
                  </a:lnTo>
                  <a:cubicBezTo>
                    <a:pt x="2917946" y="0"/>
                    <a:pt x="3133248" y="183046"/>
                    <a:pt x="3183042" y="426381"/>
                  </a:cubicBezTo>
                  <a:lnTo>
                    <a:pt x="3183782" y="433719"/>
                  </a:lnTo>
                  <a:lnTo>
                    <a:pt x="0" y="433719"/>
                  </a:lnTo>
                  <a:lnTo>
                    <a:pt x="740" y="426381"/>
                  </a:lnTo>
                  <a:cubicBezTo>
                    <a:pt x="50534" y="183046"/>
                    <a:pt x="265836" y="0"/>
                    <a:pt x="5238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Detail level</a:t>
              </a:r>
              <a:endPara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endParaRPr>
            </a:p>
          </p:txBody>
        </p:sp>
      </p:grpSp>
      <p:sp>
        <p:nvSpPr>
          <p:cNvPr id="42" name="Right Brace 41">
            <a:extLst>
              <a:ext uri="{FF2B5EF4-FFF2-40B4-BE49-F238E27FC236}">
                <a16:creationId xmlns:a16="http://schemas.microsoft.com/office/drawing/2014/main" id="{8A89B3EC-CBC5-28C2-7910-28AC9510ADA6}"/>
              </a:ext>
            </a:extLst>
          </p:cNvPr>
          <p:cNvSpPr/>
          <p:nvPr/>
        </p:nvSpPr>
        <p:spPr>
          <a:xfrm>
            <a:off x="10141931" y="1705709"/>
            <a:ext cx="720000" cy="4572000"/>
          </a:xfrm>
          <a:prstGeom prst="rightBrace">
            <a:avLst/>
          </a:prstGeom>
          <a:ln w="762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30A"/>
              </a:solidFill>
              <a:effectLst/>
              <a:uLnTx/>
              <a:uFillTx/>
              <a:latin typeface="FS Me Pro"/>
              <a:ea typeface="+mn-ea"/>
              <a:cs typeface="+mn-cs"/>
            </a:endParaRPr>
          </a:p>
        </p:txBody>
      </p:sp>
      <p:sp>
        <p:nvSpPr>
          <p:cNvPr id="43" name="Flowchart: Alternate Process 42">
            <a:extLst>
              <a:ext uri="{FF2B5EF4-FFF2-40B4-BE49-F238E27FC236}">
                <a16:creationId xmlns:a16="http://schemas.microsoft.com/office/drawing/2014/main" id="{C0626E58-D69E-4636-A265-24364C8C7B00}"/>
              </a:ext>
            </a:extLst>
          </p:cNvPr>
          <p:cNvSpPr/>
          <p:nvPr/>
        </p:nvSpPr>
        <p:spPr>
          <a:xfrm>
            <a:off x="10909955" y="3349864"/>
            <a:ext cx="1188000" cy="1296000"/>
          </a:xfrm>
          <a:prstGeom prst="flowChartAlternateProcess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44000" rIns="0" bIns="144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6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Coordinate</a:t>
            </a:r>
            <a:r>
              <a:rPr kumimoji="0" lang="nl-NL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 </a:t>
            </a:r>
            <a:r>
              <a:rPr kumimoji="0" lang="nl-NL" sz="16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methods</a:t>
            </a:r>
            <a:r>
              <a:rPr kumimoji="0" lang="nl-NL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 </a:t>
            </a:r>
            <a:r>
              <a:rPr kumimoji="0" lang="nl-NL" sz="16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and</a:t>
            </a:r>
            <a:r>
              <a:rPr kumimoji="0" lang="nl-NL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 </a:t>
            </a:r>
            <a:r>
              <a:rPr kumimoji="0" lang="nl-NL" sz="16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defintions</a:t>
            </a:r>
            <a:endParaRPr kumimoji="0" lang="en-GB" sz="1600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S Me Pro"/>
              <a:ea typeface="+mn-ea"/>
              <a:cs typeface="+mn-cs"/>
            </a:endParaRPr>
          </a:p>
        </p:txBody>
      </p:sp>
      <p:sp>
        <p:nvSpPr>
          <p:cNvPr id="48" name="Flowchart: Alternate Process 47">
            <a:extLst>
              <a:ext uri="{FF2B5EF4-FFF2-40B4-BE49-F238E27FC236}">
                <a16:creationId xmlns:a16="http://schemas.microsoft.com/office/drawing/2014/main" id="{9B27CC79-264A-6DF6-E619-D50F2C05E48D}"/>
              </a:ext>
            </a:extLst>
          </p:cNvPr>
          <p:cNvSpPr/>
          <p:nvPr/>
        </p:nvSpPr>
        <p:spPr>
          <a:xfrm>
            <a:off x="4005000" y="1755241"/>
            <a:ext cx="2160000" cy="1224000"/>
          </a:xfrm>
          <a:prstGeom prst="flowChartAlternateProcess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44000" rIns="0" bIns="144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Generic </a:t>
            </a:r>
            <a:r>
              <a:rPr kumimoji="0" lang="nl-NL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activity</a:t>
            </a:r>
            <a:r>
              <a:rPr kumimoji="0" lang="nl-NL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 level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S Me Pro"/>
              <a:ea typeface="+mn-ea"/>
              <a:cs typeface="+mn-cs"/>
            </a:endParaRPr>
          </a:p>
        </p:txBody>
      </p:sp>
      <p:sp>
        <p:nvSpPr>
          <p:cNvPr id="50" name="Flowchart: Alternate Process 49">
            <a:extLst>
              <a:ext uri="{FF2B5EF4-FFF2-40B4-BE49-F238E27FC236}">
                <a16:creationId xmlns:a16="http://schemas.microsoft.com/office/drawing/2014/main" id="{84688BB4-20BA-CEAA-190D-CBE57A528347}"/>
              </a:ext>
            </a:extLst>
          </p:cNvPr>
          <p:cNvSpPr/>
          <p:nvPr/>
        </p:nvSpPr>
        <p:spPr>
          <a:xfrm>
            <a:off x="7392994" y="1755241"/>
            <a:ext cx="2160000" cy="1224000"/>
          </a:xfrm>
          <a:prstGeom prst="flowChartAlternateProcess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44000" rIns="0" bIns="144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National/EU:</a:t>
            </a:r>
          </a:p>
          <a:p>
            <a:pPr marL="285750" marR="0" lvl="0" indent="-285750" algn="ctr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Char char="-"/>
              <a:tabLst/>
              <a:defRPr/>
            </a:pPr>
            <a:r>
              <a:rPr kumimoji="0" lang="nl-NL" sz="14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Explain</a:t>
            </a:r>
            <a:r>
              <a:rPr kumimoji="0" lang="nl-NL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 </a:t>
            </a:r>
            <a:r>
              <a:rPr kumimoji="0" lang="nl-NL" sz="14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to</a:t>
            </a:r>
            <a:r>
              <a:rPr kumimoji="0" lang="nl-NL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 stakeholders</a:t>
            </a:r>
          </a:p>
          <a:p>
            <a:pPr marL="285750" marR="0" lvl="0" indent="-285750" algn="ctr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Char char="-"/>
              <a:tabLst/>
              <a:defRPr/>
            </a:pPr>
            <a:r>
              <a:rPr kumimoji="0" lang="nl-NL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Input </a:t>
            </a:r>
            <a:r>
              <a:rPr kumimoji="0" lang="nl-NL" sz="14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to</a:t>
            </a:r>
            <a:r>
              <a:rPr kumimoji="0" lang="nl-NL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 energy system </a:t>
            </a:r>
            <a:r>
              <a:rPr kumimoji="0" lang="nl-NL" sz="14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models</a:t>
            </a:r>
            <a:endParaRPr kumimoji="0" lang="en-GB" sz="1400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S Me Pro"/>
              <a:ea typeface="+mn-ea"/>
              <a:cs typeface="+mn-cs"/>
            </a:endParaRPr>
          </a:p>
        </p:txBody>
      </p:sp>
      <p:sp>
        <p:nvSpPr>
          <p:cNvPr id="52" name="Flowchart: Alternate Process 51">
            <a:extLst>
              <a:ext uri="{FF2B5EF4-FFF2-40B4-BE49-F238E27FC236}">
                <a16:creationId xmlns:a16="http://schemas.microsoft.com/office/drawing/2014/main" id="{8BD0D9D0-3EA1-11C4-F219-B3D3629AC8A2}"/>
              </a:ext>
            </a:extLst>
          </p:cNvPr>
          <p:cNvSpPr/>
          <p:nvPr/>
        </p:nvSpPr>
        <p:spPr>
          <a:xfrm>
            <a:off x="4005000" y="3362774"/>
            <a:ext cx="2160000" cy="1224000"/>
          </a:xfrm>
          <a:prstGeom prst="flowChartAlternateProcess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44000" rIns="0" bIns="144000"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4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Specific</a:t>
            </a:r>
            <a:r>
              <a:rPr kumimoji="0" lang="nl-NL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 </a:t>
            </a:r>
            <a:r>
              <a:rPr kumimoji="0" lang="nl-NL" sz="14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activity</a:t>
            </a:r>
            <a:r>
              <a:rPr kumimoji="0" lang="nl-NL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 level </a:t>
            </a:r>
            <a:r>
              <a:rPr kumimoji="0" lang="nl-NL" sz="14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for</a:t>
            </a:r>
            <a:r>
              <a:rPr kumimoji="0" lang="nl-NL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 </a:t>
            </a:r>
            <a:r>
              <a:rPr kumimoji="0" lang="nl-NL" sz="14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neighbourhoods</a:t>
            </a:r>
            <a:endParaRPr kumimoji="0" lang="en-GB" sz="1400" b="1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S Me Pro"/>
              <a:ea typeface="+mn-ea"/>
              <a:cs typeface="+mn-cs"/>
            </a:endParaRPr>
          </a:p>
        </p:txBody>
      </p:sp>
      <p:sp>
        <p:nvSpPr>
          <p:cNvPr id="54" name="Flowchart: Alternate Process 53">
            <a:extLst>
              <a:ext uri="{FF2B5EF4-FFF2-40B4-BE49-F238E27FC236}">
                <a16:creationId xmlns:a16="http://schemas.microsoft.com/office/drawing/2014/main" id="{D2154D25-4B2F-23EF-03EF-7CF7FB226662}"/>
              </a:ext>
            </a:extLst>
          </p:cNvPr>
          <p:cNvSpPr/>
          <p:nvPr/>
        </p:nvSpPr>
        <p:spPr>
          <a:xfrm>
            <a:off x="7392994" y="3362774"/>
            <a:ext cx="2160000" cy="1224000"/>
          </a:xfrm>
          <a:prstGeom prst="flowChartAlternateProcess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44000" rIns="0" bIns="144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4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Local</a:t>
            </a:r>
            <a:r>
              <a:rPr kumimoji="0" lang="nl-NL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/</a:t>
            </a:r>
            <a:r>
              <a:rPr kumimoji="0" lang="nl-NL" sz="14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municipal</a:t>
            </a:r>
            <a:endParaRPr kumimoji="0" lang="nl-NL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S Me Pro"/>
              <a:ea typeface="+mn-ea"/>
              <a:cs typeface="+mn-cs"/>
            </a:endParaRPr>
          </a:p>
          <a:p>
            <a:pPr marL="285750" marR="0" lvl="0" indent="-285750" algn="ctr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Char char="-"/>
              <a:tabLst/>
              <a:defRPr/>
            </a:pPr>
            <a:r>
              <a:rPr kumimoji="0" lang="nl-NL" sz="14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Advice</a:t>
            </a:r>
            <a:r>
              <a:rPr kumimoji="0" lang="nl-NL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 </a:t>
            </a:r>
            <a:r>
              <a:rPr kumimoji="0" lang="nl-NL" sz="14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to</a:t>
            </a:r>
            <a:r>
              <a:rPr kumimoji="0" lang="nl-NL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 policy makers</a:t>
            </a:r>
          </a:p>
          <a:p>
            <a:pPr marL="285750" marR="0" lvl="0" indent="-285750" algn="ctr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Char char="-"/>
              <a:tabLst/>
              <a:defRPr/>
            </a:pPr>
            <a:r>
              <a:rPr kumimoji="0" lang="nl-NL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Show impact at neighbourhood level</a:t>
            </a:r>
            <a:endParaRPr kumimoji="0" lang="en-GB" sz="1400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S Me Pro"/>
              <a:ea typeface="+mn-ea"/>
              <a:cs typeface="+mn-cs"/>
            </a:endParaRPr>
          </a:p>
        </p:txBody>
      </p:sp>
      <p:sp>
        <p:nvSpPr>
          <p:cNvPr id="56" name="Flowchart: Alternate Process 55">
            <a:extLst>
              <a:ext uri="{FF2B5EF4-FFF2-40B4-BE49-F238E27FC236}">
                <a16:creationId xmlns:a16="http://schemas.microsoft.com/office/drawing/2014/main" id="{B8704F52-3AEA-09CA-0264-F39938463C2F}"/>
              </a:ext>
            </a:extLst>
          </p:cNvPr>
          <p:cNvSpPr/>
          <p:nvPr/>
        </p:nvSpPr>
        <p:spPr>
          <a:xfrm>
            <a:off x="4005000" y="4998163"/>
            <a:ext cx="2160000" cy="1224000"/>
          </a:xfrm>
          <a:prstGeom prst="flowChartAlternateProcess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44000" rIns="0" bIns="144000"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4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Detailed</a:t>
            </a:r>
            <a:r>
              <a:rPr kumimoji="0" lang="nl-NL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 </a:t>
            </a:r>
            <a:r>
              <a:rPr kumimoji="0" lang="nl-NL" sz="14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agentic</a:t>
            </a:r>
            <a:r>
              <a:rPr kumimoji="0" lang="nl-NL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 </a:t>
            </a:r>
            <a:r>
              <a:rPr kumimoji="0" lang="nl-NL" sz="14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behaviour</a:t>
            </a:r>
            <a:r>
              <a:rPr kumimoji="0" lang="nl-NL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 at </a:t>
            </a:r>
            <a:r>
              <a:rPr kumimoji="0" lang="nl-NL" sz="14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individual</a:t>
            </a:r>
            <a:r>
              <a:rPr kumimoji="0" lang="nl-NL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 level</a:t>
            </a:r>
            <a:endParaRPr kumimoji="0" lang="en-GB" sz="1400" b="1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S Me Pro"/>
              <a:ea typeface="+mn-ea"/>
              <a:cs typeface="+mn-cs"/>
            </a:endParaRPr>
          </a:p>
        </p:txBody>
      </p:sp>
      <p:sp>
        <p:nvSpPr>
          <p:cNvPr id="58" name="Flowchart: Alternate Process 57">
            <a:extLst>
              <a:ext uri="{FF2B5EF4-FFF2-40B4-BE49-F238E27FC236}">
                <a16:creationId xmlns:a16="http://schemas.microsoft.com/office/drawing/2014/main" id="{4E2EAAF2-A996-6E9A-F06F-3A179F86FDB6}"/>
              </a:ext>
            </a:extLst>
          </p:cNvPr>
          <p:cNvSpPr/>
          <p:nvPr/>
        </p:nvSpPr>
        <p:spPr>
          <a:xfrm>
            <a:off x="7392994" y="4993352"/>
            <a:ext cx="2160000" cy="1224000"/>
          </a:xfrm>
          <a:prstGeom prst="flowChartAlternateProcess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44000" rIns="0" bIns="144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4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Local</a:t>
            </a:r>
            <a:r>
              <a:rPr kumimoji="0" lang="nl-NL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 </a:t>
            </a:r>
            <a:r>
              <a:rPr kumimoji="0" lang="nl-NL" sz="14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and</a:t>
            </a:r>
            <a:r>
              <a:rPr kumimoji="0" lang="nl-NL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 </a:t>
            </a:r>
            <a:r>
              <a:rPr kumimoji="0" lang="nl-NL" sz="14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global</a:t>
            </a:r>
            <a:r>
              <a:rPr kumimoji="0" lang="nl-NL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:</a:t>
            </a:r>
          </a:p>
          <a:p>
            <a:pPr marL="285750" marR="0" lvl="0" indent="-285750" algn="ctr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Char char="-"/>
              <a:tabLst/>
              <a:defRPr/>
            </a:pPr>
            <a:r>
              <a:rPr kumimoji="0" lang="nl-NL" sz="14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Identify</a:t>
            </a:r>
            <a:r>
              <a:rPr kumimoji="0" lang="nl-NL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 emergent </a:t>
            </a:r>
            <a:r>
              <a:rPr kumimoji="0" lang="nl-NL" sz="14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behaviours</a:t>
            </a:r>
            <a:endParaRPr kumimoji="0" lang="nl-NL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S Me Pro"/>
              <a:ea typeface="+mn-ea"/>
              <a:cs typeface="+mn-cs"/>
            </a:endParaRPr>
          </a:p>
          <a:p>
            <a:pPr marL="285750" marR="0" lvl="0" indent="-285750" algn="ctr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Char char="-"/>
              <a:tabLst/>
              <a:defRPr/>
            </a:pPr>
            <a:r>
              <a:rPr kumimoji="0" lang="nl-NL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Support </a:t>
            </a:r>
            <a:r>
              <a:rPr kumimoji="0" lang="nl-NL" sz="14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cost-effective</a:t>
            </a:r>
            <a:r>
              <a:rPr kumimoji="0" lang="nl-NL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 </a:t>
            </a:r>
            <a:r>
              <a:rPr kumimoji="0" lang="nl-NL" sz="14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decision</a:t>
            </a:r>
            <a:r>
              <a:rPr kumimoji="0" lang="nl-NL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-making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S Me Pro"/>
              <a:ea typeface="+mn-ea"/>
              <a:cs typeface="+mn-cs"/>
            </a:endParaRP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99F99F98-9D9B-706A-BD1F-AA4220184EBB}"/>
              </a:ext>
            </a:extLst>
          </p:cNvPr>
          <p:cNvSpPr/>
          <p:nvPr/>
        </p:nvSpPr>
        <p:spPr>
          <a:xfrm>
            <a:off x="10613107" y="4778298"/>
            <a:ext cx="1542799" cy="1027190"/>
          </a:xfrm>
          <a:prstGeom prst="wedgeRoundRectCallout">
            <a:avLst>
              <a:gd name="adj1" fmla="val -171485"/>
              <a:gd name="adj2" fmla="val -18677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44000" rIns="0" bIns="144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Uses micro-level </a:t>
            </a:r>
            <a:r>
              <a:rPr kumimoji="0" lang="nl-NL" sz="14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models</a:t>
            </a:r>
            <a:r>
              <a:rPr kumimoji="0" lang="nl-NL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 </a:t>
            </a:r>
            <a:r>
              <a:rPr kumimoji="0" lang="nl-NL" sz="14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and</a:t>
            </a:r>
            <a:r>
              <a:rPr kumimoji="0" lang="nl-NL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 zoom out/</a:t>
            </a:r>
            <a:r>
              <a:rPr kumimoji="0" lang="nl-NL" sz="14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aggregate</a:t>
            </a:r>
            <a:r>
              <a:rPr kumimoji="0" lang="nl-NL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 </a:t>
            </a:r>
            <a:r>
              <a:rPr kumimoji="0" lang="nl-NL" sz="14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to</a:t>
            </a:r>
            <a:r>
              <a:rPr kumimoji="0" lang="nl-NL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 </a:t>
            </a:r>
            <a:r>
              <a:rPr kumimoji="0" lang="nl-NL" sz="14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the</a:t>
            </a:r>
            <a:r>
              <a:rPr kumimoji="0" lang="nl-NL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 </a:t>
            </a:r>
            <a:r>
              <a:rPr kumimoji="0" lang="nl-NL" sz="14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city</a:t>
            </a:r>
            <a:r>
              <a:rPr kumimoji="0" lang="nl-NL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 level</a:t>
            </a:r>
            <a:endParaRPr kumimoji="0" lang="en-GB" sz="1400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S Me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9391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EE07D-6E7E-11E2-57D0-E420F3579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Structure of ChaProEV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3E586-1DD4-A4AF-1224-ECA3151779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AD3584-0D34-5CF6-B06E-45B4E60B86C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3A5EEE-3FD2-829D-B9D7-E0F9AE449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605" y="1278444"/>
            <a:ext cx="8907045" cy="4925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76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B39E9-18E2-A0CA-807E-C8A2E69F0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DDC0D14-97EB-5DC3-4FC0-9BFE2ACCA3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836" y="186631"/>
            <a:ext cx="9797121" cy="6163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032123"/>
      </p:ext>
    </p:extLst>
  </p:cSld>
  <p:clrMapOvr>
    <a:masterClrMapping/>
  </p:clrMapOvr>
  <p:transition spd="slow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2254B-637D-5F44-60CB-77334DA3C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959584C0-64A9-D956-8D70-0B5B96FE35BA}"/>
              </a:ext>
            </a:extLst>
          </p:cNvPr>
          <p:cNvSpPr/>
          <p:nvPr/>
        </p:nvSpPr>
        <p:spPr>
          <a:xfrm>
            <a:off x="888785" y="279762"/>
            <a:ext cx="9717331" cy="6085010"/>
          </a:xfrm>
          <a:prstGeom prst="round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>
                <a:ln>
                  <a:noFill/>
                </a:ln>
                <a:solidFill>
                  <a:srgbClr val="002484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Legs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B3D721D-38D8-EF30-768A-13A5F52EA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8813" y="1035412"/>
            <a:ext cx="3753023" cy="128027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DCF62F4-B360-6D7A-05AD-092C210C41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8813" y="2343141"/>
            <a:ext cx="3742049" cy="128027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686FAF5-450B-CB76-03C7-751A53427E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8813" y="3650870"/>
            <a:ext cx="3753023" cy="128027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7C61B76-F7CA-7290-BD4A-4501AA016A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8813" y="4958600"/>
            <a:ext cx="3753023" cy="1280271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CA7CC2D2-0544-7596-5785-1E47D8925CE3}"/>
              </a:ext>
            </a:extLst>
          </p:cNvPr>
          <p:cNvGrpSpPr/>
          <p:nvPr/>
        </p:nvGrpSpPr>
        <p:grpSpPr>
          <a:xfrm>
            <a:off x="6333065" y="1039808"/>
            <a:ext cx="3753023" cy="5203459"/>
            <a:chOff x="5260923" y="1089025"/>
            <a:chExt cx="3753023" cy="5203459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D49E0C81-E65F-9693-E504-E6E2061DFAA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260923" y="1089025"/>
              <a:ext cx="3753023" cy="1280271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19522408-EB68-8B6A-7BBE-3B300F3349E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260923" y="2396754"/>
              <a:ext cx="3742049" cy="1280271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36AAD51A-B930-E3C3-B481-4E32BB2990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260923" y="3704483"/>
              <a:ext cx="3753023" cy="1280271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7B6169E4-4B04-3E15-256E-56A5FAE9A3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260923" y="5012213"/>
              <a:ext cx="3753023" cy="12802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60209048"/>
      </p:ext>
    </p:extLst>
  </p:cSld>
  <p:clrMapOvr>
    <a:masterClrMapping/>
  </p:clrMapOvr>
  <p:transition spd="slow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7CD71-B707-7C26-AB97-D5A1A4861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roup 132">
            <a:extLst>
              <a:ext uri="{FF2B5EF4-FFF2-40B4-BE49-F238E27FC236}">
                <a16:creationId xmlns:a16="http://schemas.microsoft.com/office/drawing/2014/main" id="{D00F40DC-9D3F-B9CA-AA39-2DD6A7BA1983}"/>
              </a:ext>
            </a:extLst>
          </p:cNvPr>
          <p:cNvGrpSpPr/>
          <p:nvPr/>
        </p:nvGrpSpPr>
        <p:grpSpPr>
          <a:xfrm>
            <a:off x="1112930" y="333375"/>
            <a:ext cx="9717331" cy="6085010"/>
            <a:chOff x="152035" y="376541"/>
            <a:chExt cx="9717331" cy="6085010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57EBD92B-28CE-8CF6-46E5-7C182F56C407}"/>
                </a:ext>
              </a:extLst>
            </p:cNvPr>
            <p:cNvSpPr/>
            <p:nvPr/>
          </p:nvSpPr>
          <p:spPr>
            <a:xfrm>
              <a:off x="152035" y="376541"/>
              <a:ext cx="9717331" cy="6085010"/>
            </a:xfrm>
            <a:prstGeom prst="roundRect">
              <a:avLst/>
            </a:prstGeom>
            <a:noFill/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400" b="1" i="0" u="none" strike="noStrike" kern="1200" cap="none" spc="0" normalizeH="0" baseline="0" noProof="0">
                  <a:ln>
                    <a:noFill/>
                  </a:ln>
                  <a:solidFill>
                    <a:srgbClr val="002484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Trips</a:t>
              </a:r>
            </a:p>
          </p:txBody>
        </p: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24FEDB2D-91AB-1E31-3E16-EB53D9029311}"/>
                </a:ext>
              </a:extLst>
            </p:cNvPr>
            <p:cNvGrpSpPr/>
            <p:nvPr/>
          </p:nvGrpSpPr>
          <p:grpSpPr>
            <a:xfrm>
              <a:off x="310074" y="1306469"/>
              <a:ext cx="9401252" cy="1680198"/>
              <a:chOff x="310074" y="1306469"/>
              <a:chExt cx="9401252" cy="1680198"/>
            </a:xfrm>
          </p:grpSpPr>
          <p:grpSp>
            <p:nvGrpSpPr>
              <p:cNvPr id="130" name="Group 129">
                <a:extLst>
                  <a:ext uri="{FF2B5EF4-FFF2-40B4-BE49-F238E27FC236}">
                    <a16:creationId xmlns:a16="http://schemas.microsoft.com/office/drawing/2014/main" id="{52E8EB04-BCAE-18AD-4677-F595216B6808}"/>
                  </a:ext>
                </a:extLst>
              </p:cNvPr>
              <p:cNvGrpSpPr/>
              <p:nvPr/>
            </p:nvGrpSpPr>
            <p:grpSpPr>
              <a:xfrm>
                <a:off x="310074" y="1306469"/>
                <a:ext cx="2212796" cy="1680198"/>
                <a:chOff x="310074" y="1306469"/>
                <a:chExt cx="2212796" cy="1680198"/>
              </a:xfrm>
            </p:grpSpPr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07C4C7E4-03A4-C284-238B-EEDC6205792D}"/>
                    </a:ext>
                  </a:extLst>
                </p:cNvPr>
                <p:cNvSpPr txBox="1"/>
                <p:nvPr/>
              </p:nvSpPr>
              <p:spPr>
                <a:xfrm>
                  <a:off x="519657" y="1306469"/>
                  <a:ext cx="1793630" cy="25082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30A"/>
                      </a:solidFill>
                      <a:effectLst/>
                      <a:uLnTx/>
                      <a:uFillTx/>
                      <a:latin typeface="FS Me Pro"/>
                      <a:ea typeface="+mn-ea"/>
                      <a:cs typeface="+mn-cs"/>
                    </a:rPr>
                    <a:t>Commute to work</a:t>
                  </a:r>
                </a:p>
              </p:txBody>
            </p:sp>
            <p:pic>
              <p:nvPicPr>
                <p:cNvPr id="13" name="Picture 12">
                  <a:extLst>
                    <a:ext uri="{FF2B5EF4-FFF2-40B4-BE49-F238E27FC236}">
                      <a16:creationId xmlns:a16="http://schemas.microsoft.com/office/drawing/2014/main" id="{74721DCB-90BD-8054-98E3-68401B941DE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10074" y="1594951"/>
                  <a:ext cx="2212796" cy="1391716"/>
                </a:xfrm>
                <a:prstGeom prst="rect">
                  <a:avLst/>
                </a:prstGeom>
              </p:spPr>
            </p:pic>
          </p:grpSp>
          <p:grpSp>
            <p:nvGrpSpPr>
              <p:cNvPr id="129" name="Group 128">
                <a:extLst>
                  <a:ext uri="{FF2B5EF4-FFF2-40B4-BE49-F238E27FC236}">
                    <a16:creationId xmlns:a16="http://schemas.microsoft.com/office/drawing/2014/main" id="{62F29BE5-6BD1-210E-A630-82D4880CA1D8}"/>
                  </a:ext>
                </a:extLst>
              </p:cNvPr>
              <p:cNvGrpSpPr/>
              <p:nvPr/>
            </p:nvGrpSpPr>
            <p:grpSpPr>
              <a:xfrm>
                <a:off x="2706226" y="1306469"/>
                <a:ext cx="2212796" cy="1680198"/>
                <a:chOff x="2717906" y="1306469"/>
                <a:chExt cx="2212796" cy="1680198"/>
              </a:xfrm>
            </p:grpSpPr>
            <p:pic>
              <p:nvPicPr>
                <p:cNvPr id="30" name="Picture 29">
                  <a:extLst>
                    <a:ext uri="{FF2B5EF4-FFF2-40B4-BE49-F238E27FC236}">
                      <a16:creationId xmlns:a16="http://schemas.microsoft.com/office/drawing/2014/main" id="{D6DCDD5D-434C-0172-BDA4-78B6A5E761D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717906" y="1594951"/>
                  <a:ext cx="2212796" cy="1391716"/>
                </a:xfrm>
                <a:prstGeom prst="rect">
                  <a:avLst/>
                </a:prstGeom>
              </p:spPr>
            </p:pic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2D6FF1E4-9004-BBE5-868F-8A530F4DB5FE}"/>
                    </a:ext>
                  </a:extLst>
                </p:cNvPr>
                <p:cNvSpPr txBox="1"/>
                <p:nvPr/>
              </p:nvSpPr>
              <p:spPr>
                <a:xfrm>
                  <a:off x="2717906" y="1306469"/>
                  <a:ext cx="2212796" cy="25082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30A"/>
                      </a:solidFill>
                      <a:effectLst/>
                      <a:uLnTx/>
                      <a:uFillTx/>
                      <a:latin typeface="FS Me Pro"/>
                      <a:ea typeface="+mn-ea"/>
                      <a:cs typeface="+mn-cs"/>
                    </a:rPr>
                    <a:t>Commute to work and leisure</a:t>
                  </a:r>
                </a:p>
              </p:txBody>
            </p:sp>
          </p:grpSp>
          <p:grpSp>
            <p:nvGrpSpPr>
              <p:cNvPr id="128" name="Group 127">
                <a:extLst>
                  <a:ext uri="{FF2B5EF4-FFF2-40B4-BE49-F238E27FC236}">
                    <a16:creationId xmlns:a16="http://schemas.microsoft.com/office/drawing/2014/main" id="{A6315ED2-3C78-8436-42B6-439C71F83DD3}"/>
                  </a:ext>
                </a:extLst>
              </p:cNvPr>
              <p:cNvGrpSpPr/>
              <p:nvPr/>
            </p:nvGrpSpPr>
            <p:grpSpPr>
              <a:xfrm>
                <a:off x="5102378" y="1306469"/>
                <a:ext cx="2212796" cy="1680198"/>
                <a:chOff x="5102378" y="1306469"/>
                <a:chExt cx="2212796" cy="1680198"/>
              </a:xfrm>
            </p:grpSpPr>
            <p:pic>
              <p:nvPicPr>
                <p:cNvPr id="109" name="Picture 108">
                  <a:extLst>
                    <a:ext uri="{FF2B5EF4-FFF2-40B4-BE49-F238E27FC236}">
                      <a16:creationId xmlns:a16="http://schemas.microsoft.com/office/drawing/2014/main" id="{F45AE9AD-4318-D9CA-7A83-737D35780B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102378" y="1594951"/>
                  <a:ext cx="2212796" cy="1391716"/>
                </a:xfrm>
                <a:prstGeom prst="rect">
                  <a:avLst/>
                </a:prstGeom>
              </p:spPr>
            </p:pic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4F8EEC6B-5F65-D2A8-F791-06E8C6F0AF8D}"/>
                    </a:ext>
                  </a:extLst>
                </p:cNvPr>
                <p:cNvSpPr txBox="1"/>
                <p:nvPr/>
              </p:nvSpPr>
              <p:spPr>
                <a:xfrm>
                  <a:off x="5311961" y="1306469"/>
                  <a:ext cx="1793630" cy="25082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30A"/>
                      </a:solidFill>
                      <a:effectLst/>
                      <a:uLnTx/>
                      <a:uFillTx/>
                      <a:latin typeface="FS Me Pro"/>
                      <a:ea typeface="+mn-ea"/>
                      <a:cs typeface="+mn-cs"/>
                    </a:rPr>
                    <a:t>Leisure only</a:t>
                  </a:r>
                </a:p>
              </p:txBody>
            </p:sp>
          </p:grpSp>
          <p:grpSp>
            <p:nvGrpSpPr>
              <p:cNvPr id="127" name="Group 126">
                <a:extLst>
                  <a:ext uri="{FF2B5EF4-FFF2-40B4-BE49-F238E27FC236}">
                    <a16:creationId xmlns:a16="http://schemas.microsoft.com/office/drawing/2014/main" id="{910C1773-D5B4-46DD-0B66-661424FE99E3}"/>
                  </a:ext>
                </a:extLst>
              </p:cNvPr>
              <p:cNvGrpSpPr/>
              <p:nvPr/>
            </p:nvGrpSpPr>
            <p:grpSpPr>
              <a:xfrm>
                <a:off x="7498530" y="1306469"/>
                <a:ext cx="2212796" cy="1680198"/>
                <a:chOff x="7498530" y="1306469"/>
                <a:chExt cx="2212796" cy="1680198"/>
              </a:xfrm>
            </p:grpSpPr>
            <p:pic>
              <p:nvPicPr>
                <p:cNvPr id="15" name="Picture 14">
                  <a:extLst>
                    <a:ext uri="{FF2B5EF4-FFF2-40B4-BE49-F238E27FC236}">
                      <a16:creationId xmlns:a16="http://schemas.microsoft.com/office/drawing/2014/main" id="{2ABF1F37-DD8F-AF2D-EDE5-6E3B5BD0297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498530" y="1594951"/>
                  <a:ext cx="2212796" cy="1391716"/>
                </a:xfrm>
                <a:prstGeom prst="rect">
                  <a:avLst/>
                </a:prstGeom>
              </p:spPr>
            </p:pic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9EC99FC8-E8AF-D26F-9FFA-B50307BE6CF8}"/>
                    </a:ext>
                  </a:extLst>
                </p:cNvPr>
                <p:cNvSpPr txBox="1"/>
                <p:nvPr/>
              </p:nvSpPr>
              <p:spPr>
                <a:xfrm>
                  <a:off x="7708113" y="1306469"/>
                  <a:ext cx="1793630" cy="25082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30A"/>
                      </a:solidFill>
                      <a:effectLst/>
                      <a:uLnTx/>
                      <a:uFillTx/>
                      <a:latin typeface="FS Me Pro"/>
                      <a:ea typeface="+mn-ea"/>
                      <a:cs typeface="+mn-cs"/>
                    </a:rPr>
                    <a:t>Weekend trip</a:t>
                  </a:r>
                </a:p>
              </p:txBody>
            </p:sp>
          </p:grpSp>
        </p:grp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69A3FFF0-417E-6FAC-3041-A6E78F19D930}"/>
                </a:ext>
              </a:extLst>
            </p:cNvPr>
            <p:cNvGrpSpPr/>
            <p:nvPr/>
          </p:nvGrpSpPr>
          <p:grpSpPr>
            <a:xfrm>
              <a:off x="310074" y="3851425"/>
              <a:ext cx="9432341" cy="1623891"/>
              <a:chOff x="310074" y="3851425"/>
              <a:chExt cx="9432341" cy="1623891"/>
            </a:xfrm>
          </p:grpSpPr>
          <p:grpSp>
            <p:nvGrpSpPr>
              <p:cNvPr id="122" name="Group 121">
                <a:extLst>
                  <a:ext uri="{FF2B5EF4-FFF2-40B4-BE49-F238E27FC236}">
                    <a16:creationId xmlns:a16="http://schemas.microsoft.com/office/drawing/2014/main" id="{36B6D87E-3C62-2321-65A5-7AE4F646BAE8}"/>
                  </a:ext>
                </a:extLst>
              </p:cNvPr>
              <p:cNvGrpSpPr/>
              <p:nvPr/>
            </p:nvGrpSpPr>
            <p:grpSpPr>
              <a:xfrm>
                <a:off x="310074" y="3851425"/>
                <a:ext cx="2212796" cy="1623891"/>
                <a:chOff x="310074" y="3851425"/>
                <a:chExt cx="2212796" cy="1623891"/>
              </a:xfrm>
            </p:grpSpPr>
            <p:pic>
              <p:nvPicPr>
                <p:cNvPr id="20" name="Picture 19">
                  <a:extLst>
                    <a:ext uri="{FF2B5EF4-FFF2-40B4-BE49-F238E27FC236}">
                      <a16:creationId xmlns:a16="http://schemas.microsoft.com/office/drawing/2014/main" id="{C6A4E0DD-DC0D-C1A5-2DD7-CFF213C5C01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10074" y="4083600"/>
                  <a:ext cx="2212796" cy="1391716"/>
                </a:xfrm>
                <a:prstGeom prst="rect">
                  <a:avLst/>
                </a:prstGeom>
              </p:spPr>
            </p:pic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93F05354-23B8-5839-987E-30E9FAB6BDBB}"/>
                    </a:ext>
                  </a:extLst>
                </p:cNvPr>
                <p:cNvSpPr txBox="1"/>
                <p:nvPr/>
              </p:nvSpPr>
              <p:spPr>
                <a:xfrm>
                  <a:off x="519657" y="3851425"/>
                  <a:ext cx="1793630" cy="25082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30A"/>
                      </a:solidFill>
                      <a:effectLst/>
                      <a:uLnTx/>
                      <a:uFillTx/>
                      <a:latin typeface="FS Me Pro"/>
                      <a:ea typeface="+mn-ea"/>
                      <a:cs typeface="+mn-cs"/>
                    </a:rPr>
                    <a:t>Holiday outward</a:t>
                  </a:r>
                </a:p>
              </p:txBody>
            </p:sp>
          </p:grpSp>
          <p:grpSp>
            <p:nvGrpSpPr>
              <p:cNvPr id="124" name="Group 123">
                <a:extLst>
                  <a:ext uri="{FF2B5EF4-FFF2-40B4-BE49-F238E27FC236}">
                    <a16:creationId xmlns:a16="http://schemas.microsoft.com/office/drawing/2014/main" id="{953F1FA1-EE64-2E6B-12EE-B23D15500B38}"/>
                  </a:ext>
                </a:extLst>
              </p:cNvPr>
              <p:cNvGrpSpPr/>
              <p:nvPr/>
            </p:nvGrpSpPr>
            <p:grpSpPr>
              <a:xfrm>
                <a:off x="2716589" y="3851425"/>
                <a:ext cx="2212796" cy="1623891"/>
                <a:chOff x="2877813" y="3851425"/>
                <a:chExt cx="2212796" cy="1623891"/>
              </a:xfrm>
            </p:grpSpPr>
            <p:pic>
              <p:nvPicPr>
                <p:cNvPr id="23" name="Picture 22">
                  <a:extLst>
                    <a:ext uri="{FF2B5EF4-FFF2-40B4-BE49-F238E27FC236}">
                      <a16:creationId xmlns:a16="http://schemas.microsoft.com/office/drawing/2014/main" id="{4392E34C-68E6-C9E3-E333-24AA188B09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877813" y="4083600"/>
                  <a:ext cx="2212796" cy="1391716"/>
                </a:xfrm>
                <a:prstGeom prst="rect">
                  <a:avLst/>
                </a:prstGeom>
              </p:spPr>
            </p:pic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14D1DBF9-8E22-6053-115E-11780AB028E6}"/>
                    </a:ext>
                  </a:extLst>
                </p:cNvPr>
                <p:cNvSpPr txBox="1"/>
                <p:nvPr/>
              </p:nvSpPr>
              <p:spPr>
                <a:xfrm>
                  <a:off x="3087396" y="3851425"/>
                  <a:ext cx="1793630" cy="25082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30A"/>
                      </a:solidFill>
                      <a:effectLst/>
                      <a:uLnTx/>
                      <a:uFillTx/>
                      <a:latin typeface="FS Me Pro"/>
                      <a:ea typeface="+mn-ea"/>
                      <a:cs typeface="+mn-cs"/>
                    </a:rPr>
                    <a:t>Holiday back</a:t>
                  </a:r>
                </a:p>
              </p:txBody>
            </p:sp>
          </p:grpSp>
          <p:grpSp>
            <p:nvGrpSpPr>
              <p:cNvPr id="125" name="Group 124">
                <a:extLst>
                  <a:ext uri="{FF2B5EF4-FFF2-40B4-BE49-F238E27FC236}">
                    <a16:creationId xmlns:a16="http://schemas.microsoft.com/office/drawing/2014/main" id="{5AF2BB85-8250-519C-AD6E-00865DCDD5A8}"/>
                  </a:ext>
                </a:extLst>
              </p:cNvPr>
              <p:cNvGrpSpPr/>
              <p:nvPr/>
            </p:nvGrpSpPr>
            <p:grpSpPr>
              <a:xfrm>
                <a:off x="5123104" y="3851425"/>
                <a:ext cx="2212796" cy="1623891"/>
                <a:chOff x="5499510" y="3851425"/>
                <a:chExt cx="2212796" cy="1623891"/>
              </a:xfrm>
            </p:grpSpPr>
            <p:pic>
              <p:nvPicPr>
                <p:cNvPr id="74" name="Picture 73">
                  <a:extLst>
                    <a:ext uri="{FF2B5EF4-FFF2-40B4-BE49-F238E27FC236}">
                      <a16:creationId xmlns:a16="http://schemas.microsoft.com/office/drawing/2014/main" id="{A0187CB1-DA84-951E-DD8A-127BA76BB5D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499510" y="4083600"/>
                  <a:ext cx="2212796" cy="1391716"/>
                </a:xfrm>
                <a:prstGeom prst="rect">
                  <a:avLst/>
                </a:prstGeom>
              </p:spPr>
            </p:pic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0ABB6695-704F-88C8-5AE4-0D770B649636}"/>
                    </a:ext>
                  </a:extLst>
                </p:cNvPr>
                <p:cNvSpPr txBox="1"/>
                <p:nvPr/>
              </p:nvSpPr>
              <p:spPr>
                <a:xfrm>
                  <a:off x="5709093" y="3851425"/>
                  <a:ext cx="1793630" cy="25082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30A"/>
                      </a:solidFill>
                      <a:effectLst/>
                      <a:uLnTx/>
                      <a:uFillTx/>
                      <a:latin typeface="FS Me Pro"/>
                      <a:ea typeface="+mn-ea"/>
                      <a:cs typeface="+mn-cs"/>
                    </a:rPr>
                    <a:t>Stay put home</a:t>
                  </a:r>
                </a:p>
              </p:txBody>
            </p:sp>
          </p:grpSp>
          <p:grpSp>
            <p:nvGrpSpPr>
              <p:cNvPr id="126" name="Group 125">
                <a:extLst>
                  <a:ext uri="{FF2B5EF4-FFF2-40B4-BE49-F238E27FC236}">
                    <a16:creationId xmlns:a16="http://schemas.microsoft.com/office/drawing/2014/main" id="{AC23CC26-AE74-AF11-56C1-6386F7BB1F9D}"/>
                  </a:ext>
                </a:extLst>
              </p:cNvPr>
              <p:cNvGrpSpPr/>
              <p:nvPr/>
            </p:nvGrpSpPr>
            <p:grpSpPr>
              <a:xfrm>
                <a:off x="7529619" y="3851425"/>
                <a:ext cx="2212796" cy="1623891"/>
                <a:chOff x="7529619" y="3851425"/>
                <a:chExt cx="2212796" cy="1623891"/>
              </a:xfrm>
            </p:grpSpPr>
            <p:pic>
              <p:nvPicPr>
                <p:cNvPr id="26" name="Picture 25">
                  <a:extLst>
                    <a:ext uri="{FF2B5EF4-FFF2-40B4-BE49-F238E27FC236}">
                      <a16:creationId xmlns:a16="http://schemas.microsoft.com/office/drawing/2014/main" id="{3F186BD6-7453-F07D-FD75-4F31357940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529619" y="4083600"/>
                  <a:ext cx="2212796" cy="1391716"/>
                </a:xfrm>
                <a:prstGeom prst="rect">
                  <a:avLst/>
                </a:prstGeom>
              </p:spPr>
            </p:pic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44862D2A-C8EF-7B7D-0FBD-F52C50789420}"/>
                    </a:ext>
                  </a:extLst>
                </p:cNvPr>
                <p:cNvSpPr txBox="1"/>
                <p:nvPr/>
              </p:nvSpPr>
              <p:spPr>
                <a:xfrm>
                  <a:off x="7739202" y="3851425"/>
                  <a:ext cx="1793630" cy="25082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30A"/>
                      </a:solidFill>
                      <a:effectLst/>
                      <a:uLnTx/>
                      <a:uFillTx/>
                      <a:latin typeface="FS Me Pro"/>
                      <a:ea typeface="+mn-ea"/>
                      <a:cs typeface="+mn-cs"/>
                    </a:rPr>
                    <a:t>Stay out holiday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170792396"/>
      </p:ext>
    </p:extLst>
  </p:cSld>
  <p:clrMapOvr>
    <a:masterClrMapping/>
  </p:clrMapOvr>
  <p:transition spd="slow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Arrow: Right 44">
            <a:extLst>
              <a:ext uri="{FF2B5EF4-FFF2-40B4-BE49-F238E27FC236}">
                <a16:creationId xmlns:a16="http://schemas.microsoft.com/office/drawing/2014/main" id="{DB24FE6B-87B7-580C-4773-306FE2B2A34C}"/>
              </a:ext>
            </a:extLst>
          </p:cNvPr>
          <p:cNvSpPr/>
          <p:nvPr/>
        </p:nvSpPr>
        <p:spPr>
          <a:xfrm>
            <a:off x="2882413" y="4119150"/>
            <a:ext cx="6876000" cy="484632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S Me Pro"/>
              <a:ea typeface="+mn-ea"/>
              <a:cs typeface="+mn-cs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BB89EA6-3AE6-276C-D541-6E1CF237B21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B0F9496-EDE4-892D-47D5-93527CD51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ChaProEV delivers baseline profiles and boundary conditions for energy system models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F197CD-02C1-F6C6-6570-7A22D4D72CE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EA1652B-CB61-B1A1-B4E8-6303352E1C78}"/>
              </a:ext>
            </a:extLst>
          </p:cNvPr>
          <p:cNvSpPr/>
          <p:nvPr/>
        </p:nvSpPr>
        <p:spPr>
          <a:xfrm>
            <a:off x="1159989" y="3818206"/>
            <a:ext cx="1766807" cy="115074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Baseline/ unmanaged charging profiles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1F81542-160D-7462-D3BF-534E85E8F00C}"/>
              </a:ext>
            </a:extLst>
          </p:cNvPr>
          <p:cNvSpPr/>
          <p:nvPr/>
        </p:nvSpPr>
        <p:spPr>
          <a:xfrm>
            <a:off x="3615344" y="1751496"/>
            <a:ext cx="5436000" cy="11520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Boundary conditions:</a:t>
            </a:r>
          </a:p>
          <a:p>
            <a:pPr marL="285750" marR="0" lvl="0" indent="-285750" algn="ctr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Demand of departing vehicles for upcoming leg</a:t>
            </a:r>
          </a:p>
          <a:p>
            <a:pPr marL="285750" marR="0" lvl="0" indent="-285750" algn="ctr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Effective available charge/discharge power </a:t>
            </a:r>
          </a:p>
          <a:p>
            <a:pPr marL="285750" marR="0" lvl="0" indent="-285750" algn="ctr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Connectivity</a:t>
            </a:r>
          </a:p>
          <a:p>
            <a:pPr marL="285750" marR="0" lvl="0" indent="-285750" algn="ctr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Effective efficiencies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15E35B6-17D5-A902-FDF7-1346C331700D}"/>
              </a:ext>
            </a:extLst>
          </p:cNvPr>
          <p:cNvGrpSpPr/>
          <p:nvPr/>
        </p:nvGrpSpPr>
        <p:grpSpPr>
          <a:xfrm>
            <a:off x="3615344" y="3331580"/>
            <a:ext cx="5436000" cy="2124000"/>
            <a:chOff x="2013438" y="1890346"/>
            <a:chExt cx="5436000" cy="2124000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E5ED529D-8544-CB12-3C4C-544C6927FDE6}"/>
                </a:ext>
              </a:extLst>
            </p:cNvPr>
            <p:cNvSpPr/>
            <p:nvPr/>
          </p:nvSpPr>
          <p:spPr>
            <a:xfrm>
              <a:off x="2013438" y="1890346"/>
              <a:ext cx="5436000" cy="2124000"/>
            </a:xfrm>
            <a:prstGeom prst="round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EV model </a:t>
              </a:r>
              <a:r>
                <a:rPr kumimoji="0" lang="nl-NL" sz="1400" b="1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within</a:t>
              </a:r>
              <a:r>
                <a:rPr kumimoji="0" lang="nl-NL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 energy system/</a:t>
              </a:r>
              <a:r>
                <a:rPr kumimoji="0" lang="nl-NL" sz="1400" b="1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optimisation</a:t>
              </a:r>
              <a:r>
                <a:rPr kumimoji="0" lang="nl-NL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 model</a:t>
              </a:r>
              <a:endParaRPr kumimoji="0" lang="en-GB" sz="14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endParaRPr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2056CEA2-D2EB-95AC-0766-B331AE3787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38066" y="2193137"/>
              <a:ext cx="4986745" cy="1656000"/>
            </a:xfrm>
            <a:prstGeom prst="rect">
              <a:avLst/>
            </a:prstGeom>
          </p:spPr>
        </p:pic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7E90605B-BB75-2AE1-8A41-F7E536C60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1863" y="1828296"/>
            <a:ext cx="1303058" cy="998399"/>
          </a:xfrm>
          <a:prstGeom prst="rect">
            <a:avLst/>
          </a:prstGeom>
        </p:spPr>
      </p:pic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C35A6932-860C-9C41-A837-8AF014C22327}"/>
              </a:ext>
            </a:extLst>
          </p:cNvPr>
          <p:cNvSpPr/>
          <p:nvPr/>
        </p:nvSpPr>
        <p:spPr>
          <a:xfrm>
            <a:off x="3615344" y="5883664"/>
            <a:ext cx="5436000" cy="50400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Managed/optimised profiles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75BF519F-DEA0-8F0B-5C7F-AD30CA704474}"/>
              </a:ext>
            </a:extLst>
          </p:cNvPr>
          <p:cNvSpPr/>
          <p:nvPr/>
        </p:nvSpPr>
        <p:spPr>
          <a:xfrm>
            <a:off x="9739893" y="3796772"/>
            <a:ext cx="1766807" cy="1150749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Effective profiles</a:t>
            </a:r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CDAC336A-0CBB-11D1-6348-C609F6BA0939}"/>
              </a:ext>
            </a:extLst>
          </p:cNvPr>
          <p:cNvSpPr/>
          <p:nvPr/>
        </p:nvSpPr>
        <p:spPr>
          <a:xfrm>
            <a:off x="2730013" y="2085180"/>
            <a:ext cx="900000" cy="484632"/>
          </a:xfrm>
          <a:prstGeom prst="rightArrow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S Me Pro"/>
              <a:ea typeface="+mn-ea"/>
              <a:cs typeface="+mn-cs"/>
            </a:endParaRPr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FF835FBE-B3B0-F534-88A2-5D7B1FC48113}"/>
              </a:ext>
            </a:extLst>
          </p:cNvPr>
          <p:cNvSpPr/>
          <p:nvPr/>
        </p:nvSpPr>
        <p:spPr>
          <a:xfrm rot="5400000">
            <a:off x="1577633" y="3140456"/>
            <a:ext cx="900000" cy="484632"/>
          </a:xfrm>
          <a:prstGeom prst="rightArrow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S Me Pro"/>
              <a:ea typeface="+mn-ea"/>
              <a:cs typeface="+mn-cs"/>
            </a:endParaRP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C4B1D0DE-0088-9A16-504A-14973DBEFB08}"/>
              </a:ext>
            </a:extLst>
          </p:cNvPr>
          <p:cNvSpPr/>
          <p:nvPr/>
        </p:nvSpPr>
        <p:spPr>
          <a:xfrm rot="5400000">
            <a:off x="4821344" y="4161431"/>
            <a:ext cx="3024000" cy="484632"/>
          </a:xfrm>
          <a:prstGeom prst="rightArrow">
            <a:avLst/>
          </a:prstGeom>
          <a:solidFill>
            <a:schemeClr val="accent4">
              <a:lumMod val="75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S Me Pro"/>
              <a:ea typeface="+mn-ea"/>
              <a:cs typeface="+mn-cs"/>
            </a:endParaRPr>
          </a:p>
        </p:txBody>
      </p: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81DADE5D-D6FB-B536-9358-AFD158A3FF03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9071341" y="4947521"/>
            <a:ext cx="1551956" cy="1188143"/>
          </a:xfrm>
          <a:prstGeom prst="bentConnector2">
            <a:avLst/>
          </a:prstGeom>
          <a:ln w="113030" cap="rnd">
            <a:solidFill>
              <a:schemeClr val="accent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192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23018-4025-1249-11F1-609E9C1F3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approach: Fleet-level averages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A7B849-3DF1-3F73-4116-254204362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5DC5B-6873-43DB-ADC7-B15ACCE0DFDB}" type="slidenum">
              <a:rPr lang="en-GB" noProof="0" smtClean="0"/>
              <a:t>8</a:t>
            </a:fld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45875C-B1C3-1F18-1228-DE97A94A60C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4E06F4-8593-203E-6C21-621E89B53E8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46D26AF3-3B78-2423-7503-EBD6C95B871C}"/>
              </a:ext>
            </a:extLst>
          </p:cNvPr>
          <p:cNvGrpSpPr/>
          <p:nvPr/>
        </p:nvGrpSpPr>
        <p:grpSpPr>
          <a:xfrm>
            <a:off x="645761" y="1420162"/>
            <a:ext cx="10862310" cy="4872711"/>
            <a:chOff x="645761" y="1420162"/>
            <a:chExt cx="10862310" cy="4872711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144DAA0-270E-AAA6-A908-DFD8B830A9D9}"/>
                </a:ext>
              </a:extLst>
            </p:cNvPr>
            <p:cNvSpPr txBox="1"/>
            <p:nvPr/>
          </p:nvSpPr>
          <p:spPr>
            <a:xfrm>
              <a:off x="5638800" y="2971800"/>
              <a:ext cx="914400" cy="9144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en-GB" sz="1600" dirty="0"/>
            </a:p>
          </p:txBody>
        </p:sp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2B6906A5-DBA5-9B2F-E473-87698CC488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5761" y="1420162"/>
              <a:ext cx="7548478" cy="4872711"/>
            </a:xfrm>
            <a:prstGeom prst="rect">
              <a:avLst/>
            </a:prstGeom>
          </p:spPr>
        </p:pic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8F75D755-D0DB-ECF9-DD20-D91B648A0DCF}"/>
                </a:ext>
              </a:extLst>
            </p:cNvPr>
            <p:cNvGrpSpPr/>
            <p:nvPr/>
          </p:nvGrpSpPr>
          <p:grpSpPr>
            <a:xfrm>
              <a:off x="9830208" y="2927464"/>
              <a:ext cx="1677863" cy="1858106"/>
              <a:chOff x="1033096" y="2286000"/>
              <a:chExt cx="1677863" cy="1858106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32138F38-9E2C-80B1-0EEE-3841662D0FE4}"/>
                  </a:ext>
                </a:extLst>
              </p:cNvPr>
              <p:cNvGrpSpPr/>
              <p:nvPr/>
            </p:nvGrpSpPr>
            <p:grpSpPr>
              <a:xfrm>
                <a:off x="1040420" y="2470638"/>
                <a:ext cx="1670539" cy="1673468"/>
                <a:chOff x="1040420" y="2470638"/>
                <a:chExt cx="1670539" cy="1673468"/>
              </a:xfrm>
            </p:grpSpPr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A210CAC0-A75D-8D47-A9DD-11ABF0DF97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40420" y="2470638"/>
                  <a:ext cx="0" cy="1670539"/>
                </a:xfrm>
                <a:prstGeom prst="line">
                  <a:avLst/>
                </a:prstGeom>
                <a:ln w="12700" cap="rnd">
                  <a:solidFill>
                    <a:schemeClr val="accent4">
                      <a:lumMod val="7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B573C2E4-2A95-C86E-C6AF-DAC2878757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1875690" y="3308836"/>
                  <a:ext cx="0" cy="1670539"/>
                </a:xfrm>
                <a:prstGeom prst="line">
                  <a:avLst/>
                </a:prstGeom>
                <a:ln w="12700" cap="rnd">
                  <a:solidFill>
                    <a:schemeClr val="accent4">
                      <a:lumMod val="7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F0332B95-3B15-8BCB-0E8F-C4D400450F87}"/>
                  </a:ext>
                </a:extLst>
              </p:cNvPr>
              <p:cNvSpPr/>
              <p:nvPr/>
            </p:nvSpPr>
            <p:spPr>
              <a:xfrm>
                <a:off x="1033096" y="3327888"/>
                <a:ext cx="1578219" cy="589085"/>
              </a:xfrm>
              <a:custGeom>
                <a:avLst/>
                <a:gdLst>
                  <a:gd name="csX0" fmla="*/ 0 w 1578219"/>
                  <a:gd name="csY0" fmla="*/ 241789 h 589085"/>
                  <a:gd name="csX1" fmla="*/ 254977 w 1578219"/>
                  <a:gd name="csY1" fmla="*/ 184639 h 589085"/>
                  <a:gd name="csX2" fmla="*/ 356089 w 1578219"/>
                  <a:gd name="csY2" fmla="*/ 0 h 589085"/>
                  <a:gd name="csX3" fmla="*/ 571500 w 1578219"/>
                  <a:gd name="csY3" fmla="*/ 316524 h 589085"/>
                  <a:gd name="csX4" fmla="*/ 545123 w 1578219"/>
                  <a:gd name="csY4" fmla="*/ 553916 h 589085"/>
                  <a:gd name="csX5" fmla="*/ 606669 w 1578219"/>
                  <a:gd name="csY5" fmla="*/ 575897 h 589085"/>
                  <a:gd name="csX6" fmla="*/ 817685 w 1578219"/>
                  <a:gd name="csY6" fmla="*/ 589085 h 589085"/>
                  <a:gd name="csX7" fmla="*/ 888023 w 1578219"/>
                  <a:gd name="csY7" fmla="*/ 501162 h 589085"/>
                  <a:gd name="csX8" fmla="*/ 1050681 w 1578219"/>
                  <a:gd name="csY8" fmla="*/ 250581 h 589085"/>
                  <a:gd name="csX9" fmla="*/ 1239716 w 1578219"/>
                  <a:gd name="csY9" fmla="*/ 87924 h 589085"/>
                  <a:gd name="csX10" fmla="*/ 1296866 w 1578219"/>
                  <a:gd name="csY10" fmla="*/ 123093 h 589085"/>
                  <a:gd name="csX11" fmla="*/ 1565031 w 1578219"/>
                  <a:gd name="csY11" fmla="*/ 457200 h 589085"/>
                  <a:gd name="csX12" fmla="*/ 1578219 w 1578219"/>
                  <a:gd name="csY12" fmla="*/ 483577 h 5890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1578219" h="589085">
                    <a:moveTo>
                      <a:pt x="0" y="241789"/>
                    </a:moveTo>
                    <a:cubicBezTo>
                      <a:pt x="170000" y="225000"/>
                      <a:pt x="240000" y="0"/>
                      <a:pt x="356089" y="0"/>
                    </a:cubicBezTo>
                    <a:cubicBezTo>
                      <a:pt x="500000" y="0"/>
                      <a:pt x="490000" y="589085"/>
                      <a:pt x="730000" y="589085"/>
                    </a:cubicBezTo>
                    <a:cubicBezTo>
                      <a:pt x="930000" y="589085"/>
                      <a:pt x="1090000" y="87924"/>
                      <a:pt x="1239716" y="87924"/>
                    </a:cubicBezTo>
                    <a:cubicBezTo>
                      <a:pt x="1370000" y="87924"/>
                      <a:pt x="1480000" y="330000"/>
                      <a:pt x="1578219" y="483577"/>
                    </a:cubicBezTo>
                  </a:path>
                </a:pathLst>
              </a:custGeom>
              <a:noFill/>
              <a:ln w="31750" cap="rnd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pic>
            <p:nvPicPr>
              <p:cNvPr id="61" name="Graphic 60" descr="Electric car with solid fill">
                <a:extLst>
                  <a:ext uri="{FF2B5EF4-FFF2-40B4-BE49-F238E27FC236}">
                    <a16:creationId xmlns:a16="http://schemas.microsoft.com/office/drawing/2014/main" id="{C2353439-408F-C8A6-E122-C192C3D1F5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316511" y="2538501"/>
                <a:ext cx="914400" cy="914400"/>
              </a:xfrm>
              <a:prstGeom prst="rect">
                <a:avLst/>
              </a:prstGeom>
            </p:spPr>
          </p:pic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1AD0AC5-3246-4063-ABAC-BF8F335114C0}"/>
                  </a:ext>
                </a:extLst>
              </p:cNvPr>
              <p:cNvSpPr txBox="1"/>
              <p:nvPr/>
            </p:nvSpPr>
            <p:spPr>
              <a:xfrm>
                <a:off x="1175657" y="2286000"/>
                <a:ext cx="914400" cy="9144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600" dirty="0">
                    <a:solidFill>
                      <a:schemeClr val="accent4">
                        <a:lumMod val="75000"/>
                      </a:schemeClr>
                    </a:solidFill>
                  </a:rPr>
                  <a:t>Charging profile</a:t>
                </a:r>
              </a:p>
            </p:txBody>
          </p:sp>
        </p:grpSp>
        <p:sp>
          <p:nvSpPr>
            <p:cNvPr id="66" name="Arrow: Down 65">
              <a:extLst>
                <a:ext uri="{FF2B5EF4-FFF2-40B4-BE49-F238E27FC236}">
                  <a16:creationId xmlns:a16="http://schemas.microsoft.com/office/drawing/2014/main" id="{E2F85736-BB3B-907C-9ED6-A8FA675F9CC5}"/>
                </a:ext>
              </a:extLst>
            </p:cNvPr>
            <p:cNvSpPr>
              <a:spLocks noChangeAspect="1"/>
            </p:cNvSpPr>
            <p:nvPr/>
          </p:nvSpPr>
          <p:spPr>
            <a:xfrm rot="-5400000">
              <a:off x="8256451" y="3010876"/>
              <a:ext cx="1446469" cy="1512000"/>
            </a:xfrm>
            <a:prstGeom prst="downArrow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  <p:sp>
          <p:nvSpPr>
            <p:cNvPr id="67" name="Plus Sign 66">
              <a:extLst>
                <a:ext uri="{FF2B5EF4-FFF2-40B4-BE49-F238E27FC236}">
                  <a16:creationId xmlns:a16="http://schemas.microsoft.com/office/drawing/2014/main" id="{03578B12-25BE-AE36-07FC-1791E3AEB636}"/>
                </a:ext>
              </a:extLst>
            </p:cNvPr>
            <p:cNvSpPr/>
            <p:nvPr/>
          </p:nvSpPr>
          <p:spPr>
            <a:xfrm>
              <a:off x="8385723" y="3309677"/>
              <a:ext cx="914400" cy="914400"/>
            </a:xfrm>
            <a:prstGeom prst="mathPlu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  <p:sp>
          <p:nvSpPr>
            <p:cNvPr id="68" name="Speech Bubble: Rectangle with Corners Rounded 67">
              <a:extLst>
                <a:ext uri="{FF2B5EF4-FFF2-40B4-BE49-F238E27FC236}">
                  <a16:creationId xmlns:a16="http://schemas.microsoft.com/office/drawing/2014/main" id="{D95A3B9D-D368-F38A-AEED-F54C116822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666726" y="1699448"/>
              <a:ext cx="1665667" cy="1116000"/>
            </a:xfrm>
            <a:prstGeom prst="wedgeRoundRectCallout">
              <a:avLst>
                <a:gd name="adj1" fmla="val -18156"/>
                <a:gd name="adj2" fmla="val 106865"/>
                <a:gd name="adj3" fmla="val 16667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r>
                <a:rPr lang="en-GB" sz="1600" dirty="0"/>
                <a:t>Weighted sum with average properties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26529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58B53-D4D3-0152-09EA-24F31D687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Stochastic approach: Repeated random draws for individual vehicles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CB5929-05B6-3136-1946-053A0F891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5DC5B-6873-43DB-ADC7-B15ACCE0DFDB}" type="slidenum">
              <a:rPr lang="en-GB" noProof="0" smtClean="0"/>
              <a:t>9</a:t>
            </a:fld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91F118-C095-5536-C703-A7B144B575D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F629C5-FA75-0A26-C94E-D28D0A4278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0D17F82F-089A-B7DC-2B6B-499B08A66081}"/>
              </a:ext>
            </a:extLst>
          </p:cNvPr>
          <p:cNvGrpSpPr/>
          <p:nvPr/>
        </p:nvGrpSpPr>
        <p:grpSpPr>
          <a:xfrm>
            <a:off x="1197439" y="1674936"/>
            <a:ext cx="10619797" cy="5086126"/>
            <a:chOff x="1197439" y="1674936"/>
            <a:chExt cx="10619797" cy="508612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565EB57-FD99-E3C4-D73A-F3C5D67DBD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97439" y="4172354"/>
              <a:ext cx="4114791" cy="2588708"/>
            </a:xfrm>
            <a:prstGeom prst="rect">
              <a:avLst/>
            </a:prstGeom>
          </p:spPr>
        </p:pic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6A8919A-0C07-52BF-EAAB-24F3FCFA1F47}"/>
                </a:ext>
              </a:extLst>
            </p:cNvPr>
            <p:cNvGrpSpPr/>
            <p:nvPr/>
          </p:nvGrpSpPr>
          <p:grpSpPr>
            <a:xfrm>
              <a:off x="2708127" y="1674936"/>
              <a:ext cx="5040000" cy="5040000"/>
              <a:chOff x="6374572" y="2110154"/>
              <a:chExt cx="5040000" cy="5040000"/>
            </a:xfrm>
          </p:grpSpPr>
          <p:sp>
            <p:nvSpPr>
              <p:cNvPr id="13" name="Arrow: Circular 12">
                <a:extLst>
                  <a:ext uri="{FF2B5EF4-FFF2-40B4-BE49-F238E27FC236}">
                    <a16:creationId xmlns:a16="http://schemas.microsoft.com/office/drawing/2014/main" id="{2A6F91F6-CD78-F445-933A-F20E8C0807D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374572" y="2110154"/>
                <a:ext cx="5040000" cy="5040000"/>
              </a:xfrm>
              <a:prstGeom prst="circularArrow">
                <a:avLst/>
              </a:prstGeom>
              <a:solidFill>
                <a:schemeClr val="accent4">
                  <a:lumMod val="75000"/>
                </a:schemeClr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rtlCol="0" anchor="ctr"/>
              <a:lstStyle/>
              <a:p>
                <a:pPr algn="ctr">
                  <a:lnSpc>
                    <a:spcPct val="90000"/>
                  </a:lnSpc>
                  <a:spcBef>
                    <a:spcPts val="200"/>
                  </a:spcBef>
                  <a:spcAft>
                    <a:spcPts val="200"/>
                  </a:spcAft>
                </a:pPr>
                <a:endParaRPr lang="en-GB" sz="1600" dirty="0" err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D2A5AE6A-F816-6A3E-2922-D2498C1ED9D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8169523" y="2280139"/>
                <a:ext cx="1404000" cy="855483"/>
                <a:chOff x="5638800" y="2971800"/>
                <a:chExt cx="1890883" cy="1152144"/>
              </a:xfrm>
              <a:solidFill>
                <a:schemeClr val="bg1"/>
              </a:solidFill>
            </p:grpSpPr>
            <p:pic>
              <p:nvPicPr>
                <p:cNvPr id="15" name="Graphic 14" descr="Normal Distribution with solid fill">
                  <a:extLst>
                    <a:ext uri="{FF2B5EF4-FFF2-40B4-BE49-F238E27FC236}">
                      <a16:creationId xmlns:a16="http://schemas.microsoft.com/office/drawing/2014/main" id="{8E0BD46E-3A4C-87F3-C0C9-2176B31BC3B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38800" y="2971800"/>
                  <a:ext cx="1152144" cy="1152144"/>
                </a:xfrm>
                <a:prstGeom prst="rect">
                  <a:avLst/>
                </a:prstGeom>
              </p:spPr>
            </p:pic>
            <p:pic>
              <p:nvPicPr>
                <p:cNvPr id="16" name="Graphic 15" descr="Dice with solid fill">
                  <a:extLst>
                    <a:ext uri="{FF2B5EF4-FFF2-40B4-BE49-F238E27FC236}">
                      <a16:creationId xmlns:a16="http://schemas.microsoft.com/office/drawing/2014/main" id="{EE4C3FBC-6ADB-D904-E45C-6D378343A3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15283" y="3198932"/>
                  <a:ext cx="914400" cy="914400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0D004E6-14F9-9D79-4660-BD684E078F27}"/>
                </a:ext>
              </a:extLst>
            </p:cNvPr>
            <p:cNvGrpSpPr/>
            <p:nvPr/>
          </p:nvGrpSpPr>
          <p:grpSpPr>
            <a:xfrm>
              <a:off x="5957309" y="4626609"/>
              <a:ext cx="2212796" cy="1680198"/>
              <a:chOff x="5957309" y="4494501"/>
              <a:chExt cx="2212796" cy="1680198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6EED862-2CDE-9DA2-8FE2-341A2E236352}"/>
                  </a:ext>
                </a:extLst>
              </p:cNvPr>
              <p:cNvSpPr txBox="1"/>
              <p:nvPr/>
            </p:nvSpPr>
            <p:spPr>
              <a:xfrm>
                <a:off x="6166892" y="4494501"/>
                <a:ext cx="1793630" cy="25082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30A"/>
                    </a:solidFill>
                    <a:effectLst/>
                    <a:uLnTx/>
                    <a:uFillTx/>
                    <a:latin typeface="FS Me Pro"/>
                    <a:ea typeface="+mn-ea"/>
                    <a:cs typeface="+mn-cs"/>
                  </a:rPr>
                  <a:t>Trip for that day</a:t>
                </a:r>
              </a:p>
            </p:txBody>
          </p:sp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D97B6D27-B379-6742-632D-7CEBAFE476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57309" y="4782983"/>
                <a:ext cx="2212796" cy="1391716"/>
              </a:xfrm>
              <a:prstGeom prst="rect">
                <a:avLst/>
              </a:prstGeom>
            </p:spPr>
          </p:pic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8F3F6E7B-7837-D92C-4BA9-44C3A29F75E2}"/>
                </a:ext>
              </a:extLst>
            </p:cNvPr>
            <p:cNvGrpSpPr/>
            <p:nvPr/>
          </p:nvGrpSpPr>
          <p:grpSpPr>
            <a:xfrm>
              <a:off x="7803174" y="3574079"/>
              <a:ext cx="1773129" cy="1188000"/>
              <a:chOff x="8537330" y="2497022"/>
              <a:chExt cx="1773129" cy="1188000"/>
            </a:xfrm>
          </p:grpSpPr>
          <p:sp>
            <p:nvSpPr>
              <p:cNvPr id="50" name="Speech Bubble: Rectangle with Corners Rounded 49">
                <a:extLst>
                  <a:ext uri="{FF2B5EF4-FFF2-40B4-BE49-F238E27FC236}">
                    <a16:creationId xmlns:a16="http://schemas.microsoft.com/office/drawing/2014/main" id="{68B8A0BF-31A3-3602-C2B8-7C1D8FD17BB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537330" y="2497022"/>
                <a:ext cx="1773129" cy="1188000"/>
              </a:xfrm>
              <a:prstGeom prst="wedgeRoundRectCallout">
                <a:avLst>
                  <a:gd name="adj1" fmla="val -48353"/>
                  <a:gd name="adj2" fmla="val 75452"/>
                  <a:gd name="adj3" fmla="val 16667"/>
                </a:avLst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0" rIns="144000" bIns="144000" rtlCol="0" anchor="t"/>
              <a:lstStyle/>
              <a:p>
                <a:pPr algn="ctr">
                  <a:lnSpc>
                    <a:spcPct val="90000"/>
                  </a:lnSpc>
                  <a:spcBef>
                    <a:spcPts val="200"/>
                  </a:spcBef>
                  <a:spcAft>
                    <a:spcPts val="200"/>
                  </a:spcAft>
                </a:pPr>
                <a:r>
                  <a:rPr lang="en-GB" sz="1600" dirty="0"/>
                  <a:t>Events</a:t>
                </a:r>
              </a:p>
            </p:txBody>
          </p: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6A9BB213-9413-B2F1-1098-49C8B51D2F10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8721894" y="2663281"/>
                <a:ext cx="1404000" cy="855483"/>
                <a:chOff x="5638800" y="2971800"/>
                <a:chExt cx="1890883" cy="1152144"/>
              </a:xfrm>
              <a:solidFill>
                <a:schemeClr val="bg1"/>
              </a:solidFill>
            </p:grpSpPr>
            <p:pic>
              <p:nvPicPr>
                <p:cNvPr id="48" name="Graphic 47" descr="Normal Distribution with solid fill">
                  <a:extLst>
                    <a:ext uri="{FF2B5EF4-FFF2-40B4-BE49-F238E27FC236}">
                      <a16:creationId xmlns:a16="http://schemas.microsoft.com/office/drawing/2014/main" id="{01C19889-FAC1-7680-BA59-AFFFB52A95E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38800" y="2971800"/>
                  <a:ext cx="1152144" cy="1152144"/>
                </a:xfrm>
                <a:prstGeom prst="rect">
                  <a:avLst/>
                </a:prstGeom>
              </p:spPr>
            </p:pic>
            <p:pic>
              <p:nvPicPr>
                <p:cNvPr id="49" name="Graphic 48" descr="Dice with solid fill">
                  <a:extLst>
                    <a:ext uri="{FF2B5EF4-FFF2-40B4-BE49-F238E27FC236}">
                      <a16:creationId xmlns:a16="http://schemas.microsoft.com/office/drawing/2014/main" id="{D9E125D6-02B0-780A-CB8F-7EA2D3CC57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15283" y="3090672"/>
                  <a:ext cx="914400" cy="914400"/>
                </a:xfrm>
                <a:prstGeom prst="rect">
                  <a:avLst/>
                </a:prstGeom>
              </p:spPr>
            </p:pic>
          </p:grpSp>
        </p:grpSp>
        <p:sp>
          <p:nvSpPr>
            <p:cNvPr id="56" name="Left Brace 55">
              <a:extLst>
                <a:ext uri="{FF2B5EF4-FFF2-40B4-BE49-F238E27FC236}">
                  <a16:creationId xmlns:a16="http://schemas.microsoft.com/office/drawing/2014/main" id="{420B567E-7D93-A5C8-462D-BFEBC5AD54BD}"/>
                </a:ext>
              </a:extLst>
            </p:cNvPr>
            <p:cNvSpPr/>
            <p:nvPr/>
          </p:nvSpPr>
          <p:spPr>
            <a:xfrm rot="10800000">
              <a:off x="9404025" y="2050052"/>
              <a:ext cx="612000" cy="4320000"/>
            </a:xfrm>
            <a:prstGeom prst="leftBrace">
              <a:avLst/>
            </a:prstGeom>
            <a:ln w="76200" cap="rnd">
              <a:solidFill>
                <a:schemeClr val="accent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7B0A4758-9970-88FA-3B73-FB336090D0AE}"/>
                </a:ext>
              </a:extLst>
            </p:cNvPr>
            <p:cNvGrpSpPr/>
            <p:nvPr/>
          </p:nvGrpSpPr>
          <p:grpSpPr>
            <a:xfrm>
              <a:off x="9886794" y="2048605"/>
              <a:ext cx="1930442" cy="1079035"/>
              <a:chOff x="9886794" y="2048605"/>
              <a:chExt cx="1930442" cy="1079035"/>
            </a:xfrm>
          </p:grpSpPr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6F5CBCF2-C989-6149-D6BE-560DC261F24A}"/>
                  </a:ext>
                </a:extLst>
              </p:cNvPr>
              <p:cNvGrpSpPr/>
              <p:nvPr/>
            </p:nvGrpSpPr>
            <p:grpSpPr>
              <a:xfrm>
                <a:off x="9886794" y="2048605"/>
                <a:ext cx="914400" cy="1079035"/>
                <a:chOff x="9886794" y="2048605"/>
                <a:chExt cx="914400" cy="1079035"/>
              </a:xfrm>
            </p:grpSpPr>
            <p:pic>
              <p:nvPicPr>
                <p:cNvPr id="55" name="Graphic 54" descr="Repeat with solid fill">
                  <a:extLst>
                    <a:ext uri="{FF2B5EF4-FFF2-40B4-BE49-F238E27FC236}">
                      <a16:creationId xmlns:a16="http://schemas.microsoft.com/office/drawing/2014/main" id="{0356BC0A-F0DF-85F3-D215-C99B4FA5ACB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886794" y="2213240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8E739E08-3599-687B-921C-59DF6728DF8B}"/>
                    </a:ext>
                  </a:extLst>
                </p:cNvPr>
                <p:cNvSpPr txBox="1"/>
                <p:nvPr/>
              </p:nvSpPr>
              <p:spPr>
                <a:xfrm>
                  <a:off x="9886794" y="2048605"/>
                  <a:ext cx="914400" cy="9144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1600" b="1" dirty="0">
                      <a:solidFill>
                        <a:schemeClr val="accent4">
                          <a:lumMod val="75000"/>
                        </a:schemeClr>
                      </a:solidFill>
                    </a:rPr>
                    <a:t>Repeat</a:t>
                  </a:r>
                </a:p>
              </p:txBody>
            </p:sp>
          </p:grp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536609B2-AC9B-54BA-B934-C6EDBE78D51E}"/>
                  </a:ext>
                </a:extLst>
              </p:cNvPr>
              <p:cNvGrpSpPr/>
              <p:nvPr/>
            </p:nvGrpSpPr>
            <p:grpSpPr>
              <a:xfrm>
                <a:off x="10902836" y="2048605"/>
                <a:ext cx="914400" cy="1079035"/>
                <a:chOff x="10902836" y="2048605"/>
                <a:chExt cx="914400" cy="1079035"/>
              </a:xfrm>
            </p:grpSpPr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05C6B071-D125-A9C8-13C6-DC2CFC2EC836}"/>
                    </a:ext>
                  </a:extLst>
                </p:cNvPr>
                <p:cNvSpPr txBox="1"/>
                <p:nvPr/>
              </p:nvSpPr>
              <p:spPr>
                <a:xfrm>
                  <a:off x="10902836" y="2048605"/>
                  <a:ext cx="914400" cy="9144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1600" b="1" dirty="0">
                      <a:solidFill>
                        <a:schemeClr val="accent4">
                          <a:lumMod val="75000"/>
                        </a:schemeClr>
                      </a:solidFill>
                    </a:rPr>
                    <a:t>Sum</a:t>
                  </a:r>
                </a:p>
              </p:txBody>
            </p:sp>
            <p:sp>
              <p:nvSpPr>
                <p:cNvPr id="60" name="Plus Sign 59">
                  <a:extLst>
                    <a:ext uri="{FF2B5EF4-FFF2-40B4-BE49-F238E27FC236}">
                      <a16:creationId xmlns:a16="http://schemas.microsoft.com/office/drawing/2014/main" id="{144974CC-6B0B-1531-28F5-A400E95A09B0}"/>
                    </a:ext>
                  </a:extLst>
                </p:cNvPr>
                <p:cNvSpPr/>
                <p:nvPr/>
              </p:nvSpPr>
              <p:spPr>
                <a:xfrm>
                  <a:off x="10902836" y="2213240"/>
                  <a:ext cx="914400" cy="914400"/>
                </a:xfrm>
                <a:prstGeom prst="mathPlus">
                  <a:avLst/>
                </a:prstGeom>
                <a:solidFill>
                  <a:schemeClr val="accent4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144000" bIns="144000" rtlCol="0" anchor="ctr"/>
                <a:lstStyle/>
                <a:p>
                  <a:pPr algn="ctr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200"/>
                    </a:spcAft>
                  </a:pPr>
                  <a:endParaRPr lang="en-GB" sz="1600" dirty="0" err="1"/>
                </a:p>
              </p:txBody>
            </p:sp>
          </p:grpSp>
        </p:grpSp>
        <p:sp>
          <p:nvSpPr>
            <p:cNvPr id="61" name="Arrow: Down 60">
              <a:extLst>
                <a:ext uri="{FF2B5EF4-FFF2-40B4-BE49-F238E27FC236}">
                  <a16:creationId xmlns:a16="http://schemas.microsoft.com/office/drawing/2014/main" id="{64B52CA5-9AAA-8ADF-74FA-891218181B55}"/>
                </a:ext>
              </a:extLst>
            </p:cNvPr>
            <p:cNvSpPr/>
            <p:nvPr/>
          </p:nvSpPr>
          <p:spPr>
            <a:xfrm>
              <a:off x="10384015" y="3257624"/>
              <a:ext cx="936000" cy="978408"/>
            </a:xfrm>
            <a:prstGeom prst="downArrow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C3CEBA7C-41C1-6A01-6353-34C918A2CDB0}"/>
                </a:ext>
              </a:extLst>
            </p:cNvPr>
            <p:cNvGrpSpPr/>
            <p:nvPr/>
          </p:nvGrpSpPr>
          <p:grpSpPr>
            <a:xfrm>
              <a:off x="10013084" y="4366016"/>
              <a:ext cx="1677863" cy="1858106"/>
              <a:chOff x="1033096" y="2286000"/>
              <a:chExt cx="1677863" cy="1858106"/>
            </a:xfrm>
          </p:grpSpPr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C2D82716-542A-93DE-69AA-BE52A2494F18}"/>
                  </a:ext>
                </a:extLst>
              </p:cNvPr>
              <p:cNvGrpSpPr/>
              <p:nvPr/>
            </p:nvGrpSpPr>
            <p:grpSpPr>
              <a:xfrm>
                <a:off x="1040420" y="2470638"/>
                <a:ext cx="1670539" cy="1673468"/>
                <a:chOff x="1040420" y="2470638"/>
                <a:chExt cx="1670539" cy="1673468"/>
              </a:xfrm>
            </p:grpSpPr>
            <p:cxnSp>
              <p:nvCxnSpPr>
                <p:cNvPr id="69" name="Straight Connector 68">
                  <a:extLst>
                    <a:ext uri="{FF2B5EF4-FFF2-40B4-BE49-F238E27FC236}">
                      <a16:creationId xmlns:a16="http://schemas.microsoft.com/office/drawing/2014/main" id="{02227701-13F1-10EA-724C-DE5AAB3479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40420" y="2470638"/>
                  <a:ext cx="0" cy="1670539"/>
                </a:xfrm>
                <a:prstGeom prst="line">
                  <a:avLst/>
                </a:prstGeom>
                <a:ln w="12700" cap="rnd">
                  <a:solidFill>
                    <a:schemeClr val="accent4">
                      <a:lumMod val="7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Straight Connector 69">
                  <a:extLst>
                    <a:ext uri="{FF2B5EF4-FFF2-40B4-BE49-F238E27FC236}">
                      <a16:creationId xmlns:a16="http://schemas.microsoft.com/office/drawing/2014/main" id="{CE37AABE-4C65-BB90-0CE7-2439665E8F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1875690" y="3308836"/>
                  <a:ext cx="0" cy="1670539"/>
                </a:xfrm>
                <a:prstGeom prst="line">
                  <a:avLst/>
                </a:prstGeom>
                <a:ln w="12700" cap="rnd">
                  <a:solidFill>
                    <a:schemeClr val="accent4">
                      <a:lumMod val="7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EEC2C07D-4BEE-8E9C-6AED-5C6E5B51F4D7}"/>
                  </a:ext>
                </a:extLst>
              </p:cNvPr>
              <p:cNvSpPr/>
              <p:nvPr/>
            </p:nvSpPr>
            <p:spPr>
              <a:xfrm>
                <a:off x="1033096" y="3327888"/>
                <a:ext cx="1578219" cy="589085"/>
              </a:xfrm>
              <a:custGeom>
                <a:avLst/>
                <a:gdLst>
                  <a:gd name="csX0" fmla="*/ 0 w 1578219"/>
                  <a:gd name="csY0" fmla="*/ 241789 h 589085"/>
                  <a:gd name="csX1" fmla="*/ 254977 w 1578219"/>
                  <a:gd name="csY1" fmla="*/ 184639 h 589085"/>
                  <a:gd name="csX2" fmla="*/ 356089 w 1578219"/>
                  <a:gd name="csY2" fmla="*/ 0 h 589085"/>
                  <a:gd name="csX3" fmla="*/ 571500 w 1578219"/>
                  <a:gd name="csY3" fmla="*/ 316524 h 589085"/>
                  <a:gd name="csX4" fmla="*/ 545123 w 1578219"/>
                  <a:gd name="csY4" fmla="*/ 553916 h 589085"/>
                  <a:gd name="csX5" fmla="*/ 606669 w 1578219"/>
                  <a:gd name="csY5" fmla="*/ 575897 h 589085"/>
                  <a:gd name="csX6" fmla="*/ 817685 w 1578219"/>
                  <a:gd name="csY6" fmla="*/ 589085 h 589085"/>
                  <a:gd name="csX7" fmla="*/ 888023 w 1578219"/>
                  <a:gd name="csY7" fmla="*/ 501162 h 589085"/>
                  <a:gd name="csX8" fmla="*/ 1050681 w 1578219"/>
                  <a:gd name="csY8" fmla="*/ 250581 h 589085"/>
                  <a:gd name="csX9" fmla="*/ 1239716 w 1578219"/>
                  <a:gd name="csY9" fmla="*/ 87924 h 589085"/>
                  <a:gd name="csX10" fmla="*/ 1296866 w 1578219"/>
                  <a:gd name="csY10" fmla="*/ 123093 h 589085"/>
                  <a:gd name="csX11" fmla="*/ 1565031 w 1578219"/>
                  <a:gd name="csY11" fmla="*/ 457200 h 589085"/>
                  <a:gd name="csX12" fmla="*/ 1578219 w 1578219"/>
                  <a:gd name="csY12" fmla="*/ 483577 h 5890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1578219" h="589085">
                    <a:moveTo>
                      <a:pt x="0" y="241789"/>
                    </a:moveTo>
                    <a:cubicBezTo>
                      <a:pt x="170000" y="225000"/>
                      <a:pt x="240000" y="0"/>
                      <a:pt x="356089" y="0"/>
                    </a:cubicBezTo>
                    <a:cubicBezTo>
                      <a:pt x="500000" y="0"/>
                      <a:pt x="490000" y="589085"/>
                      <a:pt x="730000" y="589085"/>
                    </a:cubicBezTo>
                    <a:cubicBezTo>
                      <a:pt x="930000" y="589085"/>
                      <a:pt x="1090000" y="87924"/>
                      <a:pt x="1239716" y="87924"/>
                    </a:cubicBezTo>
                    <a:cubicBezTo>
                      <a:pt x="1370000" y="87924"/>
                      <a:pt x="1480000" y="330000"/>
                      <a:pt x="1578219" y="483577"/>
                    </a:cubicBezTo>
                  </a:path>
                </a:pathLst>
              </a:custGeom>
              <a:noFill/>
              <a:ln w="31750" cap="rnd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pic>
            <p:nvPicPr>
              <p:cNvPr id="67" name="Graphic 66" descr="Electric car with solid fill">
                <a:extLst>
                  <a:ext uri="{FF2B5EF4-FFF2-40B4-BE49-F238E27FC236}">
                    <a16:creationId xmlns:a16="http://schemas.microsoft.com/office/drawing/2014/main" id="{05AAE832-CCC7-7340-2D6F-1F5F327E7B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316511" y="2538501"/>
                <a:ext cx="914400" cy="914400"/>
              </a:xfrm>
              <a:prstGeom prst="rect">
                <a:avLst/>
              </a:prstGeom>
            </p:spPr>
          </p:pic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055D2DDF-0AD6-1CBE-8AD0-BF7B3150D680}"/>
                  </a:ext>
                </a:extLst>
              </p:cNvPr>
              <p:cNvSpPr txBox="1"/>
              <p:nvPr/>
            </p:nvSpPr>
            <p:spPr>
              <a:xfrm>
                <a:off x="1175657" y="2286000"/>
                <a:ext cx="914400" cy="9144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600" dirty="0">
                    <a:solidFill>
                      <a:schemeClr val="accent4">
                        <a:lumMod val="75000"/>
                      </a:schemeClr>
                    </a:solidFill>
                  </a:rPr>
                  <a:t>Charging profile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5378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C6516-39EA-6FDC-1E2F-4D1A9E8F8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Each approach has its own uses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37903E-CCFB-548E-4F1F-9D2C6727B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5DC5B-6873-43DB-ADC7-B15ACCE0DFDB}" type="slidenum">
              <a:rPr lang="en-GB" noProof="0" smtClean="0"/>
              <a:t>10</a:t>
            </a:fld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5C064E-9457-2BEE-37C0-DF60028504E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B183EE-9626-A21A-AF0E-5EBB34D216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ED3349-3752-B6A9-18CA-EBA02E4E9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3810" y="2080042"/>
            <a:ext cx="4463025" cy="20637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A66240B-304B-1C75-0094-7C3AF4BE42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634" y="2089004"/>
            <a:ext cx="4580809" cy="204587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0D693FA-7349-0484-561A-5CF6079C8AA4}"/>
              </a:ext>
            </a:extLst>
          </p:cNvPr>
          <p:cNvSpPr txBox="1"/>
          <p:nvPr/>
        </p:nvSpPr>
        <p:spPr>
          <a:xfrm>
            <a:off x="5938010" y="1547789"/>
            <a:ext cx="6095256" cy="315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600" dirty="0">
                <a:solidFill>
                  <a:schemeClr val="accent4">
                    <a:lumMod val="75000"/>
                  </a:schemeClr>
                </a:solidFill>
              </a:rPr>
              <a:t>Stochastic approach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183960-03D1-BBE5-637B-BB0CF7227A3E}"/>
              </a:ext>
            </a:extLst>
          </p:cNvPr>
          <p:cNvSpPr txBox="1"/>
          <p:nvPr/>
        </p:nvSpPr>
        <p:spPr>
          <a:xfrm>
            <a:off x="728924" y="1547789"/>
            <a:ext cx="6095256" cy="315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600" dirty="0">
                <a:solidFill>
                  <a:schemeClr val="accent4">
                    <a:lumMod val="75000"/>
                  </a:schemeClr>
                </a:solidFill>
              </a:rPr>
              <a:t>Fleet approach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1B121D6-1ECD-59B5-11BC-A398C46B0A1A}"/>
              </a:ext>
            </a:extLst>
          </p:cNvPr>
          <p:cNvCxnSpPr/>
          <p:nvPr/>
        </p:nvCxnSpPr>
        <p:spPr>
          <a:xfrm>
            <a:off x="713681" y="1862812"/>
            <a:ext cx="4788000" cy="0"/>
          </a:xfrm>
          <a:prstGeom prst="line">
            <a:avLst/>
          </a:prstGeom>
          <a:ln w="12700" cap="rnd">
            <a:solidFill>
              <a:schemeClr val="accent4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6EB9A82-E0E1-80D6-F0D8-BCD5D0D8644C}"/>
              </a:ext>
            </a:extLst>
          </p:cNvPr>
          <p:cNvCxnSpPr/>
          <p:nvPr/>
        </p:nvCxnSpPr>
        <p:spPr>
          <a:xfrm>
            <a:off x="6013497" y="1863562"/>
            <a:ext cx="4788000" cy="0"/>
          </a:xfrm>
          <a:prstGeom prst="line">
            <a:avLst/>
          </a:prstGeom>
          <a:ln w="12700" cap="rnd">
            <a:solidFill>
              <a:schemeClr val="accent4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3BCF5D7-4B1C-75CB-07AA-8CE4A98EE635}"/>
              </a:ext>
            </a:extLst>
          </p:cNvPr>
          <p:cNvSpPr/>
          <p:nvPr/>
        </p:nvSpPr>
        <p:spPr>
          <a:xfrm>
            <a:off x="731524" y="4224088"/>
            <a:ext cx="4788000" cy="2160000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285750" indent="-285750"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1600" dirty="0"/>
              <a:t>Simple</a:t>
            </a:r>
          </a:p>
          <a:p>
            <a:pPr marL="285750" indent="-285750"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1600" dirty="0"/>
              <a:t>Reflects fleet behaviour</a:t>
            </a:r>
          </a:p>
          <a:p>
            <a:pPr marL="285750" indent="-285750"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1600" dirty="0"/>
              <a:t>Is appropriate for basic charging behaviour</a:t>
            </a:r>
          </a:p>
          <a:p>
            <a:pPr marL="285750" indent="-285750"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1600" dirty="0"/>
              <a:t>Sufficient for general insights and as supply for energy system models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A937525-F698-FA3C-550C-1664FEB31F56}"/>
              </a:ext>
            </a:extLst>
          </p:cNvPr>
          <p:cNvSpPr/>
          <p:nvPr/>
        </p:nvSpPr>
        <p:spPr>
          <a:xfrm>
            <a:off x="5852922" y="4220377"/>
            <a:ext cx="4788000" cy="2160000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285750" indent="-285750"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1600" dirty="0"/>
              <a:t>More complex</a:t>
            </a:r>
          </a:p>
          <a:p>
            <a:pPr marL="285750" indent="-285750"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1600" dirty="0"/>
              <a:t>Shows individual vehicle </a:t>
            </a:r>
            <a:r>
              <a:rPr lang="en-GB" sz="1600" dirty="0" err="1"/>
              <a:t>behavior</a:t>
            </a:r>
            <a:endParaRPr lang="en-GB" sz="1600" dirty="0"/>
          </a:p>
          <a:p>
            <a:pPr marL="285750" indent="-285750"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1600" dirty="0"/>
              <a:t>Allows for more complex charging behaviour (including decisions based on state of charge and more complex network interactions)</a:t>
            </a:r>
          </a:p>
          <a:p>
            <a:pPr marL="285750" indent="-285750"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1600" dirty="0"/>
              <a:t>Allows for deeper policy testing</a:t>
            </a:r>
          </a:p>
          <a:p>
            <a:pPr marL="285750" indent="-285750"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384545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9C955-3057-E550-FC13-202E20205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E15A0-1725-4708-4D6C-811F7262A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047" y="722921"/>
            <a:ext cx="10751275" cy="369025"/>
          </a:xfrm>
        </p:spPr>
        <p:txBody>
          <a:bodyPr/>
          <a:lstStyle/>
          <a:p>
            <a:r>
              <a:rPr lang="nl-NL" dirty="0" err="1"/>
              <a:t>Add</a:t>
            </a:r>
            <a:r>
              <a:rPr lang="nl-NL" dirty="0"/>
              <a:t> more features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stochastic</a:t>
            </a:r>
            <a:r>
              <a:rPr lang="nl-NL" dirty="0"/>
              <a:t> approach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AC7440-F197-72AD-56AE-C6F4B365AC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1ED3F2-F809-AC6C-E019-64E0DC761F4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GB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C9710D7-9CFB-F53B-CE1A-A2C947E05FD9}"/>
              </a:ext>
            </a:extLst>
          </p:cNvPr>
          <p:cNvGrpSpPr/>
          <p:nvPr/>
        </p:nvGrpSpPr>
        <p:grpSpPr>
          <a:xfrm>
            <a:off x="5313254" y="3169084"/>
            <a:ext cx="1512000" cy="1368000"/>
            <a:chOff x="757682" y="1686366"/>
            <a:chExt cx="1512000" cy="1368000"/>
          </a:xfrm>
        </p:grpSpPr>
        <p:sp>
          <p:nvSpPr>
            <p:cNvPr id="12" name="Flowchart: Alternate Process 11">
              <a:extLst>
                <a:ext uri="{FF2B5EF4-FFF2-40B4-BE49-F238E27FC236}">
                  <a16:creationId xmlns:a16="http://schemas.microsoft.com/office/drawing/2014/main" id="{D413E46A-5ED1-5328-7C1C-1E5436E1E207}"/>
                </a:ext>
              </a:extLst>
            </p:cNvPr>
            <p:cNvSpPr/>
            <p:nvPr/>
          </p:nvSpPr>
          <p:spPr>
            <a:xfrm>
              <a:off x="757682" y="1686366"/>
              <a:ext cx="1512000" cy="1368000"/>
            </a:xfrm>
            <a:prstGeom prst="flowChartAlternateProcess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endParaRP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9C0650F6-64D0-25A7-F7D7-F0A1785BE6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6673" y="1871166"/>
              <a:ext cx="1303058" cy="998399"/>
            </a:xfrm>
            <a:prstGeom prst="rect">
              <a:avLst/>
            </a:prstGeom>
          </p:spPr>
        </p:pic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C4FB2166-3AA2-4543-72F0-AA6ECAE8B3CE}"/>
              </a:ext>
            </a:extLst>
          </p:cNvPr>
          <p:cNvGrpSpPr/>
          <p:nvPr/>
        </p:nvGrpSpPr>
        <p:grpSpPr>
          <a:xfrm>
            <a:off x="725363" y="1403840"/>
            <a:ext cx="3277272" cy="4860000"/>
            <a:chOff x="413237" y="1406769"/>
            <a:chExt cx="3277272" cy="4860000"/>
          </a:xfrm>
        </p:grpSpPr>
        <p:sp>
          <p:nvSpPr>
            <p:cNvPr id="9" name="Flowchart: Alternate Process 8">
              <a:extLst>
                <a:ext uri="{FF2B5EF4-FFF2-40B4-BE49-F238E27FC236}">
                  <a16:creationId xmlns:a16="http://schemas.microsoft.com/office/drawing/2014/main" id="{9C6E6104-83C3-31E5-7295-D5A9131B46E4}"/>
                </a:ext>
              </a:extLst>
            </p:cNvPr>
            <p:cNvSpPr/>
            <p:nvPr/>
          </p:nvSpPr>
          <p:spPr>
            <a:xfrm>
              <a:off x="413237" y="1406769"/>
              <a:ext cx="3204000" cy="2160000"/>
            </a:xfrm>
            <a:prstGeom prst="flowChartAlternateProcess">
              <a:avLst/>
            </a:prstGeom>
            <a:noFill/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0" rIns="144000" bIns="14400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2400" b="1" i="0" u="none" strike="noStrike" kern="1200" cap="none" spc="0" normalizeH="0" baseline="0" noProof="0" err="1">
                  <a:ln>
                    <a:noFill/>
                  </a:ln>
                  <a:solidFill>
                    <a:srgbClr val="123EB7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Grid</a:t>
              </a:r>
              <a:r>
                <a:rPr kumimoji="0" lang="nl-NL" sz="2400" b="1" i="0" u="none" strike="noStrike" kern="1200" cap="none" spc="0" normalizeH="0" baseline="0" noProof="0">
                  <a:ln>
                    <a:noFill/>
                  </a:ln>
                  <a:solidFill>
                    <a:srgbClr val="123EB7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 </a:t>
              </a:r>
              <a:r>
                <a:rPr kumimoji="0" lang="nl-NL" sz="2400" b="1" i="0" u="none" strike="noStrike" kern="1200" cap="none" spc="0" normalizeH="0" baseline="0" noProof="0" err="1">
                  <a:ln>
                    <a:noFill/>
                  </a:ln>
                  <a:solidFill>
                    <a:srgbClr val="123EB7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models</a:t>
              </a:r>
              <a:endParaRPr kumimoji="0" lang="en-GB" sz="2400" b="1" i="0" u="none" strike="noStrike" kern="1200" cap="none" spc="0" normalizeH="0" baseline="0" noProof="0" err="1">
                <a:ln>
                  <a:noFill/>
                </a:ln>
                <a:solidFill>
                  <a:srgbClr val="123EB7"/>
                </a:solidFill>
                <a:effectLst/>
                <a:uLnTx/>
                <a:uFillTx/>
                <a:latin typeface="FS Me Pro"/>
                <a:ea typeface="+mn-ea"/>
                <a:cs typeface="+mn-cs"/>
              </a:endParaRPr>
            </a:p>
          </p:txBody>
        </p:sp>
        <p:pic>
          <p:nvPicPr>
            <p:cNvPr id="15" name="Graphic 14" descr="Electric Tower with solid fill">
              <a:extLst>
                <a:ext uri="{FF2B5EF4-FFF2-40B4-BE49-F238E27FC236}">
                  <a16:creationId xmlns:a16="http://schemas.microsoft.com/office/drawing/2014/main" id="{3159936B-49C1-D9E8-DEC6-F075F36D811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792146" y="1903519"/>
              <a:ext cx="1512000" cy="1512000"/>
            </a:xfrm>
            <a:prstGeom prst="rect">
              <a:avLst/>
            </a:prstGeom>
          </p:spPr>
        </p:pic>
        <p:pic>
          <p:nvPicPr>
            <p:cNvPr id="17" name="Graphic 16" descr="Mental Health with solid fill">
              <a:extLst>
                <a:ext uri="{FF2B5EF4-FFF2-40B4-BE49-F238E27FC236}">
                  <a16:creationId xmlns:a16="http://schemas.microsoft.com/office/drawing/2014/main" id="{D7EF1DE9-91F8-6362-2080-943441EC955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14474" y="4598907"/>
              <a:ext cx="1512000" cy="1512000"/>
            </a:xfrm>
            <a:prstGeom prst="rect">
              <a:avLst/>
            </a:prstGeom>
          </p:spPr>
        </p:pic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1A581B0-7194-A928-B043-88CB2CE1346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60312" y="1903519"/>
              <a:ext cx="1336151" cy="1512000"/>
              <a:chOff x="7515929" y="1759604"/>
              <a:chExt cx="2731373" cy="3090848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6E09CA9F-CD25-E868-8ED0-EA7942A09A00}"/>
                  </a:ext>
                </a:extLst>
              </p:cNvPr>
              <p:cNvGrpSpPr/>
              <p:nvPr/>
            </p:nvGrpSpPr>
            <p:grpSpPr>
              <a:xfrm>
                <a:off x="7801888" y="2165011"/>
                <a:ext cx="2159454" cy="2685441"/>
                <a:chOff x="4998584" y="1735520"/>
                <a:chExt cx="2159454" cy="2685441"/>
              </a:xfrm>
            </p:grpSpPr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C22CFB77-E661-A721-CB10-748D1D028499}"/>
                    </a:ext>
                  </a:extLst>
                </p:cNvPr>
                <p:cNvSpPr/>
                <p:nvPr/>
              </p:nvSpPr>
              <p:spPr>
                <a:xfrm>
                  <a:off x="5359854" y="2800350"/>
                  <a:ext cx="1436914" cy="1420586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144000" bIns="14400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2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6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FS Me Pro"/>
                    <a:ea typeface="+mn-ea"/>
                    <a:cs typeface="+mn-cs"/>
                  </a:endParaRP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74978C5D-4E0A-7A55-468F-D1C5FFF47A78}"/>
                    </a:ext>
                  </a:extLst>
                </p:cNvPr>
                <p:cNvSpPr/>
                <p:nvPr/>
              </p:nvSpPr>
              <p:spPr>
                <a:xfrm>
                  <a:off x="4998584" y="2637064"/>
                  <a:ext cx="2159454" cy="200025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144000" bIns="14400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2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6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FS Me Pro"/>
                    <a:ea typeface="+mn-ea"/>
                    <a:cs typeface="+mn-cs"/>
                  </a:endParaRP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C54591F8-7B70-6453-637B-B8E045A72AE4}"/>
                    </a:ext>
                  </a:extLst>
                </p:cNvPr>
                <p:cNvSpPr/>
                <p:nvPr/>
              </p:nvSpPr>
              <p:spPr>
                <a:xfrm>
                  <a:off x="4998584" y="4220936"/>
                  <a:ext cx="2159454" cy="200025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144000" bIns="14400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2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6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FS Me Pro"/>
                    <a:ea typeface="+mn-ea"/>
                    <a:cs typeface="+mn-cs"/>
                  </a:endParaRPr>
                </a:p>
              </p:txBody>
            </p:sp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02850252-5ECC-FB4C-58DF-C7644984A7D5}"/>
                    </a:ext>
                  </a:extLst>
                </p:cNvPr>
                <p:cNvGrpSpPr/>
                <p:nvPr/>
              </p:nvGrpSpPr>
              <p:grpSpPr>
                <a:xfrm>
                  <a:off x="5395232" y="1735520"/>
                  <a:ext cx="405471" cy="1456231"/>
                  <a:chOff x="5436064" y="1665660"/>
                  <a:chExt cx="405471" cy="1456231"/>
                </a:xfrm>
              </p:grpSpPr>
              <p:grpSp>
                <p:nvGrpSpPr>
                  <p:cNvPr id="57" name="Group 56">
                    <a:extLst>
                      <a:ext uri="{FF2B5EF4-FFF2-40B4-BE49-F238E27FC236}">
                        <a16:creationId xmlns:a16="http://schemas.microsoft.com/office/drawing/2014/main" id="{DAF7ADFF-142B-A20A-F3B7-346FA34A50D6}"/>
                      </a:ext>
                    </a:extLst>
                  </p:cNvPr>
                  <p:cNvGrpSpPr/>
                  <p:nvPr/>
                </p:nvGrpSpPr>
                <p:grpSpPr>
                  <a:xfrm>
                    <a:off x="5436064" y="1665660"/>
                    <a:ext cx="405471" cy="1456231"/>
                    <a:chOff x="5436064" y="1665660"/>
                    <a:chExt cx="405471" cy="1456231"/>
                  </a:xfrm>
                </p:grpSpPr>
                <p:cxnSp>
                  <p:nvCxnSpPr>
                    <p:cNvPr id="60" name="Straight Connector 59">
                      <a:extLst>
                        <a:ext uri="{FF2B5EF4-FFF2-40B4-BE49-F238E27FC236}">
                          <a16:creationId xmlns:a16="http://schemas.microsoft.com/office/drawing/2014/main" id="{9083CE2B-9A2D-179F-1B19-C8621CB9FF4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633718" y="1665660"/>
                      <a:ext cx="5082" cy="1456231"/>
                    </a:xfrm>
                    <a:prstGeom prst="line">
                      <a:avLst/>
                    </a:prstGeom>
                    <a:ln w="53340" cap="rnd">
                      <a:solidFill>
                        <a:schemeClr val="accent4"/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61" name="Group 60">
                      <a:extLst>
                        <a:ext uri="{FF2B5EF4-FFF2-40B4-BE49-F238E27FC236}">
                          <a16:creationId xmlns:a16="http://schemas.microsoft.com/office/drawing/2014/main" id="{942F5DE9-F91D-B8D8-AF0B-54E00CA0361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436064" y="1912489"/>
                      <a:ext cx="405471" cy="520800"/>
                      <a:chOff x="3330637" y="2164530"/>
                      <a:chExt cx="405471" cy="520800"/>
                    </a:xfrm>
                  </p:grpSpPr>
                  <p:sp>
                    <p:nvSpPr>
                      <p:cNvPr id="62" name="Flowchart: Manual Operation 61">
                        <a:extLst>
                          <a:ext uri="{FF2B5EF4-FFF2-40B4-BE49-F238E27FC236}">
                            <a16:creationId xmlns:a16="http://schemas.microsoft.com/office/drawing/2014/main" id="{B94C7CF5-C368-0C3B-521A-A6F2E955487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1645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63" name="Flowchart: Manual Operation 62">
                        <a:extLst>
                          <a:ext uri="{FF2B5EF4-FFF2-40B4-BE49-F238E27FC236}">
                            <a16:creationId xmlns:a16="http://schemas.microsoft.com/office/drawing/2014/main" id="{C9730747-8014-0C73-C542-625E91FECBE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3169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64" name="Flowchart: Manual Operation 63">
                        <a:extLst>
                          <a:ext uri="{FF2B5EF4-FFF2-40B4-BE49-F238E27FC236}">
                            <a16:creationId xmlns:a16="http://schemas.microsoft.com/office/drawing/2014/main" id="{AA11724D-9E65-22C1-6B83-ADAA3AA723B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4693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59" name="Rectangle 58">
                    <a:extLst>
                      <a:ext uri="{FF2B5EF4-FFF2-40B4-BE49-F238E27FC236}">
                        <a16:creationId xmlns:a16="http://schemas.microsoft.com/office/drawing/2014/main" id="{A6CE8EA1-E02D-9459-D91C-9B553AC5031E}"/>
                      </a:ext>
                    </a:extLst>
                  </p:cNvPr>
                  <p:cNvSpPr/>
                  <p:nvPr/>
                </p:nvSpPr>
                <p:spPr>
                  <a:xfrm>
                    <a:off x="5499791" y="2426404"/>
                    <a:ext cx="267854" cy="143164"/>
                  </a:xfrm>
                  <a:prstGeom prst="rect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44000" tIns="144000" rIns="144000" bIns="14400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2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600" b="0" i="0" u="none" strike="noStrike" kern="1200" cap="none" spc="0" normalizeH="0" baseline="0" noProof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FS Me Pro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52827B11-AFD4-2FB5-FB6B-9EA3126CB051}"/>
                    </a:ext>
                  </a:extLst>
                </p:cNvPr>
                <p:cNvGrpSpPr/>
                <p:nvPr/>
              </p:nvGrpSpPr>
              <p:grpSpPr>
                <a:xfrm>
                  <a:off x="5905060" y="1735520"/>
                  <a:ext cx="405471" cy="1456231"/>
                  <a:chOff x="5436064" y="1665660"/>
                  <a:chExt cx="405471" cy="1456231"/>
                </a:xfrm>
              </p:grpSpPr>
              <p:grpSp>
                <p:nvGrpSpPr>
                  <p:cNvPr id="45" name="Group 44">
                    <a:extLst>
                      <a:ext uri="{FF2B5EF4-FFF2-40B4-BE49-F238E27FC236}">
                        <a16:creationId xmlns:a16="http://schemas.microsoft.com/office/drawing/2014/main" id="{E04F54BB-591A-F410-6FB1-39D1731050D0}"/>
                      </a:ext>
                    </a:extLst>
                  </p:cNvPr>
                  <p:cNvGrpSpPr/>
                  <p:nvPr/>
                </p:nvGrpSpPr>
                <p:grpSpPr>
                  <a:xfrm>
                    <a:off x="5436064" y="1665660"/>
                    <a:ext cx="405471" cy="1456231"/>
                    <a:chOff x="5436064" y="1665660"/>
                    <a:chExt cx="405471" cy="1456231"/>
                  </a:xfrm>
                </p:grpSpPr>
                <p:cxnSp>
                  <p:nvCxnSpPr>
                    <p:cNvPr id="47" name="Straight Connector 46">
                      <a:extLst>
                        <a:ext uri="{FF2B5EF4-FFF2-40B4-BE49-F238E27FC236}">
                          <a16:creationId xmlns:a16="http://schemas.microsoft.com/office/drawing/2014/main" id="{21FFA805-3CCC-E1EC-DDDF-90A7121917A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633718" y="1665660"/>
                      <a:ext cx="5082" cy="1456231"/>
                    </a:xfrm>
                    <a:prstGeom prst="line">
                      <a:avLst/>
                    </a:prstGeom>
                    <a:ln w="53340" cap="rnd">
                      <a:solidFill>
                        <a:schemeClr val="accent4"/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49" name="Group 48">
                      <a:extLst>
                        <a:ext uri="{FF2B5EF4-FFF2-40B4-BE49-F238E27FC236}">
                          <a16:creationId xmlns:a16="http://schemas.microsoft.com/office/drawing/2014/main" id="{B3BCA24F-A195-15F3-A46D-3FC085D42D6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436064" y="1912489"/>
                      <a:ext cx="405471" cy="520800"/>
                      <a:chOff x="3330637" y="2164530"/>
                      <a:chExt cx="405471" cy="520800"/>
                    </a:xfrm>
                  </p:grpSpPr>
                  <p:sp>
                    <p:nvSpPr>
                      <p:cNvPr id="51" name="Flowchart: Manual Operation 50">
                        <a:extLst>
                          <a:ext uri="{FF2B5EF4-FFF2-40B4-BE49-F238E27FC236}">
                            <a16:creationId xmlns:a16="http://schemas.microsoft.com/office/drawing/2014/main" id="{1331A947-0223-B51F-3BE6-2EFF3F3C21B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1645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53" name="Flowchart: Manual Operation 52">
                        <a:extLst>
                          <a:ext uri="{FF2B5EF4-FFF2-40B4-BE49-F238E27FC236}">
                            <a16:creationId xmlns:a16="http://schemas.microsoft.com/office/drawing/2014/main" id="{B7E64B9E-3D53-078E-30FC-581B257BD5A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3169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55" name="Flowchart: Manual Operation 54">
                        <a:extLst>
                          <a:ext uri="{FF2B5EF4-FFF2-40B4-BE49-F238E27FC236}">
                            <a16:creationId xmlns:a16="http://schemas.microsoft.com/office/drawing/2014/main" id="{CA9C3BF1-5764-CF92-701D-01DD64CBB16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4693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56294479-A3C8-1A77-FAEA-32264E645C6D}"/>
                      </a:ext>
                    </a:extLst>
                  </p:cNvPr>
                  <p:cNvSpPr/>
                  <p:nvPr/>
                </p:nvSpPr>
                <p:spPr>
                  <a:xfrm>
                    <a:off x="5499791" y="2426404"/>
                    <a:ext cx="267854" cy="143164"/>
                  </a:xfrm>
                  <a:prstGeom prst="rect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44000" tIns="144000" rIns="144000" bIns="14400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2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600" b="0" i="0" u="none" strike="noStrike" kern="1200" cap="none" spc="0" normalizeH="0" baseline="0" noProof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FS Me Pro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28" name="Group 27">
                  <a:extLst>
                    <a:ext uri="{FF2B5EF4-FFF2-40B4-BE49-F238E27FC236}">
                      <a16:creationId xmlns:a16="http://schemas.microsoft.com/office/drawing/2014/main" id="{AABDF842-0B54-2195-0E60-A77660E6C604}"/>
                    </a:ext>
                  </a:extLst>
                </p:cNvPr>
                <p:cNvGrpSpPr/>
                <p:nvPr/>
              </p:nvGrpSpPr>
              <p:grpSpPr>
                <a:xfrm>
                  <a:off x="6414887" y="1735520"/>
                  <a:ext cx="405471" cy="1456231"/>
                  <a:chOff x="5436064" y="1665660"/>
                  <a:chExt cx="405471" cy="1456231"/>
                </a:xfrm>
              </p:grpSpPr>
              <p:grpSp>
                <p:nvGrpSpPr>
                  <p:cNvPr id="32" name="Group 31">
                    <a:extLst>
                      <a:ext uri="{FF2B5EF4-FFF2-40B4-BE49-F238E27FC236}">
                        <a16:creationId xmlns:a16="http://schemas.microsoft.com/office/drawing/2014/main" id="{107B7425-1FE1-B88D-70EF-0B2FD2066F9F}"/>
                      </a:ext>
                    </a:extLst>
                  </p:cNvPr>
                  <p:cNvGrpSpPr/>
                  <p:nvPr/>
                </p:nvGrpSpPr>
                <p:grpSpPr>
                  <a:xfrm>
                    <a:off x="5436064" y="1665660"/>
                    <a:ext cx="405471" cy="1456231"/>
                    <a:chOff x="5436064" y="1665660"/>
                    <a:chExt cx="405471" cy="1456231"/>
                  </a:xfrm>
                </p:grpSpPr>
                <p:cxnSp>
                  <p:nvCxnSpPr>
                    <p:cNvPr id="34" name="Straight Connector 33">
                      <a:extLst>
                        <a:ext uri="{FF2B5EF4-FFF2-40B4-BE49-F238E27FC236}">
                          <a16:creationId xmlns:a16="http://schemas.microsoft.com/office/drawing/2014/main" id="{A090C0AE-4B58-E87E-0490-6B81F9E4B3A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633718" y="1665660"/>
                      <a:ext cx="5082" cy="1456231"/>
                    </a:xfrm>
                    <a:prstGeom prst="line">
                      <a:avLst/>
                    </a:prstGeom>
                    <a:ln w="53340" cap="rnd">
                      <a:solidFill>
                        <a:schemeClr val="accent4"/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36" name="Group 35">
                      <a:extLst>
                        <a:ext uri="{FF2B5EF4-FFF2-40B4-BE49-F238E27FC236}">
                          <a16:creationId xmlns:a16="http://schemas.microsoft.com/office/drawing/2014/main" id="{5E844CBD-6736-5E08-98D7-3ECD419DE76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436064" y="1912489"/>
                      <a:ext cx="405471" cy="520800"/>
                      <a:chOff x="3330637" y="2164530"/>
                      <a:chExt cx="405471" cy="520800"/>
                    </a:xfrm>
                  </p:grpSpPr>
                  <p:sp>
                    <p:nvSpPr>
                      <p:cNvPr id="37" name="Flowchart: Manual Operation 36">
                        <a:extLst>
                          <a:ext uri="{FF2B5EF4-FFF2-40B4-BE49-F238E27FC236}">
                            <a16:creationId xmlns:a16="http://schemas.microsoft.com/office/drawing/2014/main" id="{21EFFDF2-0C3A-CDDE-C823-294D2CF3EF6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1645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38" name="Flowchart: Manual Operation 37">
                        <a:extLst>
                          <a:ext uri="{FF2B5EF4-FFF2-40B4-BE49-F238E27FC236}">
                            <a16:creationId xmlns:a16="http://schemas.microsoft.com/office/drawing/2014/main" id="{710827C6-08D9-FF9B-8B47-DD8FFFFD933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3169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44" name="Flowchart: Manual Operation 43">
                        <a:extLst>
                          <a:ext uri="{FF2B5EF4-FFF2-40B4-BE49-F238E27FC236}">
                            <a16:creationId xmlns:a16="http://schemas.microsoft.com/office/drawing/2014/main" id="{71F80E46-16F9-998A-795A-C0DB5B765AC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4693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04096BA2-F232-78E3-CF40-F26A146D8152}"/>
                      </a:ext>
                    </a:extLst>
                  </p:cNvPr>
                  <p:cNvSpPr/>
                  <p:nvPr/>
                </p:nvSpPr>
                <p:spPr>
                  <a:xfrm>
                    <a:off x="5499791" y="2426404"/>
                    <a:ext cx="267854" cy="143164"/>
                  </a:xfrm>
                  <a:prstGeom prst="rect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44000" tIns="144000" rIns="144000" bIns="14400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2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600" b="0" i="0" u="none" strike="noStrike" kern="1200" cap="none" spc="0" normalizeH="0" baseline="0" noProof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FS Me Pro"/>
                      <a:ea typeface="+mn-ea"/>
                      <a:cs typeface="+mn-cs"/>
                    </a:endParaRPr>
                  </a:p>
                </p:txBody>
              </p:sp>
            </p:grpSp>
            <p:pic>
              <p:nvPicPr>
                <p:cNvPr id="29" name="Graphic 28" descr="High voltage with solid fill">
                  <a:extLst>
                    <a:ext uri="{FF2B5EF4-FFF2-40B4-BE49-F238E27FC236}">
                      <a16:creationId xmlns:a16="http://schemas.microsoft.com/office/drawing/2014/main" id="{E1FA16A4-1CD5-6B9C-A598-E9B91FFF8A4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45513" y="2965337"/>
                  <a:ext cx="914400" cy="914400"/>
                </a:xfrm>
                <a:prstGeom prst="rect">
                  <a:avLst/>
                </a:prstGeom>
              </p:spPr>
            </p:pic>
          </p:grp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FCB0987-FDB3-48FB-8463-60B81466E86A}"/>
                  </a:ext>
                </a:extLst>
              </p:cNvPr>
              <p:cNvSpPr txBox="1"/>
              <p:nvPr/>
            </p:nvSpPr>
            <p:spPr>
              <a:xfrm>
                <a:off x="7515929" y="1759604"/>
                <a:ext cx="2731373" cy="44098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600" b="0" i="0" u="none" strike="noStrike" kern="1200" cap="none" spc="0" normalizeH="0" baseline="0" noProof="0">
                  <a:ln>
                    <a:noFill/>
                  </a:ln>
                  <a:solidFill>
                    <a:srgbClr val="002484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endParaRPr>
              </a:p>
            </p:txBody>
          </p:sp>
        </p:grpSp>
        <p:pic>
          <p:nvPicPr>
            <p:cNvPr id="71" name="Graphic 70" descr="Group success with solid fill">
              <a:extLst>
                <a:ext uri="{FF2B5EF4-FFF2-40B4-BE49-F238E27FC236}">
                  <a16:creationId xmlns:a16="http://schemas.microsoft.com/office/drawing/2014/main" id="{7176BD61-4F21-DF1F-78DA-A8DCDA3F9A6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792126" y="4598907"/>
              <a:ext cx="1512000" cy="1512000"/>
            </a:xfrm>
            <a:prstGeom prst="rect">
              <a:avLst/>
            </a:prstGeom>
          </p:spPr>
        </p:pic>
        <p:sp>
          <p:nvSpPr>
            <p:cNvPr id="73" name="Flowchart: Alternate Process 72">
              <a:extLst>
                <a:ext uri="{FF2B5EF4-FFF2-40B4-BE49-F238E27FC236}">
                  <a16:creationId xmlns:a16="http://schemas.microsoft.com/office/drawing/2014/main" id="{2A789FB3-2BB8-20DF-6FA2-AC8A5306AA33}"/>
                </a:ext>
              </a:extLst>
            </p:cNvPr>
            <p:cNvSpPr/>
            <p:nvPr/>
          </p:nvSpPr>
          <p:spPr>
            <a:xfrm>
              <a:off x="486509" y="4106769"/>
              <a:ext cx="3204000" cy="2160000"/>
            </a:xfrm>
            <a:prstGeom prst="flowChartAlternateProcess">
              <a:avLst/>
            </a:prstGeom>
            <a:noFill/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14400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User </a:t>
              </a:r>
              <a:r>
                <a:rPr kumimoji="0" lang="nl-NL" sz="2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behaviour</a:t>
              </a:r>
              <a:endPara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FS Me Pro"/>
                <a:ea typeface="+mn-ea"/>
                <a:cs typeface="+mn-cs"/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C0AAAC7C-D8E3-FB14-6A1A-AFBE6F97548C}"/>
              </a:ext>
            </a:extLst>
          </p:cNvPr>
          <p:cNvGrpSpPr>
            <a:grpSpLocks noChangeAspect="1"/>
          </p:cNvGrpSpPr>
          <p:nvPr/>
        </p:nvGrpSpPr>
        <p:grpSpPr>
          <a:xfrm>
            <a:off x="9272825" y="2155757"/>
            <a:ext cx="839105" cy="1332000"/>
            <a:chOff x="4291398" y="2212866"/>
            <a:chExt cx="2085009" cy="3309760"/>
          </a:xfrm>
        </p:grpSpPr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C4D5E1C4-F3BF-35C6-8830-33DB4FB14B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91398" y="2212866"/>
              <a:ext cx="2085009" cy="3309760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endParaRPr>
            </a:p>
          </p:txBody>
        </p:sp>
        <p:pic>
          <p:nvPicPr>
            <p:cNvPr id="67" name="Graphic 66" descr="Plugged Unplugged with solid fill">
              <a:extLst>
                <a:ext uri="{FF2B5EF4-FFF2-40B4-BE49-F238E27FC236}">
                  <a16:creationId xmlns:a16="http://schemas.microsoft.com/office/drawing/2014/main" id="{ECAA1586-FD07-D762-35B0-E439BDE1810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477399" y="3011243"/>
              <a:ext cx="1713006" cy="1713006"/>
            </a:xfrm>
            <a:prstGeom prst="rect">
              <a:avLst/>
            </a:prstGeom>
          </p:spPr>
        </p:pic>
      </p:grpSp>
      <p:sp>
        <p:nvSpPr>
          <p:cNvPr id="75" name="Flowchart: Alternate Process 74">
            <a:extLst>
              <a:ext uri="{FF2B5EF4-FFF2-40B4-BE49-F238E27FC236}">
                <a16:creationId xmlns:a16="http://schemas.microsoft.com/office/drawing/2014/main" id="{FCA2CAA1-3F58-8104-A021-308429D91DF1}"/>
              </a:ext>
            </a:extLst>
          </p:cNvPr>
          <p:cNvSpPr/>
          <p:nvPr/>
        </p:nvSpPr>
        <p:spPr>
          <a:xfrm>
            <a:off x="8135872" y="1403840"/>
            <a:ext cx="3204000" cy="2160000"/>
          </a:xfrm>
          <a:prstGeom prst="flowChartAlternateProcess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4400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2400" b="1" i="0" u="none" strike="noStrike" kern="1200" cap="none" spc="0" normalizeH="0" baseline="0" noProof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Charging</a:t>
            </a:r>
            <a:r>
              <a:rPr kumimoji="0" lang="nl-NL" sz="24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 </a:t>
            </a:r>
            <a:r>
              <a:rPr kumimoji="0" lang="nl-NL" sz="2400" b="1" i="0" u="none" strike="noStrike" kern="1200" cap="none" spc="0" normalizeH="0" baseline="0" noProof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infrastructure</a:t>
            </a:r>
            <a:endParaRPr kumimoji="0" lang="en-GB" sz="2400" b="1" i="0" u="none" strike="noStrike" kern="1200" cap="none" spc="0" normalizeH="0" baseline="0" noProof="0" err="1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FS Me Pro"/>
              <a:ea typeface="+mn-ea"/>
              <a:cs typeface="+mn-cs"/>
            </a:endParaRPr>
          </a:p>
        </p:txBody>
      </p:sp>
      <p:sp>
        <p:nvSpPr>
          <p:cNvPr id="77" name="Flowchart: Alternate Process 76">
            <a:extLst>
              <a:ext uri="{FF2B5EF4-FFF2-40B4-BE49-F238E27FC236}">
                <a16:creationId xmlns:a16="http://schemas.microsoft.com/office/drawing/2014/main" id="{EBFF0D28-CEDC-C6E2-68FE-F4FFB602BB9A}"/>
              </a:ext>
            </a:extLst>
          </p:cNvPr>
          <p:cNvSpPr/>
          <p:nvPr/>
        </p:nvSpPr>
        <p:spPr>
          <a:xfrm>
            <a:off x="8209144" y="4103840"/>
            <a:ext cx="3204000" cy="2160000"/>
          </a:xfrm>
          <a:prstGeom prst="flowChartAlternateProcess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4400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2400" b="1" i="0" u="none" strike="noStrike" kern="1200" cap="none" spc="0" normalizeH="0" baseline="0" noProof="0" err="1">
                <a:ln>
                  <a:noFill/>
                </a:ln>
                <a:solidFill>
                  <a:srgbClr val="002484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Charging</a:t>
            </a:r>
            <a:r>
              <a:rPr kumimoji="0" lang="nl-NL" sz="2400" b="1" i="0" u="none" strike="noStrike" kern="1200" cap="none" spc="0" normalizeH="0" baseline="0" noProof="0">
                <a:ln>
                  <a:noFill/>
                </a:ln>
                <a:solidFill>
                  <a:srgbClr val="002484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 </a:t>
            </a:r>
            <a:r>
              <a:rPr kumimoji="0" lang="nl-NL" sz="2400" b="1" i="0" u="none" strike="noStrike" kern="1200" cap="none" spc="0" normalizeH="0" baseline="0" noProof="0" err="1">
                <a:ln>
                  <a:noFill/>
                </a:ln>
                <a:solidFill>
                  <a:srgbClr val="002484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strategies</a:t>
            </a:r>
            <a:endParaRPr kumimoji="0" lang="en-GB" sz="2400" b="1" i="0" u="none" strike="noStrike" kern="1200" cap="none" spc="0" normalizeH="0" baseline="0" noProof="0" err="1">
              <a:ln>
                <a:noFill/>
              </a:ln>
              <a:solidFill>
                <a:srgbClr val="002484"/>
              </a:solidFill>
              <a:effectLst/>
              <a:uLnTx/>
              <a:uFillTx/>
              <a:latin typeface="FS Me Pro"/>
              <a:ea typeface="+mn-ea"/>
              <a:cs typeface="+mn-cs"/>
            </a:endParaRPr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2C85B5C9-4A40-ADF4-06EF-B2364FA76AA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4381" y="4841775"/>
            <a:ext cx="2880000" cy="1070777"/>
          </a:xfrm>
          <a:prstGeom prst="rect">
            <a:avLst/>
          </a:prstGeom>
        </p:spPr>
      </p:pic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7333C08A-1715-C405-E9C8-EC074FD50719}"/>
              </a:ext>
            </a:extLst>
          </p:cNvPr>
          <p:cNvCxnSpPr>
            <a:cxnSpLocks/>
            <a:stCxn id="9" idx="3"/>
            <a:endCxn id="12" idx="0"/>
          </p:cNvCxnSpPr>
          <p:nvPr/>
        </p:nvCxnSpPr>
        <p:spPr>
          <a:xfrm>
            <a:off x="3929363" y="2483840"/>
            <a:ext cx="2139891" cy="685244"/>
          </a:xfrm>
          <a:prstGeom prst="bentConnector2">
            <a:avLst/>
          </a:prstGeom>
          <a:ln w="152400" cap="rnd">
            <a:solidFill>
              <a:schemeClr val="accent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F0DF0F29-32C7-834D-D72E-729C68FC547B}"/>
              </a:ext>
            </a:extLst>
          </p:cNvPr>
          <p:cNvCxnSpPr>
            <a:cxnSpLocks/>
            <a:stCxn id="73" idx="3"/>
            <a:endCxn id="12" idx="1"/>
          </p:cNvCxnSpPr>
          <p:nvPr/>
        </p:nvCxnSpPr>
        <p:spPr>
          <a:xfrm flipV="1">
            <a:off x="4002635" y="3853084"/>
            <a:ext cx="1310619" cy="1330756"/>
          </a:xfrm>
          <a:prstGeom prst="bentConnector3">
            <a:avLst>
              <a:gd name="adj1" fmla="val 50000"/>
            </a:avLst>
          </a:prstGeom>
          <a:ln w="152400" cap="rnd">
            <a:solidFill>
              <a:srgbClr val="00B0F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C6D39675-750F-94B6-E62A-FB238277C825}"/>
              </a:ext>
            </a:extLst>
          </p:cNvPr>
          <p:cNvCxnSpPr>
            <a:cxnSpLocks/>
            <a:stCxn id="75" idx="1"/>
            <a:endCxn id="12" idx="3"/>
          </p:cNvCxnSpPr>
          <p:nvPr/>
        </p:nvCxnSpPr>
        <p:spPr>
          <a:xfrm rot="10800000" flipV="1">
            <a:off x="6825254" y="2483840"/>
            <a:ext cx="1310618" cy="1369244"/>
          </a:xfrm>
          <a:prstGeom prst="bentConnector3">
            <a:avLst>
              <a:gd name="adj1" fmla="val 50000"/>
            </a:avLst>
          </a:prstGeom>
          <a:ln w="152400" cap="rnd">
            <a:solidFill>
              <a:srgbClr val="0070C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68FD3FC6-3993-183E-47DA-D9063CF08871}"/>
              </a:ext>
            </a:extLst>
          </p:cNvPr>
          <p:cNvCxnSpPr>
            <a:cxnSpLocks/>
            <a:stCxn id="77" idx="1"/>
            <a:endCxn id="12" idx="2"/>
          </p:cNvCxnSpPr>
          <p:nvPr/>
        </p:nvCxnSpPr>
        <p:spPr>
          <a:xfrm rot="10800000">
            <a:off x="6069254" y="4537084"/>
            <a:ext cx="2139890" cy="646756"/>
          </a:xfrm>
          <a:prstGeom prst="bentConnector2">
            <a:avLst/>
          </a:prstGeom>
          <a:ln w="152400" cap="rnd">
            <a:solidFill>
              <a:schemeClr val="accent2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0169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23490-A967-4699-B23D-2B3E5F225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A20A2-672C-42C5-9F0E-2A9710890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047" y="722921"/>
            <a:ext cx="10751275" cy="369025"/>
          </a:xfrm>
        </p:spPr>
        <p:txBody>
          <a:bodyPr/>
          <a:lstStyle/>
          <a:p>
            <a:r>
              <a:rPr lang="nl-NL" dirty="0" err="1"/>
              <a:t>Grid</a:t>
            </a:r>
            <a:r>
              <a:rPr lang="nl-NL" dirty="0"/>
              <a:t>: </a:t>
            </a:r>
            <a:r>
              <a:rPr lang="nl-NL" dirty="0" err="1"/>
              <a:t>transformer</a:t>
            </a:r>
            <a:r>
              <a:rPr lang="nl-NL" dirty="0"/>
              <a:t> </a:t>
            </a:r>
            <a:r>
              <a:rPr lang="nl-NL" dirty="0" err="1"/>
              <a:t>balancing</a:t>
            </a:r>
            <a:r>
              <a:rPr lang="nl-NL" dirty="0"/>
              <a:t>/</a:t>
            </a:r>
            <a:r>
              <a:rPr lang="nl-NL" dirty="0" err="1"/>
              <a:t>topological</a:t>
            </a:r>
            <a:r>
              <a:rPr lang="nl-NL" dirty="0"/>
              <a:t> </a:t>
            </a:r>
            <a:r>
              <a:rPr lang="nl-NL" dirty="0" err="1"/>
              <a:t>effects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F7D9EB-D77F-4ECF-91D9-5074F0CB2E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AC2A3D-1F70-413D-B705-135330E2C1B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GB"/>
          </a:p>
        </p:txBody>
      </p:sp>
      <p:grpSp>
        <p:nvGrpSpPr>
          <p:cNvPr id="5" name="Group 4" hidden="1">
            <a:extLst>
              <a:ext uri="{FF2B5EF4-FFF2-40B4-BE49-F238E27FC236}">
                <a16:creationId xmlns:a16="http://schemas.microsoft.com/office/drawing/2014/main" id="{954073CF-6158-4EA1-B7E4-625C5D2ADE6E}"/>
              </a:ext>
            </a:extLst>
          </p:cNvPr>
          <p:cNvGrpSpPr/>
          <p:nvPr/>
        </p:nvGrpSpPr>
        <p:grpSpPr>
          <a:xfrm>
            <a:off x="5313254" y="3169084"/>
            <a:ext cx="1512000" cy="1368000"/>
            <a:chOff x="757682" y="1686366"/>
            <a:chExt cx="1512000" cy="1368000"/>
          </a:xfrm>
        </p:grpSpPr>
        <p:sp>
          <p:nvSpPr>
            <p:cNvPr id="12" name="Flowchart: Alternate Process 11" hidden="1">
              <a:extLst>
                <a:ext uri="{FF2B5EF4-FFF2-40B4-BE49-F238E27FC236}">
                  <a16:creationId xmlns:a16="http://schemas.microsoft.com/office/drawing/2014/main" id="{13CCFB4E-7524-481F-AE98-6BCF1FAD83C9}"/>
                </a:ext>
              </a:extLst>
            </p:cNvPr>
            <p:cNvSpPr/>
            <p:nvPr/>
          </p:nvSpPr>
          <p:spPr>
            <a:xfrm>
              <a:off x="757682" y="1686366"/>
              <a:ext cx="1512000" cy="1368000"/>
            </a:xfrm>
            <a:prstGeom prst="flowChartAlternateProcess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endParaRPr>
            </a:p>
          </p:txBody>
        </p:sp>
        <p:pic>
          <p:nvPicPr>
            <p:cNvPr id="30" name="Picture 29" hidden="1">
              <a:extLst>
                <a:ext uri="{FF2B5EF4-FFF2-40B4-BE49-F238E27FC236}">
                  <a16:creationId xmlns:a16="http://schemas.microsoft.com/office/drawing/2014/main" id="{3162E3C4-72FD-43C8-A72B-6A9AA7C280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6673" y="1871166"/>
              <a:ext cx="1303058" cy="998399"/>
            </a:xfrm>
            <a:prstGeom prst="rect">
              <a:avLst/>
            </a:prstGeom>
          </p:spPr>
        </p:pic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34980C52-92D6-44CA-ACEC-BC2C22D7B12C}"/>
              </a:ext>
            </a:extLst>
          </p:cNvPr>
          <p:cNvGrpSpPr/>
          <p:nvPr/>
        </p:nvGrpSpPr>
        <p:grpSpPr>
          <a:xfrm>
            <a:off x="725363" y="1403840"/>
            <a:ext cx="3277272" cy="4860000"/>
            <a:chOff x="413237" y="1406769"/>
            <a:chExt cx="3277272" cy="4860000"/>
          </a:xfrm>
        </p:grpSpPr>
        <p:sp>
          <p:nvSpPr>
            <p:cNvPr id="9" name="Flowchart: Alternate Process 8">
              <a:extLst>
                <a:ext uri="{FF2B5EF4-FFF2-40B4-BE49-F238E27FC236}">
                  <a16:creationId xmlns:a16="http://schemas.microsoft.com/office/drawing/2014/main" id="{7F4212D0-F4F9-4C0E-9858-8932AC895737}"/>
                </a:ext>
              </a:extLst>
            </p:cNvPr>
            <p:cNvSpPr/>
            <p:nvPr/>
          </p:nvSpPr>
          <p:spPr>
            <a:xfrm>
              <a:off x="413237" y="1406769"/>
              <a:ext cx="3204000" cy="2160000"/>
            </a:xfrm>
            <a:prstGeom prst="flowChartAlternateProcess">
              <a:avLst/>
            </a:prstGeom>
            <a:noFill/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0" rIns="144000" bIns="14400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2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123EB7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Grid</a:t>
              </a:r>
              <a:r>
                <a:rPr kumimoji="0" lang="nl-NL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123EB7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 </a:t>
              </a:r>
              <a:r>
                <a:rPr kumimoji="0" lang="nl-NL" sz="2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123EB7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models</a:t>
              </a:r>
              <a:endPara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srgbClr val="123EB7"/>
                </a:solidFill>
                <a:effectLst/>
                <a:uLnTx/>
                <a:uFillTx/>
                <a:latin typeface="FS Me Pro"/>
                <a:ea typeface="+mn-ea"/>
                <a:cs typeface="+mn-cs"/>
              </a:endParaRPr>
            </a:p>
          </p:txBody>
        </p:sp>
        <p:pic>
          <p:nvPicPr>
            <p:cNvPr id="15" name="Graphic 14" descr="Electric Tower with solid fill">
              <a:extLst>
                <a:ext uri="{FF2B5EF4-FFF2-40B4-BE49-F238E27FC236}">
                  <a16:creationId xmlns:a16="http://schemas.microsoft.com/office/drawing/2014/main" id="{B3F62FF5-0D81-4703-B71B-9C0291483E5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792146" y="1903519"/>
              <a:ext cx="1512000" cy="1512000"/>
            </a:xfrm>
            <a:prstGeom prst="rect">
              <a:avLst/>
            </a:prstGeom>
          </p:spPr>
        </p:pic>
        <p:pic>
          <p:nvPicPr>
            <p:cNvPr id="17" name="Graphic 16" descr="Mental Health with solid fill">
              <a:extLst>
                <a:ext uri="{FF2B5EF4-FFF2-40B4-BE49-F238E27FC236}">
                  <a16:creationId xmlns:a16="http://schemas.microsoft.com/office/drawing/2014/main" id="{5DBB251D-EC82-45AE-957F-CBED4092F1E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14474" y="4598907"/>
              <a:ext cx="1512000" cy="1512000"/>
            </a:xfrm>
            <a:prstGeom prst="rect">
              <a:avLst/>
            </a:prstGeom>
          </p:spPr>
        </p:pic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83605D8-0D20-457C-9423-61F7AFC6F76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60312" y="1903519"/>
              <a:ext cx="1336151" cy="1512000"/>
              <a:chOff x="7515929" y="1759604"/>
              <a:chExt cx="2731373" cy="3090848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E99DE051-8487-4B85-8EAA-2AC4F042D29A}"/>
                  </a:ext>
                </a:extLst>
              </p:cNvPr>
              <p:cNvGrpSpPr/>
              <p:nvPr/>
            </p:nvGrpSpPr>
            <p:grpSpPr>
              <a:xfrm>
                <a:off x="7801888" y="2165011"/>
                <a:ext cx="2159454" cy="2685441"/>
                <a:chOff x="4998584" y="1735520"/>
                <a:chExt cx="2159454" cy="2685441"/>
              </a:xfrm>
            </p:grpSpPr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BEF1978F-DD9D-4F19-A5A0-661106554D36}"/>
                    </a:ext>
                  </a:extLst>
                </p:cNvPr>
                <p:cNvSpPr/>
                <p:nvPr/>
              </p:nvSpPr>
              <p:spPr>
                <a:xfrm>
                  <a:off x="5359854" y="2800350"/>
                  <a:ext cx="1436914" cy="1420586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144000" bIns="14400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2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FS Me Pro"/>
                    <a:ea typeface="+mn-ea"/>
                    <a:cs typeface="+mn-cs"/>
                  </a:endParaRP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4070077E-CA59-49DE-8BB7-6F095A870433}"/>
                    </a:ext>
                  </a:extLst>
                </p:cNvPr>
                <p:cNvSpPr/>
                <p:nvPr/>
              </p:nvSpPr>
              <p:spPr>
                <a:xfrm>
                  <a:off x="4998584" y="2637064"/>
                  <a:ext cx="2159454" cy="200025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144000" bIns="14400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2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6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FS Me Pro"/>
                    <a:ea typeface="+mn-ea"/>
                    <a:cs typeface="+mn-cs"/>
                  </a:endParaRP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3F993439-BDF4-4AF9-AA3F-04CE37254271}"/>
                    </a:ext>
                  </a:extLst>
                </p:cNvPr>
                <p:cNvSpPr/>
                <p:nvPr/>
              </p:nvSpPr>
              <p:spPr>
                <a:xfrm>
                  <a:off x="4998584" y="4220936"/>
                  <a:ext cx="2159454" cy="200025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144000" bIns="14400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2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6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FS Me Pro"/>
                    <a:ea typeface="+mn-ea"/>
                    <a:cs typeface="+mn-cs"/>
                  </a:endParaRPr>
                </a:p>
              </p:txBody>
            </p:sp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445036A3-721E-4457-A720-DE9DFEA4F28E}"/>
                    </a:ext>
                  </a:extLst>
                </p:cNvPr>
                <p:cNvGrpSpPr/>
                <p:nvPr/>
              </p:nvGrpSpPr>
              <p:grpSpPr>
                <a:xfrm>
                  <a:off x="5395232" y="1735520"/>
                  <a:ext cx="405471" cy="1456231"/>
                  <a:chOff x="5436064" y="1665660"/>
                  <a:chExt cx="405471" cy="1456231"/>
                </a:xfrm>
              </p:grpSpPr>
              <p:grpSp>
                <p:nvGrpSpPr>
                  <p:cNvPr id="57" name="Group 56">
                    <a:extLst>
                      <a:ext uri="{FF2B5EF4-FFF2-40B4-BE49-F238E27FC236}">
                        <a16:creationId xmlns:a16="http://schemas.microsoft.com/office/drawing/2014/main" id="{A91C0D1E-2099-47CF-81D2-B54B86CB13CE}"/>
                      </a:ext>
                    </a:extLst>
                  </p:cNvPr>
                  <p:cNvGrpSpPr/>
                  <p:nvPr/>
                </p:nvGrpSpPr>
                <p:grpSpPr>
                  <a:xfrm>
                    <a:off x="5436064" y="1665660"/>
                    <a:ext cx="405471" cy="1456231"/>
                    <a:chOff x="5436064" y="1665660"/>
                    <a:chExt cx="405471" cy="1456231"/>
                  </a:xfrm>
                </p:grpSpPr>
                <p:cxnSp>
                  <p:nvCxnSpPr>
                    <p:cNvPr id="60" name="Straight Connector 59">
                      <a:extLst>
                        <a:ext uri="{FF2B5EF4-FFF2-40B4-BE49-F238E27FC236}">
                          <a16:creationId xmlns:a16="http://schemas.microsoft.com/office/drawing/2014/main" id="{E9038F59-2E3D-4327-9EA1-0418D54B0EE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633718" y="1665660"/>
                      <a:ext cx="5082" cy="1456231"/>
                    </a:xfrm>
                    <a:prstGeom prst="line">
                      <a:avLst/>
                    </a:prstGeom>
                    <a:ln w="53340" cap="rnd">
                      <a:solidFill>
                        <a:schemeClr val="accent4"/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61" name="Group 60">
                      <a:extLst>
                        <a:ext uri="{FF2B5EF4-FFF2-40B4-BE49-F238E27FC236}">
                          <a16:creationId xmlns:a16="http://schemas.microsoft.com/office/drawing/2014/main" id="{09E56A2E-8BC3-46BF-87C0-1C693E20B89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436064" y="1912489"/>
                      <a:ext cx="405471" cy="520800"/>
                      <a:chOff x="3330637" y="2164530"/>
                      <a:chExt cx="405471" cy="520800"/>
                    </a:xfrm>
                  </p:grpSpPr>
                  <p:sp>
                    <p:nvSpPr>
                      <p:cNvPr id="62" name="Flowchart: Manual Operation 61">
                        <a:extLst>
                          <a:ext uri="{FF2B5EF4-FFF2-40B4-BE49-F238E27FC236}">
                            <a16:creationId xmlns:a16="http://schemas.microsoft.com/office/drawing/2014/main" id="{EFC1F6AE-4698-4B97-8239-8AE1492080D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1645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63" name="Flowchart: Manual Operation 62">
                        <a:extLst>
                          <a:ext uri="{FF2B5EF4-FFF2-40B4-BE49-F238E27FC236}">
                            <a16:creationId xmlns:a16="http://schemas.microsoft.com/office/drawing/2014/main" id="{78F8B0A2-EA22-4122-8643-061C7EC7A61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3169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64" name="Flowchart: Manual Operation 63">
                        <a:extLst>
                          <a:ext uri="{FF2B5EF4-FFF2-40B4-BE49-F238E27FC236}">
                            <a16:creationId xmlns:a16="http://schemas.microsoft.com/office/drawing/2014/main" id="{0B99E8F4-73B6-4915-8EFE-03769CAA7E4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4693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59" name="Rectangle 58">
                    <a:extLst>
                      <a:ext uri="{FF2B5EF4-FFF2-40B4-BE49-F238E27FC236}">
                        <a16:creationId xmlns:a16="http://schemas.microsoft.com/office/drawing/2014/main" id="{76E773D4-B45F-4B64-B71F-66574A29747D}"/>
                      </a:ext>
                    </a:extLst>
                  </p:cNvPr>
                  <p:cNvSpPr/>
                  <p:nvPr/>
                </p:nvSpPr>
                <p:spPr>
                  <a:xfrm>
                    <a:off x="5499791" y="2426404"/>
                    <a:ext cx="267854" cy="143164"/>
                  </a:xfrm>
                  <a:prstGeom prst="rect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44000" tIns="144000" rIns="144000" bIns="14400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2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600" b="0" i="0" u="none" strike="noStrike" kern="1200" cap="none" spc="0" normalizeH="0" baseline="0" noProof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FS Me Pro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BD39E7E7-80CC-4F17-A297-BB7CACBE82C0}"/>
                    </a:ext>
                  </a:extLst>
                </p:cNvPr>
                <p:cNvGrpSpPr/>
                <p:nvPr/>
              </p:nvGrpSpPr>
              <p:grpSpPr>
                <a:xfrm>
                  <a:off x="5905060" y="1735520"/>
                  <a:ext cx="405471" cy="1456231"/>
                  <a:chOff x="5436064" y="1665660"/>
                  <a:chExt cx="405471" cy="1456231"/>
                </a:xfrm>
              </p:grpSpPr>
              <p:grpSp>
                <p:nvGrpSpPr>
                  <p:cNvPr id="45" name="Group 44">
                    <a:extLst>
                      <a:ext uri="{FF2B5EF4-FFF2-40B4-BE49-F238E27FC236}">
                        <a16:creationId xmlns:a16="http://schemas.microsoft.com/office/drawing/2014/main" id="{D5521DB4-07FA-4162-B12B-7AABF736105E}"/>
                      </a:ext>
                    </a:extLst>
                  </p:cNvPr>
                  <p:cNvGrpSpPr/>
                  <p:nvPr/>
                </p:nvGrpSpPr>
                <p:grpSpPr>
                  <a:xfrm>
                    <a:off x="5436064" y="1665660"/>
                    <a:ext cx="405471" cy="1456231"/>
                    <a:chOff x="5436064" y="1665660"/>
                    <a:chExt cx="405471" cy="1456231"/>
                  </a:xfrm>
                </p:grpSpPr>
                <p:cxnSp>
                  <p:nvCxnSpPr>
                    <p:cNvPr id="47" name="Straight Connector 46">
                      <a:extLst>
                        <a:ext uri="{FF2B5EF4-FFF2-40B4-BE49-F238E27FC236}">
                          <a16:creationId xmlns:a16="http://schemas.microsoft.com/office/drawing/2014/main" id="{3AADDC90-A6DA-4D2E-937A-6FE1FADC5B5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633718" y="1665660"/>
                      <a:ext cx="5082" cy="1456231"/>
                    </a:xfrm>
                    <a:prstGeom prst="line">
                      <a:avLst/>
                    </a:prstGeom>
                    <a:ln w="53340" cap="rnd">
                      <a:solidFill>
                        <a:schemeClr val="accent4"/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49" name="Group 48">
                      <a:extLst>
                        <a:ext uri="{FF2B5EF4-FFF2-40B4-BE49-F238E27FC236}">
                          <a16:creationId xmlns:a16="http://schemas.microsoft.com/office/drawing/2014/main" id="{322A158F-C1ED-490E-A418-31F137222F3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436064" y="1912489"/>
                      <a:ext cx="405471" cy="520800"/>
                      <a:chOff x="3330637" y="2164530"/>
                      <a:chExt cx="405471" cy="520800"/>
                    </a:xfrm>
                  </p:grpSpPr>
                  <p:sp>
                    <p:nvSpPr>
                      <p:cNvPr id="51" name="Flowchart: Manual Operation 50">
                        <a:extLst>
                          <a:ext uri="{FF2B5EF4-FFF2-40B4-BE49-F238E27FC236}">
                            <a16:creationId xmlns:a16="http://schemas.microsoft.com/office/drawing/2014/main" id="{B42BC0F7-67B7-4C85-945A-79C22E4612E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1645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53" name="Flowchart: Manual Operation 52">
                        <a:extLst>
                          <a:ext uri="{FF2B5EF4-FFF2-40B4-BE49-F238E27FC236}">
                            <a16:creationId xmlns:a16="http://schemas.microsoft.com/office/drawing/2014/main" id="{35D3466D-C32E-460F-9407-734ADF39D24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3169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55" name="Flowchart: Manual Operation 54">
                        <a:extLst>
                          <a:ext uri="{FF2B5EF4-FFF2-40B4-BE49-F238E27FC236}">
                            <a16:creationId xmlns:a16="http://schemas.microsoft.com/office/drawing/2014/main" id="{C6676308-8ED3-4E47-9F3F-C928951597D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4693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3319BE1E-A78C-49BB-85D3-C2550FC1CAEC}"/>
                      </a:ext>
                    </a:extLst>
                  </p:cNvPr>
                  <p:cNvSpPr/>
                  <p:nvPr/>
                </p:nvSpPr>
                <p:spPr>
                  <a:xfrm>
                    <a:off x="5499791" y="2426404"/>
                    <a:ext cx="267854" cy="143164"/>
                  </a:xfrm>
                  <a:prstGeom prst="rect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44000" tIns="144000" rIns="144000" bIns="14400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2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600" b="0" i="0" u="none" strike="noStrike" kern="1200" cap="none" spc="0" normalizeH="0" baseline="0" noProof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FS Me Pro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28" name="Group 27">
                  <a:extLst>
                    <a:ext uri="{FF2B5EF4-FFF2-40B4-BE49-F238E27FC236}">
                      <a16:creationId xmlns:a16="http://schemas.microsoft.com/office/drawing/2014/main" id="{37D13772-9EA1-4323-A5BA-EE8E34AD301F}"/>
                    </a:ext>
                  </a:extLst>
                </p:cNvPr>
                <p:cNvGrpSpPr/>
                <p:nvPr/>
              </p:nvGrpSpPr>
              <p:grpSpPr>
                <a:xfrm>
                  <a:off x="6414887" y="1735520"/>
                  <a:ext cx="405471" cy="1456231"/>
                  <a:chOff x="5436064" y="1665660"/>
                  <a:chExt cx="405471" cy="1456231"/>
                </a:xfrm>
              </p:grpSpPr>
              <p:grpSp>
                <p:nvGrpSpPr>
                  <p:cNvPr id="32" name="Group 31">
                    <a:extLst>
                      <a:ext uri="{FF2B5EF4-FFF2-40B4-BE49-F238E27FC236}">
                        <a16:creationId xmlns:a16="http://schemas.microsoft.com/office/drawing/2014/main" id="{3D031D4A-6B8D-4C69-917B-45E86A029CA7}"/>
                      </a:ext>
                    </a:extLst>
                  </p:cNvPr>
                  <p:cNvGrpSpPr/>
                  <p:nvPr/>
                </p:nvGrpSpPr>
                <p:grpSpPr>
                  <a:xfrm>
                    <a:off x="5436064" y="1665660"/>
                    <a:ext cx="405471" cy="1456231"/>
                    <a:chOff x="5436064" y="1665660"/>
                    <a:chExt cx="405471" cy="1456231"/>
                  </a:xfrm>
                </p:grpSpPr>
                <p:cxnSp>
                  <p:nvCxnSpPr>
                    <p:cNvPr id="34" name="Straight Connector 33">
                      <a:extLst>
                        <a:ext uri="{FF2B5EF4-FFF2-40B4-BE49-F238E27FC236}">
                          <a16:creationId xmlns:a16="http://schemas.microsoft.com/office/drawing/2014/main" id="{FB174AFE-D5C5-4244-8F0C-82EFB18BF49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633718" y="1665660"/>
                      <a:ext cx="5082" cy="1456231"/>
                    </a:xfrm>
                    <a:prstGeom prst="line">
                      <a:avLst/>
                    </a:prstGeom>
                    <a:ln w="53340" cap="rnd">
                      <a:solidFill>
                        <a:schemeClr val="accent4"/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36" name="Group 35">
                      <a:extLst>
                        <a:ext uri="{FF2B5EF4-FFF2-40B4-BE49-F238E27FC236}">
                          <a16:creationId xmlns:a16="http://schemas.microsoft.com/office/drawing/2014/main" id="{D3438A89-B5BA-45EA-A623-76F20E83862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436064" y="1912489"/>
                      <a:ext cx="405471" cy="520800"/>
                      <a:chOff x="3330637" y="2164530"/>
                      <a:chExt cx="405471" cy="520800"/>
                    </a:xfrm>
                  </p:grpSpPr>
                  <p:sp>
                    <p:nvSpPr>
                      <p:cNvPr id="37" name="Flowchart: Manual Operation 36">
                        <a:extLst>
                          <a:ext uri="{FF2B5EF4-FFF2-40B4-BE49-F238E27FC236}">
                            <a16:creationId xmlns:a16="http://schemas.microsoft.com/office/drawing/2014/main" id="{EE69C224-C788-4CF4-A74F-1688B8BFF60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1645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38" name="Flowchart: Manual Operation 37">
                        <a:extLst>
                          <a:ext uri="{FF2B5EF4-FFF2-40B4-BE49-F238E27FC236}">
                            <a16:creationId xmlns:a16="http://schemas.microsoft.com/office/drawing/2014/main" id="{7A88CD01-E26C-4919-A7AB-36A85B44A88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3169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44" name="Flowchart: Manual Operation 43">
                        <a:extLst>
                          <a:ext uri="{FF2B5EF4-FFF2-40B4-BE49-F238E27FC236}">
                            <a16:creationId xmlns:a16="http://schemas.microsoft.com/office/drawing/2014/main" id="{207CE428-75D4-4AC0-A443-2E369A5FE47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4693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D9C78451-28DB-475C-9D2E-5276DEB9E45E}"/>
                      </a:ext>
                    </a:extLst>
                  </p:cNvPr>
                  <p:cNvSpPr/>
                  <p:nvPr/>
                </p:nvSpPr>
                <p:spPr>
                  <a:xfrm>
                    <a:off x="5499791" y="2426404"/>
                    <a:ext cx="267854" cy="143164"/>
                  </a:xfrm>
                  <a:prstGeom prst="rect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44000" tIns="144000" rIns="144000" bIns="14400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2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600" b="0" i="0" u="none" strike="noStrike" kern="1200" cap="none" spc="0" normalizeH="0" baseline="0" noProof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FS Me Pro"/>
                      <a:ea typeface="+mn-ea"/>
                      <a:cs typeface="+mn-cs"/>
                    </a:endParaRPr>
                  </a:p>
                </p:txBody>
              </p:sp>
            </p:grpSp>
            <p:pic>
              <p:nvPicPr>
                <p:cNvPr id="29" name="Graphic 28" descr="High voltage with solid fill">
                  <a:extLst>
                    <a:ext uri="{FF2B5EF4-FFF2-40B4-BE49-F238E27FC236}">
                      <a16:creationId xmlns:a16="http://schemas.microsoft.com/office/drawing/2014/main" id="{D3CF136A-7A7F-42C8-97FB-3C6474C652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45513" y="2965337"/>
                  <a:ext cx="914400" cy="914400"/>
                </a:xfrm>
                <a:prstGeom prst="rect">
                  <a:avLst/>
                </a:prstGeom>
              </p:spPr>
            </p:pic>
          </p:grp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A5BE06F-26EB-40A3-9EEE-6E0F77ABF579}"/>
                  </a:ext>
                </a:extLst>
              </p:cNvPr>
              <p:cNvSpPr txBox="1"/>
              <p:nvPr/>
            </p:nvSpPr>
            <p:spPr>
              <a:xfrm>
                <a:off x="7515929" y="1759604"/>
                <a:ext cx="2731373" cy="44098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600" b="0" i="0" u="none" strike="noStrike" kern="1200" cap="none" spc="0" normalizeH="0" baseline="0" noProof="0">
                  <a:ln>
                    <a:noFill/>
                  </a:ln>
                  <a:solidFill>
                    <a:srgbClr val="002484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endParaRPr>
              </a:p>
            </p:txBody>
          </p:sp>
        </p:grpSp>
        <p:pic>
          <p:nvPicPr>
            <p:cNvPr id="71" name="Graphic 70" descr="Group success with solid fill">
              <a:extLst>
                <a:ext uri="{FF2B5EF4-FFF2-40B4-BE49-F238E27FC236}">
                  <a16:creationId xmlns:a16="http://schemas.microsoft.com/office/drawing/2014/main" id="{4FBA72BD-CB9F-47B0-84EE-BC5B18D6DED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792126" y="4598907"/>
              <a:ext cx="1512000" cy="1512000"/>
            </a:xfrm>
            <a:prstGeom prst="rect">
              <a:avLst/>
            </a:prstGeom>
          </p:spPr>
        </p:pic>
        <p:sp>
          <p:nvSpPr>
            <p:cNvPr id="73" name="Flowchart: Alternate Process 72">
              <a:extLst>
                <a:ext uri="{FF2B5EF4-FFF2-40B4-BE49-F238E27FC236}">
                  <a16:creationId xmlns:a16="http://schemas.microsoft.com/office/drawing/2014/main" id="{3B61FE67-60D7-4A5D-9EC3-DBC18EABB238}"/>
                </a:ext>
              </a:extLst>
            </p:cNvPr>
            <p:cNvSpPr/>
            <p:nvPr/>
          </p:nvSpPr>
          <p:spPr>
            <a:xfrm>
              <a:off x="486509" y="4106769"/>
              <a:ext cx="3204000" cy="2160000"/>
            </a:xfrm>
            <a:prstGeom prst="flowChartAlternateProcess">
              <a:avLst/>
            </a:prstGeom>
            <a:noFill/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14400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2400" b="1" i="0" u="none" strike="noStrike" kern="1200" cap="none" spc="0" normalizeH="0" baseline="0" noProof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User </a:t>
              </a:r>
              <a:r>
                <a:rPr kumimoji="0" lang="nl-NL" sz="2400" b="1" i="0" u="none" strike="noStrike" kern="1200" cap="none" spc="0" normalizeH="0" baseline="0" noProof="0" err="1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behaviour</a:t>
              </a:r>
              <a:endParaRPr kumimoji="0" lang="en-GB" sz="2400" b="1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FS Me Pro"/>
                <a:ea typeface="+mn-ea"/>
                <a:cs typeface="+mn-cs"/>
              </a:endParaRP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C063C202-0B04-4ABF-BBDE-E319AE78EADD}"/>
              </a:ext>
            </a:extLst>
          </p:cNvPr>
          <p:cNvGrpSpPr/>
          <p:nvPr/>
        </p:nvGrpSpPr>
        <p:grpSpPr>
          <a:xfrm>
            <a:off x="8135872" y="1403840"/>
            <a:ext cx="3277272" cy="4860000"/>
            <a:chOff x="8135872" y="1400911"/>
            <a:chExt cx="3277272" cy="4860000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15E8E985-7E08-4081-8F20-F8619E18E49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272825" y="2152828"/>
              <a:ext cx="839105" cy="1332000"/>
              <a:chOff x="4291398" y="2212866"/>
              <a:chExt cx="2085009" cy="3309760"/>
            </a:xfrm>
          </p:grpSpPr>
          <p:sp>
            <p:nvSpPr>
              <p:cNvPr id="66" name="Rectangle: Rounded Corners 65">
                <a:extLst>
                  <a:ext uri="{FF2B5EF4-FFF2-40B4-BE49-F238E27FC236}">
                    <a16:creationId xmlns:a16="http://schemas.microsoft.com/office/drawing/2014/main" id="{2B5C4FF4-72C5-402D-B5BB-254B71497C8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291398" y="2212866"/>
                <a:ext cx="2085009" cy="3309760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2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6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endParaRPr>
              </a:p>
            </p:txBody>
          </p:sp>
          <p:pic>
            <p:nvPicPr>
              <p:cNvPr id="67" name="Graphic 66" descr="Plugged Unplugged with solid fill">
                <a:extLst>
                  <a:ext uri="{FF2B5EF4-FFF2-40B4-BE49-F238E27FC236}">
                    <a16:creationId xmlns:a16="http://schemas.microsoft.com/office/drawing/2014/main" id="{723DEBF9-06D8-420F-B90B-9F63542BE1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477399" y="3011243"/>
                <a:ext cx="1713006" cy="1713006"/>
              </a:xfrm>
              <a:prstGeom prst="rect">
                <a:avLst/>
              </a:prstGeom>
            </p:spPr>
          </p:pic>
        </p:grpSp>
        <p:sp>
          <p:nvSpPr>
            <p:cNvPr id="75" name="Flowchart: Alternate Process 74">
              <a:extLst>
                <a:ext uri="{FF2B5EF4-FFF2-40B4-BE49-F238E27FC236}">
                  <a16:creationId xmlns:a16="http://schemas.microsoft.com/office/drawing/2014/main" id="{75C2F7D1-DE8A-4556-A18A-6C21A8C7DCA8}"/>
                </a:ext>
              </a:extLst>
            </p:cNvPr>
            <p:cNvSpPr/>
            <p:nvPr/>
          </p:nvSpPr>
          <p:spPr>
            <a:xfrm>
              <a:off x="8135872" y="1400911"/>
              <a:ext cx="3204000" cy="2160000"/>
            </a:xfrm>
            <a:prstGeom prst="flowChartAlternateProcess">
              <a:avLst/>
            </a:prstGeom>
            <a:noFill/>
            <a:ln w="762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14400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2400" b="1" i="0" u="none" strike="noStrike" kern="1200" cap="none" spc="0" normalizeH="0" baseline="0" noProof="0" err="1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Charging</a:t>
              </a:r>
              <a:r>
                <a:rPr kumimoji="0" lang="nl-NL" sz="2400" b="1" i="0" u="none" strike="noStrike" kern="120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 </a:t>
              </a:r>
              <a:r>
                <a:rPr kumimoji="0" lang="nl-NL" sz="2400" b="1" i="0" u="none" strike="noStrike" kern="1200" cap="none" spc="0" normalizeH="0" baseline="0" noProof="0" err="1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infrastructure</a:t>
              </a:r>
              <a:endParaRPr kumimoji="0" lang="en-GB" sz="2400" b="1" i="0" u="none" strike="noStrike" kern="1200" cap="none" spc="0" normalizeH="0" baseline="0" noProof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FS Me Pro"/>
                <a:ea typeface="+mn-ea"/>
                <a:cs typeface="+mn-cs"/>
              </a:endParaRPr>
            </a:p>
          </p:txBody>
        </p:sp>
        <p:sp>
          <p:nvSpPr>
            <p:cNvPr id="77" name="Flowchart: Alternate Process 76">
              <a:extLst>
                <a:ext uri="{FF2B5EF4-FFF2-40B4-BE49-F238E27FC236}">
                  <a16:creationId xmlns:a16="http://schemas.microsoft.com/office/drawing/2014/main" id="{2DA02A51-E9CB-4E62-A699-0429AC4C7720}"/>
                </a:ext>
              </a:extLst>
            </p:cNvPr>
            <p:cNvSpPr/>
            <p:nvPr/>
          </p:nvSpPr>
          <p:spPr>
            <a:xfrm>
              <a:off x="8209144" y="4100911"/>
              <a:ext cx="3204000" cy="2160000"/>
            </a:xfrm>
            <a:prstGeom prst="flowChartAlternateProcess">
              <a:avLst/>
            </a:prstGeom>
            <a:noFill/>
            <a:ln w="762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14400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2400" b="1" i="0" u="none" strike="noStrike" kern="1200" cap="none" spc="0" normalizeH="0" baseline="0" noProof="0" err="1">
                  <a:ln>
                    <a:noFill/>
                  </a:ln>
                  <a:solidFill>
                    <a:srgbClr val="002484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Charging</a:t>
              </a:r>
              <a:r>
                <a:rPr kumimoji="0" lang="nl-NL" sz="2400" b="1" i="0" u="none" strike="noStrike" kern="1200" cap="none" spc="0" normalizeH="0" baseline="0" noProof="0">
                  <a:ln>
                    <a:noFill/>
                  </a:ln>
                  <a:solidFill>
                    <a:srgbClr val="002484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 </a:t>
              </a:r>
              <a:r>
                <a:rPr kumimoji="0" lang="nl-NL" sz="2400" b="1" i="0" u="none" strike="noStrike" kern="1200" cap="none" spc="0" normalizeH="0" baseline="0" noProof="0" err="1">
                  <a:ln>
                    <a:noFill/>
                  </a:ln>
                  <a:solidFill>
                    <a:srgbClr val="002484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strategies</a:t>
              </a:r>
              <a:endParaRPr kumimoji="0" lang="en-GB" sz="2400" b="1" i="0" u="none" strike="noStrike" kern="1200" cap="none" spc="0" normalizeH="0" baseline="0" noProof="0" err="1">
                <a:ln>
                  <a:noFill/>
                </a:ln>
                <a:solidFill>
                  <a:srgbClr val="002484"/>
                </a:solidFill>
                <a:effectLst/>
                <a:uLnTx/>
                <a:uFillTx/>
                <a:latin typeface="FS Me Pro"/>
                <a:ea typeface="+mn-ea"/>
                <a:cs typeface="+mn-cs"/>
              </a:endParaRPr>
            </a:p>
          </p:txBody>
        </p:sp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11CF7A0B-764E-4CDC-BBDB-4702CBBF8A4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364381" y="4838846"/>
              <a:ext cx="2880000" cy="1070777"/>
            </a:xfrm>
            <a:prstGeom prst="rect">
              <a:avLst/>
            </a:prstGeom>
          </p:spPr>
        </p:pic>
      </p:grpSp>
      <p:cxnSp>
        <p:nvCxnSpPr>
          <p:cNvPr id="10" name="Connector: Elbow 9" hidden="1">
            <a:extLst>
              <a:ext uri="{FF2B5EF4-FFF2-40B4-BE49-F238E27FC236}">
                <a16:creationId xmlns:a16="http://schemas.microsoft.com/office/drawing/2014/main" id="{58509E9A-3623-4730-9160-9B34B1590361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3929363" y="2483840"/>
            <a:ext cx="2139891" cy="685244"/>
          </a:xfrm>
          <a:prstGeom prst="bentConnector2">
            <a:avLst/>
          </a:prstGeom>
          <a:ln w="152400" cap="rnd">
            <a:noFill/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 hidden="1">
            <a:extLst>
              <a:ext uri="{FF2B5EF4-FFF2-40B4-BE49-F238E27FC236}">
                <a16:creationId xmlns:a16="http://schemas.microsoft.com/office/drawing/2014/main" id="{06886227-0EE4-4D28-BBF9-7097516E018E}"/>
              </a:ext>
            </a:extLst>
          </p:cNvPr>
          <p:cNvCxnSpPr>
            <a:cxnSpLocks/>
            <a:stCxn id="73" idx="3"/>
          </p:cNvCxnSpPr>
          <p:nvPr/>
        </p:nvCxnSpPr>
        <p:spPr>
          <a:xfrm flipV="1">
            <a:off x="4002635" y="3853084"/>
            <a:ext cx="1310619" cy="1330756"/>
          </a:xfrm>
          <a:prstGeom prst="bentConnector3">
            <a:avLst>
              <a:gd name="adj1" fmla="val 50000"/>
            </a:avLst>
          </a:prstGeom>
          <a:ln w="152400" cap="rnd">
            <a:noFill/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 hidden="1">
            <a:extLst>
              <a:ext uri="{FF2B5EF4-FFF2-40B4-BE49-F238E27FC236}">
                <a16:creationId xmlns:a16="http://schemas.microsoft.com/office/drawing/2014/main" id="{D57441B2-87D6-4DC3-951C-50D020F6E55E}"/>
              </a:ext>
            </a:extLst>
          </p:cNvPr>
          <p:cNvCxnSpPr>
            <a:cxnSpLocks/>
            <a:stCxn id="75" idx="1"/>
          </p:cNvCxnSpPr>
          <p:nvPr/>
        </p:nvCxnSpPr>
        <p:spPr>
          <a:xfrm rot="10800000" flipV="1">
            <a:off x="6825254" y="2483840"/>
            <a:ext cx="1310618" cy="1369244"/>
          </a:xfrm>
          <a:prstGeom prst="bentConnector3">
            <a:avLst>
              <a:gd name="adj1" fmla="val 50000"/>
            </a:avLst>
          </a:prstGeom>
          <a:ln w="152400" cap="rnd">
            <a:noFill/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 hidden="1">
            <a:extLst>
              <a:ext uri="{FF2B5EF4-FFF2-40B4-BE49-F238E27FC236}">
                <a16:creationId xmlns:a16="http://schemas.microsoft.com/office/drawing/2014/main" id="{A0BFC3CB-9705-43B6-88AA-CBB0E5BC52CB}"/>
              </a:ext>
            </a:extLst>
          </p:cNvPr>
          <p:cNvCxnSpPr>
            <a:cxnSpLocks/>
            <a:stCxn id="77" idx="1"/>
          </p:cNvCxnSpPr>
          <p:nvPr/>
        </p:nvCxnSpPr>
        <p:spPr>
          <a:xfrm rot="10800000">
            <a:off x="6069254" y="4537084"/>
            <a:ext cx="2139890" cy="646756"/>
          </a:xfrm>
          <a:prstGeom prst="bentConnector2">
            <a:avLst/>
          </a:prstGeom>
          <a:ln w="152400" cap="rnd">
            <a:noFill/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Fade overlay - 75"/>
          <p:cNvSpPr/>
          <p:nvPr/>
        </p:nvSpPr>
        <p:spPr>
          <a:xfrm>
            <a:off x="8085872" y="1353840"/>
            <a:ext cx="3304000" cy="2260000"/>
          </a:xfrm>
          <a:prstGeom prst="rect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6" name="Fade overlay - 73"/>
          <p:cNvSpPr/>
          <p:nvPr/>
        </p:nvSpPr>
        <p:spPr>
          <a:xfrm>
            <a:off x="748635" y="4053840"/>
            <a:ext cx="3304000" cy="2260000"/>
          </a:xfrm>
          <a:prstGeom prst="rect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7" name="Fade overlay - 77"/>
          <p:cNvSpPr/>
          <p:nvPr/>
        </p:nvSpPr>
        <p:spPr>
          <a:xfrm>
            <a:off x="8159144" y="4053840"/>
            <a:ext cx="3304000" cy="2260000"/>
          </a:xfrm>
          <a:prstGeom prst="rect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8" name="Central rounded box"/>
          <p:cNvSpPr/>
          <p:nvPr/>
        </p:nvSpPr>
        <p:spPr>
          <a:xfrm>
            <a:off x="4336039" y="1403840"/>
            <a:ext cx="3493157" cy="4860000"/>
          </a:xfrm>
          <a:prstGeom prst="roundRect">
            <a:avLst>
              <a:gd name="adj" fmla="val 10000"/>
            </a:avLst>
          </a:prstGeom>
          <a:solidFill>
            <a:schemeClr val="accent1">
              <a:alpha val="100000"/>
            </a:schemeClr>
          </a:solidFill>
          <a:ln w="76200">
            <a:solidFill>
              <a:schemeClr val="accent1">
                <a:alpha val="100000"/>
              </a:schemeClr>
            </a:solidFill>
          </a:ln>
        </p:spPr>
        <p:txBody>
          <a:bodyPr wrap="square"/>
          <a:lstStyle/>
          <a:p>
            <a:endParaRPr lang="nl-NL" sz="2400" b="1" dirty="0">
              <a:solidFill>
                <a:schemeClr val="bg1"/>
              </a:solidFill>
            </a:endParaRPr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7E7DF2F3-4886-22C6-4E8B-A561DDD936C2}"/>
              </a:ext>
            </a:extLst>
          </p:cNvPr>
          <p:cNvGrpSpPr/>
          <p:nvPr/>
        </p:nvGrpSpPr>
        <p:grpSpPr>
          <a:xfrm>
            <a:off x="4481600" y="1665711"/>
            <a:ext cx="3204000" cy="2160000"/>
            <a:chOff x="4345947" y="4052206"/>
            <a:chExt cx="3204000" cy="2160000"/>
          </a:xfrm>
        </p:grpSpPr>
        <p:sp>
          <p:nvSpPr>
            <p:cNvPr id="110" name="Central rounded box">
              <a:extLst>
                <a:ext uri="{FF2B5EF4-FFF2-40B4-BE49-F238E27FC236}">
                  <a16:creationId xmlns:a16="http://schemas.microsoft.com/office/drawing/2014/main" id="{A3F99D4F-FF6C-9BD8-1D8F-EDC0FC57B28B}"/>
                </a:ext>
              </a:extLst>
            </p:cNvPr>
            <p:cNvSpPr/>
            <p:nvPr/>
          </p:nvSpPr>
          <p:spPr>
            <a:xfrm>
              <a:off x="4345947" y="4052206"/>
              <a:ext cx="3204000" cy="2160000"/>
            </a:xfrm>
            <a:prstGeom prst="roundRect">
              <a:avLst>
                <a:gd name="adj" fmla="val 10000"/>
              </a:avLst>
            </a:prstGeom>
            <a:solidFill>
              <a:schemeClr val="bg1"/>
            </a:solidFill>
            <a:ln w="76200">
              <a:noFill/>
            </a:ln>
          </p:spPr>
          <p:txBody>
            <a:bodyPr wrap="square"/>
            <a:lstStyle/>
            <a:p>
              <a:pPr algn="ctr"/>
              <a:r>
                <a:rPr lang="nl-NL" b="1" dirty="0" err="1">
                  <a:solidFill>
                    <a:schemeClr val="accent1"/>
                  </a:solidFill>
                </a:rPr>
                <a:t>Transformer</a:t>
              </a:r>
              <a:r>
                <a:rPr lang="nl-NL" b="1" dirty="0">
                  <a:solidFill>
                    <a:schemeClr val="accent1"/>
                  </a:solidFill>
                </a:rPr>
                <a:t> </a:t>
              </a:r>
              <a:r>
                <a:rPr lang="nl-NL" b="1" dirty="0" err="1">
                  <a:solidFill>
                    <a:schemeClr val="accent1"/>
                  </a:solidFill>
                </a:rPr>
                <a:t>balancing</a:t>
              </a:r>
              <a:endParaRPr lang="nl-NL" b="1" dirty="0">
                <a:solidFill>
                  <a:schemeClr val="accent1"/>
                </a:solidFill>
              </a:endParaRPr>
            </a:p>
          </p:txBody>
        </p: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AA613C0C-FB9B-5475-0EC7-CF42525298A9}"/>
                </a:ext>
              </a:extLst>
            </p:cNvPr>
            <p:cNvGrpSpPr/>
            <p:nvPr/>
          </p:nvGrpSpPr>
          <p:grpSpPr>
            <a:xfrm>
              <a:off x="4442799" y="4452670"/>
              <a:ext cx="2931919" cy="1717992"/>
              <a:chOff x="4403469" y="4452670"/>
              <a:chExt cx="2931919" cy="1717992"/>
            </a:xfrm>
          </p:grpSpPr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6CC31C49-190E-6371-E41E-B931546C506D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5239694" y="4452670"/>
                <a:ext cx="1336151" cy="1512000"/>
                <a:chOff x="7515929" y="1759604"/>
                <a:chExt cx="2731373" cy="3090848"/>
              </a:xfrm>
            </p:grpSpPr>
            <p:grpSp>
              <p:nvGrpSpPr>
                <p:cNvPr id="68" name="Group 67">
                  <a:extLst>
                    <a:ext uri="{FF2B5EF4-FFF2-40B4-BE49-F238E27FC236}">
                      <a16:creationId xmlns:a16="http://schemas.microsoft.com/office/drawing/2014/main" id="{04D1CD2E-5D48-2F18-48A6-B73F21AA1E9F}"/>
                    </a:ext>
                  </a:extLst>
                </p:cNvPr>
                <p:cNvGrpSpPr/>
                <p:nvPr/>
              </p:nvGrpSpPr>
              <p:grpSpPr>
                <a:xfrm>
                  <a:off x="7801888" y="2165011"/>
                  <a:ext cx="2159454" cy="2685441"/>
                  <a:chOff x="4998584" y="1735520"/>
                  <a:chExt cx="2159454" cy="2685441"/>
                </a:xfrm>
              </p:grpSpPr>
              <p:sp>
                <p:nvSpPr>
                  <p:cNvPr id="70" name="Rectangle 69">
                    <a:extLst>
                      <a:ext uri="{FF2B5EF4-FFF2-40B4-BE49-F238E27FC236}">
                        <a16:creationId xmlns:a16="http://schemas.microsoft.com/office/drawing/2014/main" id="{0CF2D954-020A-FBFA-C159-8FB127561014}"/>
                      </a:ext>
                    </a:extLst>
                  </p:cNvPr>
                  <p:cNvSpPr/>
                  <p:nvPr/>
                </p:nvSpPr>
                <p:spPr>
                  <a:xfrm>
                    <a:off x="5359854" y="2800350"/>
                    <a:ext cx="1436914" cy="1420586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44000" tIns="144000" rIns="144000" bIns="14400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2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FS Me Pro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2" name="Rectangle 71">
                    <a:extLst>
                      <a:ext uri="{FF2B5EF4-FFF2-40B4-BE49-F238E27FC236}">
                        <a16:creationId xmlns:a16="http://schemas.microsoft.com/office/drawing/2014/main" id="{A36BAEB9-6454-8CCA-E201-1D63D0A024E5}"/>
                      </a:ext>
                    </a:extLst>
                  </p:cNvPr>
                  <p:cNvSpPr/>
                  <p:nvPr/>
                </p:nvSpPr>
                <p:spPr>
                  <a:xfrm>
                    <a:off x="4998584" y="2637064"/>
                    <a:ext cx="2159454" cy="200025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44000" tIns="144000" rIns="144000" bIns="14400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2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600" b="0" i="0" u="none" strike="noStrike" kern="1200" cap="none" spc="0" normalizeH="0" baseline="0" noProof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FS Me Pro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4" name="Rectangle 73">
                    <a:extLst>
                      <a:ext uri="{FF2B5EF4-FFF2-40B4-BE49-F238E27FC236}">
                        <a16:creationId xmlns:a16="http://schemas.microsoft.com/office/drawing/2014/main" id="{04407FFD-3B36-5509-5AA2-84D34C926F06}"/>
                      </a:ext>
                    </a:extLst>
                  </p:cNvPr>
                  <p:cNvSpPr/>
                  <p:nvPr/>
                </p:nvSpPr>
                <p:spPr>
                  <a:xfrm>
                    <a:off x="4998584" y="4220936"/>
                    <a:ext cx="2159454" cy="200025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44000" tIns="144000" rIns="144000" bIns="14400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2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600" b="0" i="0" u="none" strike="noStrike" kern="1200" cap="none" spc="0" normalizeH="0" baseline="0" noProof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FS Me Pro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76" name="Group 75">
                    <a:extLst>
                      <a:ext uri="{FF2B5EF4-FFF2-40B4-BE49-F238E27FC236}">
                        <a16:creationId xmlns:a16="http://schemas.microsoft.com/office/drawing/2014/main" id="{1BB27FD4-60F8-2BD5-B7A4-B02BDCC6181E}"/>
                      </a:ext>
                    </a:extLst>
                  </p:cNvPr>
                  <p:cNvGrpSpPr/>
                  <p:nvPr/>
                </p:nvGrpSpPr>
                <p:grpSpPr>
                  <a:xfrm>
                    <a:off x="5395232" y="1735520"/>
                    <a:ext cx="405471" cy="1456231"/>
                    <a:chOff x="5436064" y="1665660"/>
                    <a:chExt cx="405471" cy="1456231"/>
                  </a:xfrm>
                </p:grpSpPr>
                <p:grpSp>
                  <p:nvGrpSpPr>
                    <p:cNvPr id="102" name="Group 101">
                      <a:extLst>
                        <a:ext uri="{FF2B5EF4-FFF2-40B4-BE49-F238E27FC236}">
                          <a16:creationId xmlns:a16="http://schemas.microsoft.com/office/drawing/2014/main" id="{6557AF55-21E5-1210-1133-5E8AC2AFABD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436064" y="1665660"/>
                      <a:ext cx="405471" cy="1456231"/>
                      <a:chOff x="5436064" y="1665660"/>
                      <a:chExt cx="405471" cy="1456231"/>
                    </a:xfrm>
                  </p:grpSpPr>
                  <p:cxnSp>
                    <p:nvCxnSpPr>
                      <p:cNvPr id="104" name="Straight Connector 103">
                        <a:extLst>
                          <a:ext uri="{FF2B5EF4-FFF2-40B4-BE49-F238E27FC236}">
                            <a16:creationId xmlns:a16="http://schemas.microsoft.com/office/drawing/2014/main" id="{457A910F-563A-E5E6-21DE-127B9A68457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5633718" y="1665660"/>
                        <a:ext cx="5082" cy="1456231"/>
                      </a:xfrm>
                      <a:prstGeom prst="line">
                        <a:avLst/>
                      </a:prstGeom>
                      <a:ln w="53340" cap="rnd">
                        <a:solidFill>
                          <a:schemeClr val="accent4"/>
                        </a:solidFill>
                        <a:round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grpSp>
                    <p:nvGrpSpPr>
                      <p:cNvPr id="105" name="Group 104">
                        <a:extLst>
                          <a:ext uri="{FF2B5EF4-FFF2-40B4-BE49-F238E27FC236}">
                            <a16:creationId xmlns:a16="http://schemas.microsoft.com/office/drawing/2014/main" id="{9343648F-91DD-60AD-082B-A13AC2D69BA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436064" y="1912489"/>
                        <a:ext cx="405471" cy="520800"/>
                        <a:chOff x="3330637" y="2164530"/>
                        <a:chExt cx="405471" cy="520800"/>
                      </a:xfrm>
                    </p:grpSpPr>
                    <p:sp>
                      <p:nvSpPr>
                        <p:cNvPr id="106" name="Flowchart: Manual Operation 105">
                          <a:extLst>
                            <a:ext uri="{FF2B5EF4-FFF2-40B4-BE49-F238E27FC236}">
                              <a16:creationId xmlns:a16="http://schemas.microsoft.com/office/drawing/2014/main" id="{77E16660-E18E-D222-E97B-2C88241D4432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 rot="10800000">
                          <a:off x="3330637" y="2164530"/>
                          <a:ext cx="405471" cy="216000"/>
                        </a:xfrm>
                        <a:prstGeom prst="flowChartManualOperation">
                          <a:avLst/>
                        </a:prstGeom>
                        <a:solidFill>
                          <a:schemeClr val="accent4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lIns="144000" tIns="144000" rIns="144000" bIns="144000"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90000"/>
                            </a:lnSpc>
                            <a:spcBef>
                              <a:spcPts val="200"/>
                            </a:spcBef>
                            <a:spcAft>
                              <a:spcPts val="2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600" b="0" i="0" u="none" strike="noStrike" kern="1200" cap="none" spc="0" normalizeH="0" baseline="0" noProof="0" err="1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FS Me Pro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107" name="Flowchart: Manual Operation 106">
                          <a:extLst>
                            <a:ext uri="{FF2B5EF4-FFF2-40B4-BE49-F238E27FC236}">
                              <a16:creationId xmlns:a16="http://schemas.microsoft.com/office/drawing/2014/main" id="{9D2A3EBE-EA8C-6BA3-445A-240FAC32564D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 rot="10800000">
                          <a:off x="3330637" y="2316930"/>
                          <a:ext cx="405471" cy="216000"/>
                        </a:xfrm>
                        <a:prstGeom prst="flowChartManualOperation">
                          <a:avLst/>
                        </a:prstGeom>
                        <a:solidFill>
                          <a:schemeClr val="accent4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lIns="144000" tIns="144000" rIns="144000" bIns="144000"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90000"/>
                            </a:lnSpc>
                            <a:spcBef>
                              <a:spcPts val="200"/>
                            </a:spcBef>
                            <a:spcAft>
                              <a:spcPts val="2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600" b="0" i="0" u="none" strike="noStrike" kern="1200" cap="none" spc="0" normalizeH="0" baseline="0" noProof="0" err="1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FS Me Pro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108" name="Flowchart: Manual Operation 107">
                          <a:extLst>
                            <a:ext uri="{FF2B5EF4-FFF2-40B4-BE49-F238E27FC236}">
                              <a16:creationId xmlns:a16="http://schemas.microsoft.com/office/drawing/2014/main" id="{A77EFA8E-9761-2B42-760E-E51D9209B8F9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 rot="10800000">
                          <a:off x="3330637" y="2469330"/>
                          <a:ext cx="405471" cy="216000"/>
                        </a:xfrm>
                        <a:prstGeom prst="flowChartManualOperation">
                          <a:avLst/>
                        </a:prstGeom>
                        <a:solidFill>
                          <a:schemeClr val="accent4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lIns="144000" tIns="144000" rIns="144000" bIns="144000"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90000"/>
                            </a:lnSpc>
                            <a:spcBef>
                              <a:spcPts val="200"/>
                            </a:spcBef>
                            <a:spcAft>
                              <a:spcPts val="2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600" b="0" i="0" u="none" strike="noStrike" kern="1200" cap="none" spc="0" normalizeH="0" baseline="0" noProof="0" err="1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FS Me Pro"/>
                            <a:ea typeface="+mn-ea"/>
                            <a:cs typeface="+mn-cs"/>
                          </a:endParaRPr>
                        </a:p>
                      </p:txBody>
                    </p:sp>
                  </p:grpSp>
                </p:grpSp>
                <p:sp>
                  <p:nvSpPr>
                    <p:cNvPr id="103" name="Rectangle 102">
                      <a:extLst>
                        <a:ext uri="{FF2B5EF4-FFF2-40B4-BE49-F238E27FC236}">
                          <a16:creationId xmlns:a16="http://schemas.microsoft.com/office/drawing/2014/main" id="{088ED460-1830-FC58-CFF5-EA28555FA7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99791" y="2426404"/>
                      <a:ext cx="267854" cy="143164"/>
                    </a:xfrm>
                    <a:prstGeom prst="rect">
                      <a:avLst/>
                    </a:prstGeom>
                    <a:solidFill>
                      <a:schemeClr val="accent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44000" tIns="144000" rIns="144000" bIns="144000"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err="1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FS Me Pro"/>
                        <a:ea typeface="+mn-ea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78" name="Group 77">
                    <a:extLst>
                      <a:ext uri="{FF2B5EF4-FFF2-40B4-BE49-F238E27FC236}">
                        <a16:creationId xmlns:a16="http://schemas.microsoft.com/office/drawing/2014/main" id="{AF85F493-2C02-8C2C-CE89-D70684AC2D9B}"/>
                      </a:ext>
                    </a:extLst>
                  </p:cNvPr>
                  <p:cNvGrpSpPr/>
                  <p:nvPr/>
                </p:nvGrpSpPr>
                <p:grpSpPr>
                  <a:xfrm>
                    <a:off x="5905060" y="1735520"/>
                    <a:ext cx="405471" cy="1456231"/>
                    <a:chOff x="5436064" y="1665660"/>
                    <a:chExt cx="405471" cy="1456231"/>
                  </a:xfrm>
                </p:grpSpPr>
                <p:grpSp>
                  <p:nvGrpSpPr>
                    <p:cNvPr id="95" name="Group 94">
                      <a:extLst>
                        <a:ext uri="{FF2B5EF4-FFF2-40B4-BE49-F238E27FC236}">
                          <a16:creationId xmlns:a16="http://schemas.microsoft.com/office/drawing/2014/main" id="{3148E51F-A4D4-470A-A92E-4F4A430F340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436064" y="1665660"/>
                      <a:ext cx="405471" cy="1456231"/>
                      <a:chOff x="5436064" y="1665660"/>
                      <a:chExt cx="405471" cy="1456231"/>
                    </a:xfrm>
                  </p:grpSpPr>
                  <p:cxnSp>
                    <p:nvCxnSpPr>
                      <p:cNvPr id="97" name="Straight Connector 96">
                        <a:extLst>
                          <a:ext uri="{FF2B5EF4-FFF2-40B4-BE49-F238E27FC236}">
                            <a16:creationId xmlns:a16="http://schemas.microsoft.com/office/drawing/2014/main" id="{6B71CF5A-6085-2816-1A52-B97DFE99027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5633718" y="1665660"/>
                        <a:ext cx="5082" cy="1456231"/>
                      </a:xfrm>
                      <a:prstGeom prst="line">
                        <a:avLst/>
                      </a:prstGeom>
                      <a:ln w="53340" cap="rnd">
                        <a:solidFill>
                          <a:schemeClr val="accent4"/>
                        </a:solidFill>
                        <a:round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grpSp>
                    <p:nvGrpSpPr>
                      <p:cNvPr id="98" name="Group 97">
                        <a:extLst>
                          <a:ext uri="{FF2B5EF4-FFF2-40B4-BE49-F238E27FC236}">
                            <a16:creationId xmlns:a16="http://schemas.microsoft.com/office/drawing/2014/main" id="{41CD044D-0D2D-AB04-0CAB-D38E44C97B9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436064" y="1912489"/>
                        <a:ext cx="405471" cy="520800"/>
                        <a:chOff x="3330637" y="2164530"/>
                        <a:chExt cx="405471" cy="520800"/>
                      </a:xfrm>
                    </p:grpSpPr>
                    <p:sp>
                      <p:nvSpPr>
                        <p:cNvPr id="99" name="Flowchart: Manual Operation 98">
                          <a:extLst>
                            <a:ext uri="{FF2B5EF4-FFF2-40B4-BE49-F238E27FC236}">
                              <a16:creationId xmlns:a16="http://schemas.microsoft.com/office/drawing/2014/main" id="{0FEDEAA9-C797-7530-AD38-FA65BD728B4A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 rot="10800000">
                          <a:off x="3330637" y="2164530"/>
                          <a:ext cx="405471" cy="216000"/>
                        </a:xfrm>
                        <a:prstGeom prst="flowChartManualOperation">
                          <a:avLst/>
                        </a:prstGeom>
                        <a:solidFill>
                          <a:schemeClr val="accent4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lIns="144000" tIns="144000" rIns="144000" bIns="144000"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90000"/>
                            </a:lnSpc>
                            <a:spcBef>
                              <a:spcPts val="200"/>
                            </a:spcBef>
                            <a:spcAft>
                              <a:spcPts val="2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600" b="0" i="0" u="none" strike="noStrike" kern="1200" cap="none" spc="0" normalizeH="0" baseline="0" noProof="0" err="1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FS Me Pro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100" name="Flowchart: Manual Operation 99">
                          <a:extLst>
                            <a:ext uri="{FF2B5EF4-FFF2-40B4-BE49-F238E27FC236}">
                              <a16:creationId xmlns:a16="http://schemas.microsoft.com/office/drawing/2014/main" id="{9F3327C1-AE68-2EFA-F152-259340C5B6D4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 rot="10800000">
                          <a:off x="3330637" y="2316930"/>
                          <a:ext cx="405471" cy="216000"/>
                        </a:xfrm>
                        <a:prstGeom prst="flowChartManualOperation">
                          <a:avLst/>
                        </a:prstGeom>
                        <a:solidFill>
                          <a:schemeClr val="accent4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lIns="144000" tIns="144000" rIns="144000" bIns="144000"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90000"/>
                            </a:lnSpc>
                            <a:spcBef>
                              <a:spcPts val="200"/>
                            </a:spcBef>
                            <a:spcAft>
                              <a:spcPts val="2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600" b="0" i="0" u="none" strike="noStrike" kern="1200" cap="none" spc="0" normalizeH="0" baseline="0" noProof="0" err="1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FS Me Pro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101" name="Flowchart: Manual Operation 100">
                          <a:extLst>
                            <a:ext uri="{FF2B5EF4-FFF2-40B4-BE49-F238E27FC236}">
                              <a16:creationId xmlns:a16="http://schemas.microsoft.com/office/drawing/2014/main" id="{88DFD516-0D34-D62C-5DE8-5B9FE71AB43E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 rot="10800000">
                          <a:off x="3330637" y="2469330"/>
                          <a:ext cx="405471" cy="216000"/>
                        </a:xfrm>
                        <a:prstGeom prst="flowChartManualOperation">
                          <a:avLst/>
                        </a:prstGeom>
                        <a:solidFill>
                          <a:schemeClr val="accent4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lIns="144000" tIns="144000" rIns="144000" bIns="144000"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90000"/>
                            </a:lnSpc>
                            <a:spcBef>
                              <a:spcPts val="200"/>
                            </a:spcBef>
                            <a:spcAft>
                              <a:spcPts val="2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600" b="0" i="0" u="none" strike="noStrike" kern="1200" cap="none" spc="0" normalizeH="0" baseline="0" noProof="0" err="1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FS Me Pro"/>
                            <a:ea typeface="+mn-ea"/>
                            <a:cs typeface="+mn-cs"/>
                          </a:endParaRPr>
                        </a:p>
                      </p:txBody>
                    </p:sp>
                  </p:grpSp>
                </p:grpSp>
                <p:sp>
                  <p:nvSpPr>
                    <p:cNvPr id="96" name="Rectangle 95">
                      <a:extLst>
                        <a:ext uri="{FF2B5EF4-FFF2-40B4-BE49-F238E27FC236}">
                          <a16:creationId xmlns:a16="http://schemas.microsoft.com/office/drawing/2014/main" id="{4DD1002E-6D18-B06F-5B5F-26B001FBA4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99791" y="2426404"/>
                      <a:ext cx="267854" cy="143164"/>
                    </a:xfrm>
                    <a:prstGeom prst="rect">
                      <a:avLst/>
                    </a:prstGeom>
                    <a:solidFill>
                      <a:schemeClr val="accent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44000" tIns="144000" rIns="144000" bIns="144000"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err="1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FS Me Pro"/>
                        <a:ea typeface="+mn-ea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79" name="Group 78">
                    <a:extLst>
                      <a:ext uri="{FF2B5EF4-FFF2-40B4-BE49-F238E27FC236}">
                        <a16:creationId xmlns:a16="http://schemas.microsoft.com/office/drawing/2014/main" id="{10BE17DE-5DFD-7E4E-7457-077830D4CC99}"/>
                      </a:ext>
                    </a:extLst>
                  </p:cNvPr>
                  <p:cNvGrpSpPr/>
                  <p:nvPr/>
                </p:nvGrpSpPr>
                <p:grpSpPr>
                  <a:xfrm>
                    <a:off x="6414887" y="1735520"/>
                    <a:ext cx="405471" cy="1456231"/>
                    <a:chOff x="5436064" y="1665660"/>
                    <a:chExt cx="405471" cy="1456231"/>
                  </a:xfrm>
                </p:grpSpPr>
                <p:grpSp>
                  <p:nvGrpSpPr>
                    <p:cNvPr id="81" name="Group 80">
                      <a:extLst>
                        <a:ext uri="{FF2B5EF4-FFF2-40B4-BE49-F238E27FC236}">
                          <a16:creationId xmlns:a16="http://schemas.microsoft.com/office/drawing/2014/main" id="{5A0D9339-CFFF-D375-BCBB-2780B6A635B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436064" y="1665660"/>
                      <a:ext cx="405471" cy="1456231"/>
                      <a:chOff x="5436064" y="1665660"/>
                      <a:chExt cx="405471" cy="1456231"/>
                    </a:xfrm>
                  </p:grpSpPr>
                  <p:cxnSp>
                    <p:nvCxnSpPr>
                      <p:cNvPr id="90" name="Straight Connector 89">
                        <a:extLst>
                          <a:ext uri="{FF2B5EF4-FFF2-40B4-BE49-F238E27FC236}">
                            <a16:creationId xmlns:a16="http://schemas.microsoft.com/office/drawing/2014/main" id="{79FD490F-163D-AE08-D0F7-0B79D74A1EC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5633718" y="1665660"/>
                        <a:ext cx="5082" cy="1456231"/>
                      </a:xfrm>
                      <a:prstGeom prst="line">
                        <a:avLst/>
                      </a:prstGeom>
                      <a:ln w="53340" cap="rnd">
                        <a:solidFill>
                          <a:schemeClr val="accent4"/>
                        </a:solidFill>
                        <a:round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grpSp>
                    <p:nvGrpSpPr>
                      <p:cNvPr id="91" name="Group 90">
                        <a:extLst>
                          <a:ext uri="{FF2B5EF4-FFF2-40B4-BE49-F238E27FC236}">
                            <a16:creationId xmlns:a16="http://schemas.microsoft.com/office/drawing/2014/main" id="{E1D5EBDD-D44D-FB65-C5AF-60CEBC8B003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436064" y="1912489"/>
                        <a:ext cx="405471" cy="520800"/>
                        <a:chOff x="3330637" y="2164530"/>
                        <a:chExt cx="405471" cy="520800"/>
                      </a:xfrm>
                    </p:grpSpPr>
                    <p:sp>
                      <p:nvSpPr>
                        <p:cNvPr id="92" name="Flowchart: Manual Operation 91">
                          <a:extLst>
                            <a:ext uri="{FF2B5EF4-FFF2-40B4-BE49-F238E27FC236}">
                              <a16:creationId xmlns:a16="http://schemas.microsoft.com/office/drawing/2014/main" id="{891A0C33-3407-DE2C-1FB6-0E726C5535D0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 rot="10800000">
                          <a:off x="3330637" y="2164530"/>
                          <a:ext cx="405471" cy="216000"/>
                        </a:xfrm>
                        <a:prstGeom prst="flowChartManualOperation">
                          <a:avLst/>
                        </a:prstGeom>
                        <a:solidFill>
                          <a:schemeClr val="accent4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lIns="144000" tIns="144000" rIns="144000" bIns="144000"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90000"/>
                            </a:lnSpc>
                            <a:spcBef>
                              <a:spcPts val="200"/>
                            </a:spcBef>
                            <a:spcAft>
                              <a:spcPts val="2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600" b="0" i="0" u="none" strike="noStrike" kern="1200" cap="none" spc="0" normalizeH="0" baseline="0" noProof="0" err="1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FS Me Pro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93" name="Flowchart: Manual Operation 92">
                          <a:extLst>
                            <a:ext uri="{FF2B5EF4-FFF2-40B4-BE49-F238E27FC236}">
                              <a16:creationId xmlns:a16="http://schemas.microsoft.com/office/drawing/2014/main" id="{C4C8D141-B3F5-79A0-AB7D-369E941BA637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 rot="10800000">
                          <a:off x="3330637" y="2316930"/>
                          <a:ext cx="405471" cy="216000"/>
                        </a:xfrm>
                        <a:prstGeom prst="flowChartManualOperation">
                          <a:avLst/>
                        </a:prstGeom>
                        <a:solidFill>
                          <a:schemeClr val="accent4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lIns="144000" tIns="144000" rIns="144000" bIns="144000"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90000"/>
                            </a:lnSpc>
                            <a:spcBef>
                              <a:spcPts val="200"/>
                            </a:spcBef>
                            <a:spcAft>
                              <a:spcPts val="2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600" b="0" i="0" u="none" strike="noStrike" kern="1200" cap="none" spc="0" normalizeH="0" baseline="0" noProof="0" err="1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FS Me Pro"/>
                            <a:ea typeface="+mn-ea"/>
                            <a:cs typeface="+mn-cs"/>
                          </a:endParaRPr>
                        </a:p>
                      </p:txBody>
                    </p:sp>
                    <p:sp>
                      <p:nvSpPr>
                        <p:cNvPr id="94" name="Flowchart: Manual Operation 93">
                          <a:extLst>
                            <a:ext uri="{FF2B5EF4-FFF2-40B4-BE49-F238E27FC236}">
                              <a16:creationId xmlns:a16="http://schemas.microsoft.com/office/drawing/2014/main" id="{87418273-D5D2-C75E-84FD-7FC9D42ECB0B}"/>
                            </a:ext>
                          </a:extLst>
                        </p:cNvPr>
                        <p:cNvSpPr>
                          <a:spLocks noChangeAspect="1"/>
                        </p:cNvSpPr>
                        <p:nvPr/>
                      </p:nvSpPr>
                      <p:spPr>
                        <a:xfrm rot="10800000">
                          <a:off x="3330637" y="2469330"/>
                          <a:ext cx="405471" cy="216000"/>
                        </a:xfrm>
                        <a:prstGeom prst="flowChartManualOperation">
                          <a:avLst/>
                        </a:prstGeom>
                        <a:solidFill>
                          <a:schemeClr val="accent4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lIns="144000" tIns="144000" rIns="144000" bIns="144000"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90000"/>
                            </a:lnSpc>
                            <a:spcBef>
                              <a:spcPts val="200"/>
                            </a:spcBef>
                            <a:spcAft>
                              <a:spcPts val="2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600" b="0" i="0" u="none" strike="noStrike" kern="1200" cap="none" spc="0" normalizeH="0" baseline="0" noProof="0" err="1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FS Me Pro"/>
                            <a:ea typeface="+mn-ea"/>
                            <a:cs typeface="+mn-cs"/>
                          </a:endParaRPr>
                        </a:p>
                      </p:txBody>
                    </p:sp>
                  </p:grpSp>
                </p:grpSp>
                <p:sp>
                  <p:nvSpPr>
                    <p:cNvPr id="89" name="Rectangle 88">
                      <a:extLst>
                        <a:ext uri="{FF2B5EF4-FFF2-40B4-BE49-F238E27FC236}">
                          <a16:creationId xmlns:a16="http://schemas.microsoft.com/office/drawing/2014/main" id="{CC7938F0-3C0F-4117-4D7E-B16886215D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99791" y="2426404"/>
                      <a:ext cx="267854" cy="143164"/>
                    </a:xfrm>
                    <a:prstGeom prst="rect">
                      <a:avLst/>
                    </a:prstGeom>
                    <a:solidFill>
                      <a:schemeClr val="accent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44000" tIns="144000" rIns="144000" bIns="144000"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err="1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FS Me Pro"/>
                        <a:ea typeface="+mn-ea"/>
                        <a:cs typeface="+mn-cs"/>
                      </a:endParaRPr>
                    </a:p>
                  </p:txBody>
                </p:sp>
              </p:grpSp>
              <p:pic>
                <p:nvPicPr>
                  <p:cNvPr id="80" name="Graphic 79" descr="High voltage with solid fill">
                    <a:extLst>
                      <a:ext uri="{FF2B5EF4-FFF2-40B4-BE49-F238E27FC236}">
                        <a16:creationId xmlns:a16="http://schemas.microsoft.com/office/drawing/2014/main" id="{A88071E7-86F0-06A1-C897-81EC30C4A67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645513" y="2965337"/>
                    <a:ext cx="914400" cy="91440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FE8BA786-8DF0-38DD-B53D-80549574C41B}"/>
                    </a:ext>
                  </a:extLst>
                </p:cNvPr>
                <p:cNvSpPr txBox="1"/>
                <p:nvPr/>
              </p:nvSpPr>
              <p:spPr>
                <a:xfrm>
                  <a:off x="7515929" y="1759604"/>
                  <a:ext cx="2731373" cy="44098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2484"/>
                    </a:solidFill>
                    <a:effectLst/>
                    <a:uLnTx/>
                    <a:uFillTx/>
                    <a:latin typeface="FS Me Pro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ED3EBDD1-3791-8199-EC78-C825AE740A4A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403469" y="4747952"/>
                <a:ext cx="680400" cy="680400"/>
                <a:chOff x="4582442" y="4256540"/>
                <a:chExt cx="914400" cy="914400"/>
              </a:xfrm>
              <a:solidFill>
                <a:schemeClr val="accent1"/>
              </a:solidFill>
            </p:grpSpPr>
            <p:pic>
              <p:nvPicPr>
                <p:cNvPr id="16" name="Graphic 15" descr="Home with solid fill">
                  <a:extLst>
                    <a:ext uri="{FF2B5EF4-FFF2-40B4-BE49-F238E27FC236}">
                      <a16:creationId xmlns:a16="http://schemas.microsoft.com/office/drawing/2014/main" id="{417C0F41-596C-5765-2250-771F7E00F7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82442" y="4256540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50" name="Freeform: Shape 49">
                  <a:extLst>
                    <a:ext uri="{FF2B5EF4-FFF2-40B4-BE49-F238E27FC236}">
                      <a16:creationId xmlns:a16="http://schemas.microsoft.com/office/drawing/2014/main" id="{138BD3B3-67BF-E1B9-973B-0E6CBB50A18A}"/>
                    </a:ext>
                  </a:extLst>
                </p:cNvPr>
                <p:cNvSpPr/>
                <p:nvPr/>
              </p:nvSpPr>
              <p:spPr>
                <a:xfrm>
                  <a:off x="5068778" y="4580771"/>
                  <a:ext cx="152400" cy="228600"/>
                </a:xfrm>
                <a:custGeom>
                  <a:avLst/>
                  <a:gdLst>
                    <a:gd name="csX0" fmla="*/ 152400 w 152400"/>
                    <a:gd name="csY0" fmla="*/ 76200 h 228600"/>
                    <a:gd name="csX1" fmla="*/ 71438 w 152400"/>
                    <a:gd name="csY1" fmla="*/ 76200 h 228600"/>
                    <a:gd name="csX2" fmla="*/ 101918 w 152400"/>
                    <a:gd name="csY2" fmla="*/ 0 h 228600"/>
                    <a:gd name="csX3" fmla="*/ 29528 w 152400"/>
                    <a:gd name="csY3" fmla="*/ 0 h 228600"/>
                    <a:gd name="csX4" fmla="*/ 0 w 152400"/>
                    <a:gd name="csY4" fmla="*/ 123825 h 228600"/>
                    <a:gd name="csX5" fmla="*/ 60960 w 152400"/>
                    <a:gd name="csY5" fmla="*/ 123825 h 228600"/>
                    <a:gd name="csX6" fmla="*/ 23813 w 152400"/>
                    <a:gd name="csY6" fmla="*/ 228600 h 2286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152400" h="228600">
                      <a:moveTo>
                        <a:pt x="152400" y="76200"/>
                      </a:moveTo>
                      <a:lnTo>
                        <a:pt x="71438" y="76200"/>
                      </a:lnTo>
                      <a:lnTo>
                        <a:pt x="101918" y="0"/>
                      </a:lnTo>
                      <a:lnTo>
                        <a:pt x="29528" y="0"/>
                      </a:lnTo>
                      <a:lnTo>
                        <a:pt x="0" y="123825"/>
                      </a:lnTo>
                      <a:lnTo>
                        <a:pt x="60960" y="123825"/>
                      </a:lnTo>
                      <a:lnTo>
                        <a:pt x="23813" y="22860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GB" dirty="0"/>
                </a:p>
              </p:txBody>
            </p:sp>
          </p:grpSp>
          <p:pic>
            <p:nvPicPr>
              <p:cNvPr id="112" name="Graphic 111" descr="Electric car with solid fill">
                <a:extLst>
                  <a:ext uri="{FF2B5EF4-FFF2-40B4-BE49-F238E27FC236}">
                    <a16:creationId xmlns:a16="http://schemas.microsoft.com/office/drawing/2014/main" id="{E111EDC2-92DA-2449-5A29-9CF29C43F4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4403469" y="5490262"/>
                <a:ext cx="680400" cy="680400"/>
              </a:xfrm>
              <a:prstGeom prst="rect">
                <a:avLst/>
              </a:prstGeom>
            </p:spPr>
          </p:pic>
          <p:pic>
            <p:nvPicPr>
              <p:cNvPr id="40" name="Graphic 39" descr="Solar Panels with solid fill">
                <a:extLst>
                  <a:ext uri="{FF2B5EF4-FFF2-40B4-BE49-F238E27FC236}">
                    <a16:creationId xmlns:a16="http://schemas.microsoft.com/office/drawing/2014/main" id="{0AF4C8B9-4E47-F3A1-989B-82832606F6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6654988" y="5490262"/>
                <a:ext cx="680400" cy="680400"/>
              </a:xfrm>
              <a:prstGeom prst="rect">
                <a:avLst/>
              </a:prstGeom>
            </p:spPr>
          </p:pic>
          <p:pic>
            <p:nvPicPr>
              <p:cNvPr id="27" name="Graphic 26" descr="Wind Turbines with solid fill">
                <a:extLst>
                  <a:ext uri="{FF2B5EF4-FFF2-40B4-BE49-F238E27FC236}">
                    <a16:creationId xmlns:a16="http://schemas.microsoft.com/office/drawing/2014/main" id="{659C663E-3FB5-0939-85F0-8B63C25E3B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6654988" y="4747952"/>
                <a:ext cx="680400" cy="680400"/>
              </a:xfrm>
              <a:prstGeom prst="rect">
                <a:avLst/>
              </a:prstGeom>
            </p:spPr>
          </p:pic>
        </p:grpSp>
      </p:grpSp>
      <p:cxnSp>
        <p:nvCxnSpPr>
          <p:cNvPr id="116" name="Connector: Elbow 115">
            <a:extLst>
              <a:ext uri="{FF2B5EF4-FFF2-40B4-BE49-F238E27FC236}">
                <a16:creationId xmlns:a16="http://schemas.microsoft.com/office/drawing/2014/main" id="{CFFEEABE-051E-6C07-01A3-A9EC739F0686}"/>
              </a:ext>
            </a:extLst>
          </p:cNvPr>
          <p:cNvCxnSpPr>
            <a:cxnSpLocks/>
            <a:stCxn id="16" idx="3"/>
            <a:endCxn id="70" idx="1"/>
          </p:cNvCxnSpPr>
          <p:nvPr/>
        </p:nvCxnSpPr>
        <p:spPr>
          <a:xfrm>
            <a:off x="5258852" y="2701657"/>
            <a:ext cx="472440" cy="431203"/>
          </a:xfrm>
          <a:prstGeom prst="bentConnector3">
            <a:avLst>
              <a:gd name="adj1" fmla="val 50000"/>
            </a:avLst>
          </a:prstGeom>
          <a:ln w="12700" cap="rnd">
            <a:solidFill>
              <a:schemeClr val="accent1"/>
            </a:solidFill>
            <a:round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: Elbow 126">
            <a:extLst>
              <a:ext uri="{FF2B5EF4-FFF2-40B4-BE49-F238E27FC236}">
                <a16:creationId xmlns:a16="http://schemas.microsoft.com/office/drawing/2014/main" id="{C3FB50A3-CDE0-6593-BC5C-7F9E02E9DF44}"/>
              </a:ext>
            </a:extLst>
          </p:cNvPr>
          <p:cNvCxnSpPr>
            <a:cxnSpLocks/>
            <a:stCxn id="112" idx="3"/>
            <a:endCxn id="70" idx="1"/>
          </p:cNvCxnSpPr>
          <p:nvPr/>
        </p:nvCxnSpPr>
        <p:spPr>
          <a:xfrm flipV="1">
            <a:off x="5258852" y="3132860"/>
            <a:ext cx="472440" cy="311107"/>
          </a:xfrm>
          <a:prstGeom prst="bentConnector3">
            <a:avLst>
              <a:gd name="adj1" fmla="val 50000"/>
            </a:avLst>
          </a:prstGeom>
          <a:ln w="12700" cap="rnd">
            <a:solidFill>
              <a:schemeClr val="accent1"/>
            </a:solidFill>
            <a:round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: Elbow 129">
            <a:extLst>
              <a:ext uri="{FF2B5EF4-FFF2-40B4-BE49-F238E27FC236}">
                <a16:creationId xmlns:a16="http://schemas.microsoft.com/office/drawing/2014/main" id="{A7394D3C-910F-5E75-2B9F-33B204381DFB}"/>
              </a:ext>
            </a:extLst>
          </p:cNvPr>
          <p:cNvCxnSpPr>
            <a:cxnSpLocks/>
            <a:stCxn id="27" idx="1"/>
            <a:endCxn id="70" idx="3"/>
          </p:cNvCxnSpPr>
          <p:nvPr/>
        </p:nvCxnSpPr>
        <p:spPr>
          <a:xfrm rot="10800000" flipV="1">
            <a:off x="6434211" y="2701656"/>
            <a:ext cx="395760" cy="431203"/>
          </a:xfrm>
          <a:prstGeom prst="bentConnector3">
            <a:avLst>
              <a:gd name="adj1" fmla="val 50000"/>
            </a:avLst>
          </a:prstGeom>
          <a:ln w="12700" cap="rnd">
            <a:solidFill>
              <a:schemeClr val="accent1"/>
            </a:solidFill>
            <a:round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: Elbow 130">
            <a:extLst>
              <a:ext uri="{FF2B5EF4-FFF2-40B4-BE49-F238E27FC236}">
                <a16:creationId xmlns:a16="http://schemas.microsoft.com/office/drawing/2014/main" id="{5BAD7010-2D3F-A8D6-8572-B932A1B3851D}"/>
              </a:ext>
            </a:extLst>
          </p:cNvPr>
          <p:cNvCxnSpPr>
            <a:cxnSpLocks/>
            <a:stCxn id="40" idx="1"/>
            <a:endCxn id="70" idx="3"/>
          </p:cNvCxnSpPr>
          <p:nvPr/>
        </p:nvCxnSpPr>
        <p:spPr>
          <a:xfrm rot="10800000">
            <a:off x="6434211" y="3132861"/>
            <a:ext cx="395760" cy="311107"/>
          </a:xfrm>
          <a:prstGeom prst="bentConnector3">
            <a:avLst>
              <a:gd name="adj1" fmla="val 50000"/>
            </a:avLst>
          </a:prstGeom>
          <a:ln w="12700" cap="rnd">
            <a:solidFill>
              <a:schemeClr val="accent1"/>
            </a:solidFill>
            <a:round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Central rounded box">
            <a:extLst>
              <a:ext uri="{FF2B5EF4-FFF2-40B4-BE49-F238E27FC236}">
                <a16:creationId xmlns:a16="http://schemas.microsoft.com/office/drawing/2014/main" id="{0A18293E-7406-790E-4207-F059354E55AC}"/>
              </a:ext>
            </a:extLst>
          </p:cNvPr>
          <p:cNvSpPr/>
          <p:nvPr/>
        </p:nvSpPr>
        <p:spPr>
          <a:xfrm>
            <a:off x="4488300" y="3958417"/>
            <a:ext cx="3204000" cy="21600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76200">
            <a:noFill/>
          </a:ln>
        </p:spPr>
        <p:txBody>
          <a:bodyPr wrap="square"/>
          <a:lstStyle/>
          <a:p>
            <a:pPr algn="ctr"/>
            <a:r>
              <a:rPr lang="nl-NL" b="1" dirty="0" err="1">
                <a:solidFill>
                  <a:schemeClr val="accent1"/>
                </a:solidFill>
              </a:rPr>
              <a:t>Topological</a:t>
            </a:r>
            <a:r>
              <a:rPr lang="nl-NL" b="1" dirty="0">
                <a:solidFill>
                  <a:schemeClr val="accent1"/>
                </a:solidFill>
              </a:rPr>
              <a:t> </a:t>
            </a:r>
            <a:r>
              <a:rPr lang="nl-NL" b="1" dirty="0" err="1">
                <a:solidFill>
                  <a:schemeClr val="accent1"/>
                </a:solidFill>
              </a:rPr>
              <a:t>effects</a:t>
            </a:r>
            <a:endParaRPr lang="nl-NL" b="1" dirty="0">
              <a:solidFill>
                <a:schemeClr val="accent1"/>
              </a:solidFill>
            </a:endParaRPr>
          </a:p>
        </p:txBody>
      </p: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12B5CA5C-97DF-F414-E07D-78A5E84CF5E6}"/>
              </a:ext>
            </a:extLst>
          </p:cNvPr>
          <p:cNvGrpSpPr/>
          <p:nvPr/>
        </p:nvGrpSpPr>
        <p:grpSpPr>
          <a:xfrm>
            <a:off x="4801179" y="4303996"/>
            <a:ext cx="2578242" cy="691200"/>
            <a:chOff x="4570953" y="4303996"/>
            <a:chExt cx="2578242" cy="691200"/>
          </a:xfrm>
        </p:grpSpPr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1399254A-6696-982A-8DAD-78AB6A015ED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570953" y="4303996"/>
              <a:ext cx="610812" cy="691200"/>
              <a:chOff x="7515929" y="1759604"/>
              <a:chExt cx="2731373" cy="3090848"/>
            </a:xfrm>
          </p:grpSpPr>
          <p:grpSp>
            <p:nvGrpSpPr>
              <p:cNvPr id="138" name="Group 137">
                <a:extLst>
                  <a:ext uri="{FF2B5EF4-FFF2-40B4-BE49-F238E27FC236}">
                    <a16:creationId xmlns:a16="http://schemas.microsoft.com/office/drawing/2014/main" id="{CDB432C2-7913-C478-AE2B-DB9A8383016D}"/>
                  </a:ext>
                </a:extLst>
              </p:cNvPr>
              <p:cNvGrpSpPr/>
              <p:nvPr/>
            </p:nvGrpSpPr>
            <p:grpSpPr>
              <a:xfrm>
                <a:off x="7801888" y="2165011"/>
                <a:ext cx="2159454" cy="2685441"/>
                <a:chOff x="4998584" y="1735520"/>
                <a:chExt cx="2159454" cy="2685441"/>
              </a:xfrm>
            </p:grpSpPr>
            <p:sp>
              <p:nvSpPr>
                <p:cNvPr id="140" name="Rectangle 139">
                  <a:extLst>
                    <a:ext uri="{FF2B5EF4-FFF2-40B4-BE49-F238E27FC236}">
                      <a16:creationId xmlns:a16="http://schemas.microsoft.com/office/drawing/2014/main" id="{109CF4AC-432A-E539-36FB-97DC0FFE9E25}"/>
                    </a:ext>
                  </a:extLst>
                </p:cNvPr>
                <p:cNvSpPr/>
                <p:nvPr/>
              </p:nvSpPr>
              <p:spPr>
                <a:xfrm>
                  <a:off x="5359854" y="2800350"/>
                  <a:ext cx="1436914" cy="1420586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144000" bIns="14400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2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6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FS Me Pro"/>
                    <a:ea typeface="+mn-ea"/>
                    <a:cs typeface="+mn-cs"/>
                  </a:endParaRPr>
                </a:p>
              </p:txBody>
            </p:sp>
            <p:sp>
              <p:nvSpPr>
                <p:cNvPr id="141" name="Rectangle 140">
                  <a:extLst>
                    <a:ext uri="{FF2B5EF4-FFF2-40B4-BE49-F238E27FC236}">
                      <a16:creationId xmlns:a16="http://schemas.microsoft.com/office/drawing/2014/main" id="{00C93041-C3B9-8182-7CE3-696223CBBCB3}"/>
                    </a:ext>
                  </a:extLst>
                </p:cNvPr>
                <p:cNvSpPr/>
                <p:nvPr/>
              </p:nvSpPr>
              <p:spPr>
                <a:xfrm>
                  <a:off x="4998584" y="2637064"/>
                  <a:ext cx="2159454" cy="200025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144000" bIns="14400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2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6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FS Me Pro"/>
                    <a:ea typeface="+mn-ea"/>
                    <a:cs typeface="+mn-cs"/>
                  </a:endParaRPr>
                </a:p>
              </p:txBody>
            </p:sp>
            <p:sp>
              <p:nvSpPr>
                <p:cNvPr id="142" name="Rectangle 141">
                  <a:extLst>
                    <a:ext uri="{FF2B5EF4-FFF2-40B4-BE49-F238E27FC236}">
                      <a16:creationId xmlns:a16="http://schemas.microsoft.com/office/drawing/2014/main" id="{9870DCEF-9445-941E-099E-801CED437BBC}"/>
                    </a:ext>
                  </a:extLst>
                </p:cNvPr>
                <p:cNvSpPr/>
                <p:nvPr/>
              </p:nvSpPr>
              <p:spPr>
                <a:xfrm>
                  <a:off x="4998584" y="4220936"/>
                  <a:ext cx="2159454" cy="200025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144000" bIns="14400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2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6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FS Me Pro"/>
                    <a:ea typeface="+mn-ea"/>
                    <a:cs typeface="+mn-cs"/>
                  </a:endParaRPr>
                </a:p>
              </p:txBody>
            </p:sp>
            <p:grpSp>
              <p:nvGrpSpPr>
                <p:cNvPr id="143" name="Group 142">
                  <a:extLst>
                    <a:ext uri="{FF2B5EF4-FFF2-40B4-BE49-F238E27FC236}">
                      <a16:creationId xmlns:a16="http://schemas.microsoft.com/office/drawing/2014/main" id="{454FB058-D832-584C-1032-368C2C76F52A}"/>
                    </a:ext>
                  </a:extLst>
                </p:cNvPr>
                <p:cNvGrpSpPr/>
                <p:nvPr/>
              </p:nvGrpSpPr>
              <p:grpSpPr>
                <a:xfrm>
                  <a:off x="5395232" y="1735520"/>
                  <a:ext cx="405471" cy="1456231"/>
                  <a:chOff x="5436064" y="1665660"/>
                  <a:chExt cx="405471" cy="1456231"/>
                </a:xfrm>
              </p:grpSpPr>
              <p:grpSp>
                <p:nvGrpSpPr>
                  <p:cNvPr id="161" name="Group 160">
                    <a:extLst>
                      <a:ext uri="{FF2B5EF4-FFF2-40B4-BE49-F238E27FC236}">
                        <a16:creationId xmlns:a16="http://schemas.microsoft.com/office/drawing/2014/main" id="{14A35A66-5D37-B986-CCA0-AD909CEA14C9}"/>
                      </a:ext>
                    </a:extLst>
                  </p:cNvPr>
                  <p:cNvGrpSpPr/>
                  <p:nvPr/>
                </p:nvGrpSpPr>
                <p:grpSpPr>
                  <a:xfrm>
                    <a:off x="5436064" y="1665660"/>
                    <a:ext cx="405471" cy="1456231"/>
                    <a:chOff x="5436064" y="1665660"/>
                    <a:chExt cx="405471" cy="1456231"/>
                  </a:xfrm>
                </p:grpSpPr>
                <p:cxnSp>
                  <p:nvCxnSpPr>
                    <p:cNvPr id="163" name="Straight Connector 162">
                      <a:extLst>
                        <a:ext uri="{FF2B5EF4-FFF2-40B4-BE49-F238E27FC236}">
                          <a16:creationId xmlns:a16="http://schemas.microsoft.com/office/drawing/2014/main" id="{E12FEB43-8B31-C232-119A-09E6651FC28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633718" y="1665660"/>
                      <a:ext cx="5082" cy="1456231"/>
                    </a:xfrm>
                    <a:prstGeom prst="line">
                      <a:avLst/>
                    </a:prstGeom>
                    <a:ln w="53340" cap="rnd">
                      <a:solidFill>
                        <a:schemeClr val="accent4"/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164" name="Group 163">
                      <a:extLst>
                        <a:ext uri="{FF2B5EF4-FFF2-40B4-BE49-F238E27FC236}">
                          <a16:creationId xmlns:a16="http://schemas.microsoft.com/office/drawing/2014/main" id="{A90D78B8-4585-1088-E670-80CCA5256EC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436064" y="1912489"/>
                      <a:ext cx="405471" cy="520800"/>
                      <a:chOff x="3330637" y="2164530"/>
                      <a:chExt cx="405471" cy="520800"/>
                    </a:xfrm>
                  </p:grpSpPr>
                  <p:sp>
                    <p:nvSpPr>
                      <p:cNvPr id="165" name="Flowchart: Manual Operation 164">
                        <a:extLst>
                          <a:ext uri="{FF2B5EF4-FFF2-40B4-BE49-F238E27FC236}">
                            <a16:creationId xmlns:a16="http://schemas.microsoft.com/office/drawing/2014/main" id="{8474D74F-4FCD-A042-3C28-F7AB86C7336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1645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66" name="Flowchart: Manual Operation 165">
                        <a:extLst>
                          <a:ext uri="{FF2B5EF4-FFF2-40B4-BE49-F238E27FC236}">
                            <a16:creationId xmlns:a16="http://schemas.microsoft.com/office/drawing/2014/main" id="{7ADB6DA7-3067-5D1E-316C-71C45582B3B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3169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67" name="Flowchart: Manual Operation 166">
                        <a:extLst>
                          <a:ext uri="{FF2B5EF4-FFF2-40B4-BE49-F238E27FC236}">
                            <a16:creationId xmlns:a16="http://schemas.microsoft.com/office/drawing/2014/main" id="{65A4F470-187D-5787-278F-6126B7D5F09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4693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162" name="Rectangle 161">
                    <a:extLst>
                      <a:ext uri="{FF2B5EF4-FFF2-40B4-BE49-F238E27FC236}">
                        <a16:creationId xmlns:a16="http://schemas.microsoft.com/office/drawing/2014/main" id="{EACDF1EE-5273-730F-315B-2E9A32C3BEE9}"/>
                      </a:ext>
                    </a:extLst>
                  </p:cNvPr>
                  <p:cNvSpPr/>
                  <p:nvPr/>
                </p:nvSpPr>
                <p:spPr>
                  <a:xfrm>
                    <a:off x="5499791" y="2426404"/>
                    <a:ext cx="267854" cy="143164"/>
                  </a:xfrm>
                  <a:prstGeom prst="rect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44000" tIns="144000" rIns="144000" bIns="14400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2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600" b="0" i="0" u="none" strike="noStrike" kern="1200" cap="none" spc="0" normalizeH="0" baseline="0" noProof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FS Me Pro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144" name="Group 143">
                  <a:extLst>
                    <a:ext uri="{FF2B5EF4-FFF2-40B4-BE49-F238E27FC236}">
                      <a16:creationId xmlns:a16="http://schemas.microsoft.com/office/drawing/2014/main" id="{21758285-E43C-2DA7-2355-015FE98FB8A1}"/>
                    </a:ext>
                  </a:extLst>
                </p:cNvPr>
                <p:cNvGrpSpPr/>
                <p:nvPr/>
              </p:nvGrpSpPr>
              <p:grpSpPr>
                <a:xfrm>
                  <a:off x="5905060" y="1735520"/>
                  <a:ext cx="405471" cy="1456231"/>
                  <a:chOff x="5436064" y="1665660"/>
                  <a:chExt cx="405471" cy="1456231"/>
                </a:xfrm>
              </p:grpSpPr>
              <p:grpSp>
                <p:nvGrpSpPr>
                  <p:cNvPr id="154" name="Group 153">
                    <a:extLst>
                      <a:ext uri="{FF2B5EF4-FFF2-40B4-BE49-F238E27FC236}">
                        <a16:creationId xmlns:a16="http://schemas.microsoft.com/office/drawing/2014/main" id="{CBF0E8A8-B290-1180-7727-07FCE9B2222C}"/>
                      </a:ext>
                    </a:extLst>
                  </p:cNvPr>
                  <p:cNvGrpSpPr/>
                  <p:nvPr/>
                </p:nvGrpSpPr>
                <p:grpSpPr>
                  <a:xfrm>
                    <a:off x="5436064" y="1665660"/>
                    <a:ext cx="405471" cy="1456231"/>
                    <a:chOff x="5436064" y="1665660"/>
                    <a:chExt cx="405471" cy="1456231"/>
                  </a:xfrm>
                </p:grpSpPr>
                <p:cxnSp>
                  <p:nvCxnSpPr>
                    <p:cNvPr id="156" name="Straight Connector 155">
                      <a:extLst>
                        <a:ext uri="{FF2B5EF4-FFF2-40B4-BE49-F238E27FC236}">
                          <a16:creationId xmlns:a16="http://schemas.microsoft.com/office/drawing/2014/main" id="{61B6A7AF-DA11-B514-939E-F119806D013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633718" y="1665660"/>
                      <a:ext cx="5082" cy="1456231"/>
                    </a:xfrm>
                    <a:prstGeom prst="line">
                      <a:avLst/>
                    </a:prstGeom>
                    <a:ln w="53340" cap="rnd">
                      <a:solidFill>
                        <a:schemeClr val="accent4"/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157" name="Group 156">
                      <a:extLst>
                        <a:ext uri="{FF2B5EF4-FFF2-40B4-BE49-F238E27FC236}">
                          <a16:creationId xmlns:a16="http://schemas.microsoft.com/office/drawing/2014/main" id="{662FADAD-3A39-6D00-7EFD-E2DD83E1835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436064" y="1912489"/>
                      <a:ext cx="405471" cy="520800"/>
                      <a:chOff x="3330637" y="2164530"/>
                      <a:chExt cx="405471" cy="520800"/>
                    </a:xfrm>
                  </p:grpSpPr>
                  <p:sp>
                    <p:nvSpPr>
                      <p:cNvPr id="158" name="Flowchart: Manual Operation 157">
                        <a:extLst>
                          <a:ext uri="{FF2B5EF4-FFF2-40B4-BE49-F238E27FC236}">
                            <a16:creationId xmlns:a16="http://schemas.microsoft.com/office/drawing/2014/main" id="{B524483C-C1DB-2747-2B55-DEC7AB8235D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1645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59" name="Flowchart: Manual Operation 158">
                        <a:extLst>
                          <a:ext uri="{FF2B5EF4-FFF2-40B4-BE49-F238E27FC236}">
                            <a16:creationId xmlns:a16="http://schemas.microsoft.com/office/drawing/2014/main" id="{D6BB72CA-7E49-6608-E6AD-AB70195C46D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3169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60" name="Flowchart: Manual Operation 159">
                        <a:extLst>
                          <a:ext uri="{FF2B5EF4-FFF2-40B4-BE49-F238E27FC236}">
                            <a16:creationId xmlns:a16="http://schemas.microsoft.com/office/drawing/2014/main" id="{24169818-C7E8-ACEE-AD7A-A1A175415E9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4693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155" name="Rectangle 154">
                    <a:extLst>
                      <a:ext uri="{FF2B5EF4-FFF2-40B4-BE49-F238E27FC236}">
                        <a16:creationId xmlns:a16="http://schemas.microsoft.com/office/drawing/2014/main" id="{0FD6077E-10D5-F3CD-F7C4-BBB554AD6F36}"/>
                      </a:ext>
                    </a:extLst>
                  </p:cNvPr>
                  <p:cNvSpPr/>
                  <p:nvPr/>
                </p:nvSpPr>
                <p:spPr>
                  <a:xfrm>
                    <a:off x="5499791" y="2426404"/>
                    <a:ext cx="267854" cy="143164"/>
                  </a:xfrm>
                  <a:prstGeom prst="rect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44000" tIns="144000" rIns="144000" bIns="14400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2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600" b="0" i="0" u="none" strike="noStrike" kern="1200" cap="none" spc="0" normalizeH="0" baseline="0" noProof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FS Me Pro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145" name="Group 144">
                  <a:extLst>
                    <a:ext uri="{FF2B5EF4-FFF2-40B4-BE49-F238E27FC236}">
                      <a16:creationId xmlns:a16="http://schemas.microsoft.com/office/drawing/2014/main" id="{C68E3EB2-7A2F-895E-DEAE-39987013E288}"/>
                    </a:ext>
                  </a:extLst>
                </p:cNvPr>
                <p:cNvGrpSpPr/>
                <p:nvPr/>
              </p:nvGrpSpPr>
              <p:grpSpPr>
                <a:xfrm>
                  <a:off x="6414887" y="1735520"/>
                  <a:ext cx="405471" cy="1456231"/>
                  <a:chOff x="5436064" y="1665660"/>
                  <a:chExt cx="405471" cy="1456231"/>
                </a:xfrm>
              </p:grpSpPr>
              <p:grpSp>
                <p:nvGrpSpPr>
                  <p:cNvPr id="147" name="Group 146">
                    <a:extLst>
                      <a:ext uri="{FF2B5EF4-FFF2-40B4-BE49-F238E27FC236}">
                        <a16:creationId xmlns:a16="http://schemas.microsoft.com/office/drawing/2014/main" id="{9F3C8B43-9EC5-86D8-124E-D005D5EDC2B8}"/>
                      </a:ext>
                    </a:extLst>
                  </p:cNvPr>
                  <p:cNvGrpSpPr/>
                  <p:nvPr/>
                </p:nvGrpSpPr>
                <p:grpSpPr>
                  <a:xfrm>
                    <a:off x="5436064" y="1665660"/>
                    <a:ext cx="405471" cy="1456231"/>
                    <a:chOff x="5436064" y="1665660"/>
                    <a:chExt cx="405471" cy="1456231"/>
                  </a:xfrm>
                </p:grpSpPr>
                <p:cxnSp>
                  <p:nvCxnSpPr>
                    <p:cNvPr id="149" name="Straight Connector 148">
                      <a:extLst>
                        <a:ext uri="{FF2B5EF4-FFF2-40B4-BE49-F238E27FC236}">
                          <a16:creationId xmlns:a16="http://schemas.microsoft.com/office/drawing/2014/main" id="{B8EAC6E0-D15C-6D54-20A6-221EC4AAF06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633718" y="1665660"/>
                      <a:ext cx="5082" cy="1456231"/>
                    </a:xfrm>
                    <a:prstGeom prst="line">
                      <a:avLst/>
                    </a:prstGeom>
                    <a:ln w="53340" cap="rnd">
                      <a:solidFill>
                        <a:schemeClr val="accent4"/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150" name="Group 149">
                      <a:extLst>
                        <a:ext uri="{FF2B5EF4-FFF2-40B4-BE49-F238E27FC236}">
                          <a16:creationId xmlns:a16="http://schemas.microsoft.com/office/drawing/2014/main" id="{0CAC3E4F-4944-03AF-BCAF-986B62D7658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436064" y="1912489"/>
                      <a:ext cx="405471" cy="520800"/>
                      <a:chOff x="3330637" y="2164530"/>
                      <a:chExt cx="405471" cy="520800"/>
                    </a:xfrm>
                  </p:grpSpPr>
                  <p:sp>
                    <p:nvSpPr>
                      <p:cNvPr id="151" name="Flowchart: Manual Operation 150">
                        <a:extLst>
                          <a:ext uri="{FF2B5EF4-FFF2-40B4-BE49-F238E27FC236}">
                            <a16:creationId xmlns:a16="http://schemas.microsoft.com/office/drawing/2014/main" id="{1FA168B6-8937-0B5A-DB64-229B99AF0CE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1645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52" name="Flowchart: Manual Operation 151">
                        <a:extLst>
                          <a:ext uri="{FF2B5EF4-FFF2-40B4-BE49-F238E27FC236}">
                            <a16:creationId xmlns:a16="http://schemas.microsoft.com/office/drawing/2014/main" id="{2F4ECD84-288F-9E0F-C14B-42A0518C95E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3169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153" name="Flowchart: Manual Operation 152">
                        <a:extLst>
                          <a:ext uri="{FF2B5EF4-FFF2-40B4-BE49-F238E27FC236}">
                            <a16:creationId xmlns:a16="http://schemas.microsoft.com/office/drawing/2014/main" id="{0EB7DDE9-8EEF-CC40-E9B5-819F6C9410A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4693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148" name="Rectangle 147">
                    <a:extLst>
                      <a:ext uri="{FF2B5EF4-FFF2-40B4-BE49-F238E27FC236}">
                        <a16:creationId xmlns:a16="http://schemas.microsoft.com/office/drawing/2014/main" id="{642DF95C-AB59-79E2-7526-D5622AE997E7}"/>
                      </a:ext>
                    </a:extLst>
                  </p:cNvPr>
                  <p:cNvSpPr/>
                  <p:nvPr/>
                </p:nvSpPr>
                <p:spPr>
                  <a:xfrm>
                    <a:off x="5499791" y="2426404"/>
                    <a:ext cx="267854" cy="143164"/>
                  </a:xfrm>
                  <a:prstGeom prst="rect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44000" tIns="144000" rIns="144000" bIns="14400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2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600" b="0" i="0" u="none" strike="noStrike" kern="1200" cap="none" spc="0" normalizeH="0" baseline="0" noProof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FS Me Pro"/>
                      <a:ea typeface="+mn-ea"/>
                      <a:cs typeface="+mn-cs"/>
                    </a:endParaRPr>
                  </a:p>
                </p:txBody>
              </p:sp>
            </p:grpSp>
            <p:pic>
              <p:nvPicPr>
                <p:cNvPr id="146" name="Graphic 145" descr="High voltage with solid fill">
                  <a:extLst>
                    <a:ext uri="{FF2B5EF4-FFF2-40B4-BE49-F238E27FC236}">
                      <a16:creationId xmlns:a16="http://schemas.microsoft.com/office/drawing/2014/main" id="{F171BC20-FF66-A73F-EBE2-66B0DA7AA0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45513" y="2965337"/>
                  <a:ext cx="914400" cy="914400"/>
                </a:xfrm>
                <a:prstGeom prst="rect">
                  <a:avLst/>
                </a:prstGeom>
              </p:spPr>
            </p:pic>
          </p:grpSp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88D9CE7C-8EFB-65C7-931D-8B50FE549D47}"/>
                  </a:ext>
                </a:extLst>
              </p:cNvPr>
              <p:cNvSpPr txBox="1"/>
              <p:nvPr/>
            </p:nvSpPr>
            <p:spPr>
              <a:xfrm>
                <a:off x="7515929" y="1759604"/>
                <a:ext cx="2731373" cy="44098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600" b="0" i="0" u="none" strike="noStrike" kern="1200" cap="none" spc="0" normalizeH="0" baseline="0" noProof="0">
                  <a:ln>
                    <a:noFill/>
                  </a:ln>
                  <a:solidFill>
                    <a:srgbClr val="002484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endParaRPr>
              </a:p>
            </p:txBody>
          </p:sp>
        </p:grpSp>
        <p:pic>
          <p:nvPicPr>
            <p:cNvPr id="200" name="Graphic 199" descr="Electric car with solid fill">
              <a:extLst>
                <a:ext uri="{FF2B5EF4-FFF2-40B4-BE49-F238E27FC236}">
                  <a16:creationId xmlns:a16="http://schemas.microsoft.com/office/drawing/2014/main" id="{97E8D1C9-A2CA-632D-8689-9F60E72D624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246357" y="4596076"/>
              <a:ext cx="384048" cy="384048"/>
            </a:xfrm>
            <a:prstGeom prst="rect">
              <a:avLst/>
            </a:prstGeom>
          </p:spPr>
        </p:pic>
        <p:pic>
          <p:nvPicPr>
            <p:cNvPr id="204" name="Graphic 203" descr="Electric car with solid fill">
              <a:extLst>
                <a:ext uri="{FF2B5EF4-FFF2-40B4-BE49-F238E27FC236}">
                  <a16:creationId xmlns:a16="http://schemas.microsoft.com/office/drawing/2014/main" id="{55203754-F3EF-C32A-A977-918BA54F5BC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752620" y="4596076"/>
              <a:ext cx="384048" cy="384048"/>
            </a:xfrm>
            <a:prstGeom prst="rect">
              <a:avLst/>
            </a:prstGeom>
          </p:spPr>
        </p:pic>
        <p:pic>
          <p:nvPicPr>
            <p:cNvPr id="206" name="Graphic 205" descr="Electric car with solid fill">
              <a:extLst>
                <a:ext uri="{FF2B5EF4-FFF2-40B4-BE49-F238E27FC236}">
                  <a16:creationId xmlns:a16="http://schemas.microsoft.com/office/drawing/2014/main" id="{0DF85113-837D-1AC8-05E3-454105C0C70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258883" y="4596076"/>
              <a:ext cx="384048" cy="384048"/>
            </a:xfrm>
            <a:prstGeom prst="rect">
              <a:avLst/>
            </a:prstGeom>
          </p:spPr>
        </p:pic>
        <p:pic>
          <p:nvPicPr>
            <p:cNvPr id="208" name="Graphic 207" descr="Electric car with solid fill">
              <a:extLst>
                <a:ext uri="{FF2B5EF4-FFF2-40B4-BE49-F238E27FC236}">
                  <a16:creationId xmlns:a16="http://schemas.microsoft.com/office/drawing/2014/main" id="{3F790CE4-64CA-495A-3735-20EBFDBCDD1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765147" y="4596076"/>
              <a:ext cx="384048" cy="384048"/>
            </a:xfrm>
            <a:prstGeom prst="rect">
              <a:avLst/>
            </a:prstGeom>
          </p:spPr>
        </p:pic>
        <p:cxnSp>
          <p:nvCxnSpPr>
            <p:cNvPr id="209" name="Car chain connection 209"/>
            <p:cNvCxnSpPr>
              <a:cxnSpLocks/>
              <a:stCxn id="140" idx="3"/>
              <a:endCxn id="200" idx="1"/>
            </p:cNvCxnSpPr>
            <p:nvPr/>
          </p:nvCxnSpPr>
          <p:spPr>
            <a:xfrm flipV="1">
              <a:off x="5037026" y="4788100"/>
              <a:ext cx="209331" cy="3524"/>
            </a:xfrm>
            <a:prstGeom prst="line">
              <a:avLst/>
            </a:prstGeom>
            <a:ln w="12700" cap="rnd">
              <a:solidFill>
                <a:schemeClr val="accent1"/>
              </a:solidFill>
              <a:round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Car chain connection 210"/>
            <p:cNvCxnSpPr>
              <a:cxnSpLocks/>
              <a:stCxn id="200" idx="3"/>
              <a:endCxn id="204" idx="1"/>
            </p:cNvCxnSpPr>
            <p:nvPr/>
          </p:nvCxnSpPr>
          <p:spPr>
            <a:xfrm>
              <a:off x="5630405" y="4788100"/>
              <a:ext cx="122215" cy="0"/>
            </a:xfrm>
            <a:prstGeom prst="line">
              <a:avLst/>
            </a:prstGeom>
            <a:ln w="12700" cap="rnd">
              <a:solidFill>
                <a:schemeClr val="accent1"/>
              </a:solidFill>
              <a:round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Car chain connection 211"/>
            <p:cNvCxnSpPr>
              <a:cxnSpLocks/>
              <a:stCxn id="204" idx="3"/>
              <a:endCxn id="206" idx="1"/>
            </p:cNvCxnSpPr>
            <p:nvPr/>
          </p:nvCxnSpPr>
          <p:spPr>
            <a:xfrm>
              <a:off x="6136668" y="4788100"/>
              <a:ext cx="122215" cy="0"/>
            </a:xfrm>
            <a:prstGeom prst="line">
              <a:avLst/>
            </a:prstGeom>
            <a:ln w="12700" cap="rnd">
              <a:solidFill>
                <a:schemeClr val="accent1"/>
              </a:solidFill>
              <a:round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Car chain connection 212"/>
            <p:cNvCxnSpPr>
              <a:cxnSpLocks/>
              <a:stCxn id="206" idx="3"/>
              <a:endCxn id="208" idx="1"/>
            </p:cNvCxnSpPr>
            <p:nvPr/>
          </p:nvCxnSpPr>
          <p:spPr>
            <a:xfrm>
              <a:off x="6642931" y="4788100"/>
              <a:ext cx="122216" cy="0"/>
            </a:xfrm>
            <a:prstGeom prst="line">
              <a:avLst/>
            </a:prstGeom>
            <a:ln w="12700" cap="rnd">
              <a:solidFill>
                <a:schemeClr val="accent1"/>
              </a:solidFill>
              <a:round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71B81940-30D6-DB9D-6398-5FEDD6C1F968}"/>
              </a:ext>
            </a:extLst>
          </p:cNvPr>
          <p:cNvGrpSpPr/>
          <p:nvPr/>
        </p:nvGrpSpPr>
        <p:grpSpPr>
          <a:xfrm>
            <a:off x="5165336" y="5210027"/>
            <a:ext cx="1849928" cy="791680"/>
            <a:chOff x="5076031" y="5210027"/>
            <a:chExt cx="1849928" cy="791680"/>
          </a:xfrm>
        </p:grpSpPr>
        <p:grpSp>
          <p:nvGrpSpPr>
            <p:cNvPr id="213" name="Group 212">
              <a:extLst>
                <a:ext uri="{FF2B5EF4-FFF2-40B4-BE49-F238E27FC236}">
                  <a16:creationId xmlns:a16="http://schemas.microsoft.com/office/drawing/2014/main" id="{7FB379AA-FE25-9413-7A82-02DCE341447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738237" y="5210027"/>
              <a:ext cx="610812" cy="691200"/>
              <a:chOff x="7515929" y="1759604"/>
              <a:chExt cx="2731373" cy="3090848"/>
            </a:xfrm>
          </p:grpSpPr>
          <p:grpSp>
            <p:nvGrpSpPr>
              <p:cNvPr id="214" name="Group 213">
                <a:extLst>
                  <a:ext uri="{FF2B5EF4-FFF2-40B4-BE49-F238E27FC236}">
                    <a16:creationId xmlns:a16="http://schemas.microsoft.com/office/drawing/2014/main" id="{B73CBB35-A111-CE90-03FD-851E4C37806D}"/>
                  </a:ext>
                </a:extLst>
              </p:cNvPr>
              <p:cNvGrpSpPr/>
              <p:nvPr/>
            </p:nvGrpSpPr>
            <p:grpSpPr>
              <a:xfrm>
                <a:off x="7801888" y="2165011"/>
                <a:ext cx="2159454" cy="2685441"/>
                <a:chOff x="4998584" y="1735520"/>
                <a:chExt cx="2159454" cy="2685441"/>
              </a:xfrm>
            </p:grpSpPr>
            <p:sp>
              <p:nvSpPr>
                <p:cNvPr id="216" name="Rectangle 215">
                  <a:extLst>
                    <a:ext uri="{FF2B5EF4-FFF2-40B4-BE49-F238E27FC236}">
                      <a16:creationId xmlns:a16="http://schemas.microsoft.com/office/drawing/2014/main" id="{C721562F-AAF9-074E-7B75-C6751D77D2D9}"/>
                    </a:ext>
                  </a:extLst>
                </p:cNvPr>
                <p:cNvSpPr/>
                <p:nvPr/>
              </p:nvSpPr>
              <p:spPr>
                <a:xfrm>
                  <a:off x="5359854" y="2800350"/>
                  <a:ext cx="1436914" cy="1420586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144000" bIns="14400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2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6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FS Me Pro"/>
                    <a:ea typeface="+mn-ea"/>
                    <a:cs typeface="+mn-cs"/>
                  </a:endParaRPr>
                </a:p>
              </p:txBody>
            </p:sp>
            <p:sp>
              <p:nvSpPr>
                <p:cNvPr id="217" name="Rectangle 216">
                  <a:extLst>
                    <a:ext uri="{FF2B5EF4-FFF2-40B4-BE49-F238E27FC236}">
                      <a16:creationId xmlns:a16="http://schemas.microsoft.com/office/drawing/2014/main" id="{74A164CC-EEDF-69AA-A41B-052E57F76146}"/>
                    </a:ext>
                  </a:extLst>
                </p:cNvPr>
                <p:cNvSpPr/>
                <p:nvPr/>
              </p:nvSpPr>
              <p:spPr>
                <a:xfrm>
                  <a:off x="4998584" y="2637064"/>
                  <a:ext cx="2159454" cy="200025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144000" bIns="14400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2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6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FS Me Pro"/>
                    <a:ea typeface="+mn-ea"/>
                    <a:cs typeface="+mn-cs"/>
                  </a:endParaRPr>
                </a:p>
              </p:txBody>
            </p:sp>
            <p:sp>
              <p:nvSpPr>
                <p:cNvPr id="218" name="Rectangle 217">
                  <a:extLst>
                    <a:ext uri="{FF2B5EF4-FFF2-40B4-BE49-F238E27FC236}">
                      <a16:creationId xmlns:a16="http://schemas.microsoft.com/office/drawing/2014/main" id="{4ECA63BE-E770-54FA-B83D-C69B29B34353}"/>
                    </a:ext>
                  </a:extLst>
                </p:cNvPr>
                <p:cNvSpPr/>
                <p:nvPr/>
              </p:nvSpPr>
              <p:spPr>
                <a:xfrm>
                  <a:off x="4998584" y="4220936"/>
                  <a:ext cx="2159454" cy="200025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144000" bIns="14400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2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6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FS Me Pro"/>
                    <a:ea typeface="+mn-ea"/>
                    <a:cs typeface="+mn-cs"/>
                  </a:endParaRPr>
                </a:p>
              </p:txBody>
            </p:sp>
            <p:grpSp>
              <p:nvGrpSpPr>
                <p:cNvPr id="219" name="Group 218">
                  <a:extLst>
                    <a:ext uri="{FF2B5EF4-FFF2-40B4-BE49-F238E27FC236}">
                      <a16:creationId xmlns:a16="http://schemas.microsoft.com/office/drawing/2014/main" id="{E4949118-8038-FFF0-7739-EC5EB2F0EB1E}"/>
                    </a:ext>
                  </a:extLst>
                </p:cNvPr>
                <p:cNvGrpSpPr/>
                <p:nvPr/>
              </p:nvGrpSpPr>
              <p:grpSpPr>
                <a:xfrm>
                  <a:off x="5395232" y="1735520"/>
                  <a:ext cx="405471" cy="1456231"/>
                  <a:chOff x="5436064" y="1665660"/>
                  <a:chExt cx="405471" cy="1456231"/>
                </a:xfrm>
              </p:grpSpPr>
              <p:grpSp>
                <p:nvGrpSpPr>
                  <p:cNvPr id="237" name="Group 236">
                    <a:extLst>
                      <a:ext uri="{FF2B5EF4-FFF2-40B4-BE49-F238E27FC236}">
                        <a16:creationId xmlns:a16="http://schemas.microsoft.com/office/drawing/2014/main" id="{6E79FF9D-DF3D-46EE-7694-F970A00D6342}"/>
                      </a:ext>
                    </a:extLst>
                  </p:cNvPr>
                  <p:cNvGrpSpPr/>
                  <p:nvPr/>
                </p:nvGrpSpPr>
                <p:grpSpPr>
                  <a:xfrm>
                    <a:off x="5436064" y="1665660"/>
                    <a:ext cx="405471" cy="1456231"/>
                    <a:chOff x="5436064" y="1665660"/>
                    <a:chExt cx="405471" cy="1456231"/>
                  </a:xfrm>
                </p:grpSpPr>
                <p:cxnSp>
                  <p:nvCxnSpPr>
                    <p:cNvPr id="239" name="Straight Connector 238">
                      <a:extLst>
                        <a:ext uri="{FF2B5EF4-FFF2-40B4-BE49-F238E27FC236}">
                          <a16:creationId xmlns:a16="http://schemas.microsoft.com/office/drawing/2014/main" id="{8B43F540-A278-B3CF-ACFD-2F0DE2456CB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633718" y="1665660"/>
                      <a:ext cx="5082" cy="1456231"/>
                    </a:xfrm>
                    <a:prstGeom prst="line">
                      <a:avLst/>
                    </a:prstGeom>
                    <a:ln w="53340" cap="rnd">
                      <a:solidFill>
                        <a:schemeClr val="accent4"/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240" name="Group 239">
                      <a:extLst>
                        <a:ext uri="{FF2B5EF4-FFF2-40B4-BE49-F238E27FC236}">
                          <a16:creationId xmlns:a16="http://schemas.microsoft.com/office/drawing/2014/main" id="{F97DC4BD-0735-B52A-176D-0DB507A1A7C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436064" y="1912489"/>
                      <a:ext cx="405471" cy="520800"/>
                      <a:chOff x="3330637" y="2164530"/>
                      <a:chExt cx="405471" cy="520800"/>
                    </a:xfrm>
                  </p:grpSpPr>
                  <p:sp>
                    <p:nvSpPr>
                      <p:cNvPr id="241" name="Flowchart: Manual Operation 240">
                        <a:extLst>
                          <a:ext uri="{FF2B5EF4-FFF2-40B4-BE49-F238E27FC236}">
                            <a16:creationId xmlns:a16="http://schemas.microsoft.com/office/drawing/2014/main" id="{EEC7811D-3BBA-E34B-38C7-C8C3CF22F41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1645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242" name="Flowchart: Manual Operation 241">
                        <a:extLst>
                          <a:ext uri="{FF2B5EF4-FFF2-40B4-BE49-F238E27FC236}">
                            <a16:creationId xmlns:a16="http://schemas.microsoft.com/office/drawing/2014/main" id="{6861B9B5-B5E9-E33B-D840-D53BFCEFA1A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3169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243" name="Flowchart: Manual Operation 242">
                        <a:extLst>
                          <a:ext uri="{FF2B5EF4-FFF2-40B4-BE49-F238E27FC236}">
                            <a16:creationId xmlns:a16="http://schemas.microsoft.com/office/drawing/2014/main" id="{82B0B2E7-4383-74C3-9E28-82D2DCCAEF0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4693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238" name="Rectangle 237">
                    <a:extLst>
                      <a:ext uri="{FF2B5EF4-FFF2-40B4-BE49-F238E27FC236}">
                        <a16:creationId xmlns:a16="http://schemas.microsoft.com/office/drawing/2014/main" id="{9F579DB8-2C34-69DC-3D20-86D7F0B8631F}"/>
                      </a:ext>
                    </a:extLst>
                  </p:cNvPr>
                  <p:cNvSpPr/>
                  <p:nvPr/>
                </p:nvSpPr>
                <p:spPr>
                  <a:xfrm>
                    <a:off x="5499791" y="2426404"/>
                    <a:ext cx="267854" cy="143164"/>
                  </a:xfrm>
                  <a:prstGeom prst="rect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44000" tIns="144000" rIns="144000" bIns="14400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2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600" b="0" i="0" u="none" strike="noStrike" kern="1200" cap="none" spc="0" normalizeH="0" baseline="0" noProof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FS Me Pro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220" name="Group 219">
                  <a:extLst>
                    <a:ext uri="{FF2B5EF4-FFF2-40B4-BE49-F238E27FC236}">
                      <a16:creationId xmlns:a16="http://schemas.microsoft.com/office/drawing/2014/main" id="{B2E5E299-06DC-9D53-ED86-AA1F6D960B02}"/>
                    </a:ext>
                  </a:extLst>
                </p:cNvPr>
                <p:cNvGrpSpPr/>
                <p:nvPr/>
              </p:nvGrpSpPr>
              <p:grpSpPr>
                <a:xfrm>
                  <a:off x="5905060" y="1735520"/>
                  <a:ext cx="405471" cy="1456231"/>
                  <a:chOff x="5436064" y="1665660"/>
                  <a:chExt cx="405471" cy="1456231"/>
                </a:xfrm>
              </p:grpSpPr>
              <p:grpSp>
                <p:nvGrpSpPr>
                  <p:cNvPr id="230" name="Group 229">
                    <a:extLst>
                      <a:ext uri="{FF2B5EF4-FFF2-40B4-BE49-F238E27FC236}">
                        <a16:creationId xmlns:a16="http://schemas.microsoft.com/office/drawing/2014/main" id="{07A9662D-82E3-A2C8-FFE4-950794D236A9}"/>
                      </a:ext>
                    </a:extLst>
                  </p:cNvPr>
                  <p:cNvGrpSpPr/>
                  <p:nvPr/>
                </p:nvGrpSpPr>
                <p:grpSpPr>
                  <a:xfrm>
                    <a:off x="5436064" y="1665660"/>
                    <a:ext cx="405471" cy="1456231"/>
                    <a:chOff x="5436064" y="1665660"/>
                    <a:chExt cx="405471" cy="1456231"/>
                  </a:xfrm>
                </p:grpSpPr>
                <p:cxnSp>
                  <p:nvCxnSpPr>
                    <p:cNvPr id="232" name="Straight Connector 231">
                      <a:extLst>
                        <a:ext uri="{FF2B5EF4-FFF2-40B4-BE49-F238E27FC236}">
                          <a16:creationId xmlns:a16="http://schemas.microsoft.com/office/drawing/2014/main" id="{9EA01761-8A13-9FFC-8183-1514D289AD9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633718" y="1665660"/>
                      <a:ext cx="5082" cy="1456231"/>
                    </a:xfrm>
                    <a:prstGeom prst="line">
                      <a:avLst/>
                    </a:prstGeom>
                    <a:ln w="53340" cap="rnd">
                      <a:solidFill>
                        <a:schemeClr val="accent4"/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233" name="Group 232">
                      <a:extLst>
                        <a:ext uri="{FF2B5EF4-FFF2-40B4-BE49-F238E27FC236}">
                          <a16:creationId xmlns:a16="http://schemas.microsoft.com/office/drawing/2014/main" id="{CF97D180-B33B-9294-28E3-5D745C167B3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436064" y="1912489"/>
                      <a:ext cx="405471" cy="520800"/>
                      <a:chOff x="3330637" y="2164530"/>
                      <a:chExt cx="405471" cy="520800"/>
                    </a:xfrm>
                  </p:grpSpPr>
                  <p:sp>
                    <p:nvSpPr>
                      <p:cNvPr id="234" name="Flowchart: Manual Operation 233">
                        <a:extLst>
                          <a:ext uri="{FF2B5EF4-FFF2-40B4-BE49-F238E27FC236}">
                            <a16:creationId xmlns:a16="http://schemas.microsoft.com/office/drawing/2014/main" id="{91255512-5393-956A-DADC-20100635C5F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1645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235" name="Flowchart: Manual Operation 234">
                        <a:extLst>
                          <a:ext uri="{FF2B5EF4-FFF2-40B4-BE49-F238E27FC236}">
                            <a16:creationId xmlns:a16="http://schemas.microsoft.com/office/drawing/2014/main" id="{A0430E87-AF86-85C0-BE15-235E5BAF150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3169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236" name="Flowchart: Manual Operation 235">
                        <a:extLst>
                          <a:ext uri="{FF2B5EF4-FFF2-40B4-BE49-F238E27FC236}">
                            <a16:creationId xmlns:a16="http://schemas.microsoft.com/office/drawing/2014/main" id="{D27D15F0-AD3A-E197-896E-40DE75BDBF9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4693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231" name="Rectangle 230">
                    <a:extLst>
                      <a:ext uri="{FF2B5EF4-FFF2-40B4-BE49-F238E27FC236}">
                        <a16:creationId xmlns:a16="http://schemas.microsoft.com/office/drawing/2014/main" id="{FF8480A8-63B0-C6DF-2685-AEAA29D7C292}"/>
                      </a:ext>
                    </a:extLst>
                  </p:cNvPr>
                  <p:cNvSpPr/>
                  <p:nvPr/>
                </p:nvSpPr>
                <p:spPr>
                  <a:xfrm>
                    <a:off x="5499791" y="2426404"/>
                    <a:ext cx="267854" cy="143164"/>
                  </a:xfrm>
                  <a:prstGeom prst="rect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44000" tIns="144000" rIns="144000" bIns="14400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2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600" b="0" i="0" u="none" strike="noStrike" kern="1200" cap="none" spc="0" normalizeH="0" baseline="0" noProof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FS Me Pro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221" name="Group 220">
                  <a:extLst>
                    <a:ext uri="{FF2B5EF4-FFF2-40B4-BE49-F238E27FC236}">
                      <a16:creationId xmlns:a16="http://schemas.microsoft.com/office/drawing/2014/main" id="{04A39EA1-611F-A84C-E05B-0BAACAE69B8B}"/>
                    </a:ext>
                  </a:extLst>
                </p:cNvPr>
                <p:cNvGrpSpPr/>
                <p:nvPr/>
              </p:nvGrpSpPr>
              <p:grpSpPr>
                <a:xfrm>
                  <a:off x="6414887" y="1735520"/>
                  <a:ext cx="405471" cy="1456231"/>
                  <a:chOff x="5436064" y="1665660"/>
                  <a:chExt cx="405471" cy="1456231"/>
                </a:xfrm>
              </p:grpSpPr>
              <p:grpSp>
                <p:nvGrpSpPr>
                  <p:cNvPr id="223" name="Group 222">
                    <a:extLst>
                      <a:ext uri="{FF2B5EF4-FFF2-40B4-BE49-F238E27FC236}">
                        <a16:creationId xmlns:a16="http://schemas.microsoft.com/office/drawing/2014/main" id="{BB344759-3A1C-3571-A07D-1081B5AA5063}"/>
                      </a:ext>
                    </a:extLst>
                  </p:cNvPr>
                  <p:cNvGrpSpPr/>
                  <p:nvPr/>
                </p:nvGrpSpPr>
                <p:grpSpPr>
                  <a:xfrm>
                    <a:off x="5436064" y="1665660"/>
                    <a:ext cx="405471" cy="1456231"/>
                    <a:chOff x="5436064" y="1665660"/>
                    <a:chExt cx="405471" cy="1456231"/>
                  </a:xfrm>
                </p:grpSpPr>
                <p:cxnSp>
                  <p:nvCxnSpPr>
                    <p:cNvPr id="225" name="Straight Connector 224">
                      <a:extLst>
                        <a:ext uri="{FF2B5EF4-FFF2-40B4-BE49-F238E27FC236}">
                          <a16:creationId xmlns:a16="http://schemas.microsoft.com/office/drawing/2014/main" id="{E5CA35D5-9F74-1EE7-48D1-06DFA628125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633718" y="1665660"/>
                      <a:ext cx="5082" cy="1456231"/>
                    </a:xfrm>
                    <a:prstGeom prst="line">
                      <a:avLst/>
                    </a:prstGeom>
                    <a:ln w="53340" cap="rnd">
                      <a:solidFill>
                        <a:schemeClr val="accent4"/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226" name="Group 225">
                      <a:extLst>
                        <a:ext uri="{FF2B5EF4-FFF2-40B4-BE49-F238E27FC236}">
                          <a16:creationId xmlns:a16="http://schemas.microsoft.com/office/drawing/2014/main" id="{39A90A8D-886F-559C-2493-7B325F928B2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436064" y="1912489"/>
                      <a:ext cx="405471" cy="520800"/>
                      <a:chOff x="3330637" y="2164530"/>
                      <a:chExt cx="405471" cy="520800"/>
                    </a:xfrm>
                  </p:grpSpPr>
                  <p:sp>
                    <p:nvSpPr>
                      <p:cNvPr id="227" name="Flowchart: Manual Operation 226">
                        <a:extLst>
                          <a:ext uri="{FF2B5EF4-FFF2-40B4-BE49-F238E27FC236}">
                            <a16:creationId xmlns:a16="http://schemas.microsoft.com/office/drawing/2014/main" id="{ADB11D48-8C36-EB35-B294-87B17B08E0B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1645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228" name="Flowchart: Manual Operation 227">
                        <a:extLst>
                          <a:ext uri="{FF2B5EF4-FFF2-40B4-BE49-F238E27FC236}">
                            <a16:creationId xmlns:a16="http://schemas.microsoft.com/office/drawing/2014/main" id="{DE9B2AE0-A9CF-3665-B786-1442CEF8511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3169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229" name="Flowchart: Manual Operation 228">
                        <a:extLst>
                          <a:ext uri="{FF2B5EF4-FFF2-40B4-BE49-F238E27FC236}">
                            <a16:creationId xmlns:a16="http://schemas.microsoft.com/office/drawing/2014/main" id="{BB749DA2-F1F1-BC04-88BB-93F9EAA6C6E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4693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224" name="Rectangle 223">
                    <a:extLst>
                      <a:ext uri="{FF2B5EF4-FFF2-40B4-BE49-F238E27FC236}">
                        <a16:creationId xmlns:a16="http://schemas.microsoft.com/office/drawing/2014/main" id="{0E0E1824-6A6B-604B-598F-C67DBC3F8C41}"/>
                      </a:ext>
                    </a:extLst>
                  </p:cNvPr>
                  <p:cNvSpPr/>
                  <p:nvPr/>
                </p:nvSpPr>
                <p:spPr>
                  <a:xfrm>
                    <a:off x="5499791" y="2426404"/>
                    <a:ext cx="267854" cy="143164"/>
                  </a:xfrm>
                  <a:prstGeom prst="rect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44000" tIns="144000" rIns="144000" bIns="14400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2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600" b="0" i="0" u="none" strike="noStrike" kern="1200" cap="none" spc="0" normalizeH="0" baseline="0" noProof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FS Me Pro"/>
                      <a:ea typeface="+mn-ea"/>
                      <a:cs typeface="+mn-cs"/>
                    </a:endParaRPr>
                  </a:p>
                </p:txBody>
              </p:sp>
            </p:grpSp>
            <p:pic>
              <p:nvPicPr>
                <p:cNvPr id="222" name="Graphic 221" descr="High voltage with solid fill">
                  <a:extLst>
                    <a:ext uri="{FF2B5EF4-FFF2-40B4-BE49-F238E27FC236}">
                      <a16:creationId xmlns:a16="http://schemas.microsoft.com/office/drawing/2014/main" id="{BEC762B9-0137-5E99-FF13-ADA6F210328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45513" y="2965337"/>
                  <a:ext cx="914400" cy="914400"/>
                </a:xfrm>
                <a:prstGeom prst="rect">
                  <a:avLst/>
                </a:prstGeom>
              </p:spPr>
            </p:pic>
          </p:grp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2A859F0F-DE52-8078-7F18-BB7078EF9B1F}"/>
                  </a:ext>
                </a:extLst>
              </p:cNvPr>
              <p:cNvSpPr txBox="1"/>
              <p:nvPr/>
            </p:nvSpPr>
            <p:spPr>
              <a:xfrm>
                <a:off x="7515929" y="1759604"/>
                <a:ext cx="2731373" cy="44098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600" b="0" i="0" u="none" strike="noStrike" kern="1200" cap="none" spc="0" normalizeH="0" baseline="0" noProof="0">
                  <a:ln>
                    <a:noFill/>
                  </a:ln>
                  <a:solidFill>
                    <a:srgbClr val="002484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endParaRPr>
              </a:p>
            </p:txBody>
          </p:sp>
        </p:grpSp>
        <p:pic>
          <p:nvPicPr>
            <p:cNvPr id="245" name="Graphic 244" descr="Electric car with solid fill">
              <a:extLst>
                <a:ext uri="{FF2B5EF4-FFF2-40B4-BE49-F238E27FC236}">
                  <a16:creationId xmlns:a16="http://schemas.microsoft.com/office/drawing/2014/main" id="{6D741307-D843-DC6B-92E9-EEBF50543DC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076031" y="5386546"/>
              <a:ext cx="384048" cy="384048"/>
            </a:xfrm>
            <a:prstGeom prst="rect">
              <a:avLst/>
            </a:prstGeom>
          </p:spPr>
        </p:pic>
        <p:pic>
          <p:nvPicPr>
            <p:cNvPr id="247" name="Graphic 246" descr="Electric car with solid fill">
              <a:extLst>
                <a:ext uri="{FF2B5EF4-FFF2-40B4-BE49-F238E27FC236}">
                  <a16:creationId xmlns:a16="http://schemas.microsoft.com/office/drawing/2014/main" id="{406FF8C0-4177-0AAD-EE4C-3D62C67A638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076031" y="5617659"/>
              <a:ext cx="384048" cy="384048"/>
            </a:xfrm>
            <a:prstGeom prst="rect">
              <a:avLst/>
            </a:prstGeom>
          </p:spPr>
        </p:pic>
        <p:pic>
          <p:nvPicPr>
            <p:cNvPr id="249" name="Graphic 248" descr="Electric car with solid fill">
              <a:extLst>
                <a:ext uri="{FF2B5EF4-FFF2-40B4-BE49-F238E27FC236}">
                  <a16:creationId xmlns:a16="http://schemas.microsoft.com/office/drawing/2014/main" id="{EE98273F-1487-355B-60C1-FEAEE4BC237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541911" y="5617659"/>
              <a:ext cx="384048" cy="384048"/>
            </a:xfrm>
            <a:prstGeom prst="rect">
              <a:avLst/>
            </a:prstGeom>
          </p:spPr>
        </p:pic>
        <p:pic>
          <p:nvPicPr>
            <p:cNvPr id="251" name="Graphic 250" descr="Electric car with solid fill">
              <a:extLst>
                <a:ext uri="{FF2B5EF4-FFF2-40B4-BE49-F238E27FC236}">
                  <a16:creationId xmlns:a16="http://schemas.microsoft.com/office/drawing/2014/main" id="{F9974317-EE53-515F-7BAB-6C6B935CBB9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541911" y="5386546"/>
              <a:ext cx="384048" cy="384048"/>
            </a:xfrm>
            <a:prstGeom prst="rect">
              <a:avLst/>
            </a:prstGeom>
          </p:spPr>
        </p:pic>
        <p:cxnSp>
          <p:nvCxnSpPr>
            <p:cNvPr id="252" name="Direct car-transformer connection 252"/>
            <p:cNvCxnSpPr>
              <a:cxnSpLocks/>
              <a:stCxn id="245" idx="3"/>
              <a:endCxn id="216" idx="1"/>
            </p:cNvCxnSpPr>
            <p:nvPr/>
          </p:nvCxnSpPr>
          <p:spPr>
            <a:xfrm>
              <a:off x="5460079" y="5578570"/>
              <a:ext cx="422897" cy="119084"/>
            </a:xfrm>
            <a:prstGeom prst="line">
              <a:avLst/>
            </a:prstGeom>
            <a:ln w="12700" cap="rnd">
              <a:solidFill>
                <a:schemeClr val="accent1"/>
              </a:solidFill>
              <a:round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Direct car-transformer connection 253"/>
            <p:cNvCxnSpPr>
              <a:cxnSpLocks/>
              <a:stCxn id="247" idx="3"/>
              <a:endCxn id="216" idx="1"/>
            </p:cNvCxnSpPr>
            <p:nvPr/>
          </p:nvCxnSpPr>
          <p:spPr>
            <a:xfrm flipV="1">
              <a:off x="5460079" y="5697654"/>
              <a:ext cx="422897" cy="112029"/>
            </a:xfrm>
            <a:prstGeom prst="line">
              <a:avLst/>
            </a:prstGeom>
            <a:ln w="12700" cap="rnd">
              <a:solidFill>
                <a:schemeClr val="accent1"/>
              </a:solidFill>
              <a:round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Direct car-transformer connection 254"/>
            <p:cNvCxnSpPr>
              <a:cxnSpLocks/>
              <a:stCxn id="251" idx="1"/>
              <a:endCxn id="216" idx="3"/>
            </p:cNvCxnSpPr>
            <p:nvPr/>
          </p:nvCxnSpPr>
          <p:spPr>
            <a:xfrm flipH="1">
              <a:off x="6204310" y="5578570"/>
              <a:ext cx="337601" cy="119084"/>
            </a:xfrm>
            <a:prstGeom prst="line">
              <a:avLst/>
            </a:prstGeom>
            <a:ln w="12700" cap="rnd">
              <a:solidFill>
                <a:schemeClr val="accent1"/>
              </a:solidFill>
              <a:round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Direct car-transformer connection 255"/>
            <p:cNvCxnSpPr>
              <a:cxnSpLocks/>
              <a:stCxn id="249" idx="1"/>
              <a:endCxn id="216" idx="3"/>
            </p:cNvCxnSpPr>
            <p:nvPr/>
          </p:nvCxnSpPr>
          <p:spPr>
            <a:xfrm flipH="1" flipV="1">
              <a:off x="6204310" y="5697654"/>
              <a:ext cx="337601" cy="112029"/>
            </a:xfrm>
            <a:prstGeom prst="line">
              <a:avLst/>
            </a:prstGeom>
            <a:ln w="12700" cap="rnd">
              <a:solidFill>
                <a:schemeClr val="accent1"/>
              </a:solidFill>
              <a:round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8" name="TextBox 257">
            <a:extLst>
              <a:ext uri="{FF2B5EF4-FFF2-40B4-BE49-F238E27FC236}">
                <a16:creationId xmlns:a16="http://schemas.microsoft.com/office/drawing/2014/main" id="{61777281-7B88-DB4D-9BE9-ED34791506A5}"/>
              </a:ext>
            </a:extLst>
          </p:cNvPr>
          <p:cNvSpPr txBox="1"/>
          <p:nvPr/>
        </p:nvSpPr>
        <p:spPr>
          <a:xfrm>
            <a:off x="5633100" y="4995196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600" dirty="0">
                <a:solidFill>
                  <a:schemeClr val="accent1"/>
                </a:solidFill>
              </a:rPr>
              <a:t>versus</a:t>
            </a:r>
          </a:p>
        </p:txBody>
      </p:sp>
    </p:spTree>
    <p:extLst>
      <p:ext uri="{BB962C8B-B14F-4D97-AF65-F5344CB8AC3E}">
        <p14:creationId xmlns:p14="http://schemas.microsoft.com/office/powerpoint/2010/main" val="2786479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6348D-4839-4DB8-8359-D060CA9AC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21F6F-3A2F-4A28-AB87-324FA59EB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046" y="722921"/>
            <a:ext cx="10872000" cy="369025"/>
          </a:xfrm>
        </p:spPr>
        <p:txBody>
          <a:bodyPr/>
          <a:lstStyle/>
          <a:p>
            <a:r>
              <a:rPr lang="nl-NL" dirty="0" err="1"/>
              <a:t>Charging</a:t>
            </a:r>
            <a:r>
              <a:rPr lang="nl-NL" dirty="0"/>
              <a:t>: Curve </a:t>
            </a:r>
            <a:r>
              <a:rPr lang="nl-NL" dirty="0" err="1"/>
              <a:t>effects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connection</a:t>
            </a:r>
            <a:r>
              <a:rPr lang="nl-NL" dirty="0"/>
              <a:t> management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46A2E7-3C69-4ECC-808F-1B887C90FD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350F07-A1D1-4386-AB44-A986E959435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GB"/>
          </a:p>
        </p:txBody>
      </p:sp>
      <p:grpSp>
        <p:nvGrpSpPr>
          <p:cNvPr id="5" name="Group 4" hidden="1">
            <a:extLst>
              <a:ext uri="{FF2B5EF4-FFF2-40B4-BE49-F238E27FC236}">
                <a16:creationId xmlns:a16="http://schemas.microsoft.com/office/drawing/2014/main" id="{B00B3B07-A831-4D10-89D5-525FE13A8AED}"/>
              </a:ext>
            </a:extLst>
          </p:cNvPr>
          <p:cNvGrpSpPr/>
          <p:nvPr/>
        </p:nvGrpSpPr>
        <p:grpSpPr>
          <a:xfrm>
            <a:off x="5313254" y="3169084"/>
            <a:ext cx="1512000" cy="1368000"/>
            <a:chOff x="757682" y="1686366"/>
            <a:chExt cx="1512000" cy="1368000"/>
          </a:xfrm>
        </p:grpSpPr>
        <p:sp>
          <p:nvSpPr>
            <p:cNvPr id="12" name="Flowchart: Alternate Process 11" hidden="1">
              <a:extLst>
                <a:ext uri="{FF2B5EF4-FFF2-40B4-BE49-F238E27FC236}">
                  <a16:creationId xmlns:a16="http://schemas.microsoft.com/office/drawing/2014/main" id="{DE56B179-E2B1-4F4D-BB2F-EA1C5D0DCAFD}"/>
                </a:ext>
              </a:extLst>
            </p:cNvPr>
            <p:cNvSpPr/>
            <p:nvPr/>
          </p:nvSpPr>
          <p:spPr>
            <a:xfrm>
              <a:off x="757682" y="1686366"/>
              <a:ext cx="1512000" cy="1368000"/>
            </a:xfrm>
            <a:prstGeom prst="flowChartAlternateProcess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endParaRPr>
            </a:p>
          </p:txBody>
        </p:sp>
        <p:pic>
          <p:nvPicPr>
            <p:cNvPr id="30" name="Picture 29" hidden="1">
              <a:extLst>
                <a:ext uri="{FF2B5EF4-FFF2-40B4-BE49-F238E27FC236}">
                  <a16:creationId xmlns:a16="http://schemas.microsoft.com/office/drawing/2014/main" id="{F19E49FE-608A-4296-8201-B8027D922F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6673" y="1871166"/>
              <a:ext cx="1303058" cy="998399"/>
            </a:xfrm>
            <a:prstGeom prst="rect">
              <a:avLst/>
            </a:prstGeom>
          </p:spPr>
        </p:pic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C1C238D3-9098-4AA1-8ED8-9200780460F0}"/>
              </a:ext>
            </a:extLst>
          </p:cNvPr>
          <p:cNvGrpSpPr/>
          <p:nvPr/>
        </p:nvGrpSpPr>
        <p:grpSpPr>
          <a:xfrm>
            <a:off x="725363" y="1403840"/>
            <a:ext cx="3277272" cy="4860000"/>
            <a:chOff x="413237" y="1406769"/>
            <a:chExt cx="3277272" cy="4860000"/>
          </a:xfrm>
        </p:grpSpPr>
        <p:sp>
          <p:nvSpPr>
            <p:cNvPr id="9" name="Flowchart: Alternate Process 8">
              <a:extLst>
                <a:ext uri="{FF2B5EF4-FFF2-40B4-BE49-F238E27FC236}">
                  <a16:creationId xmlns:a16="http://schemas.microsoft.com/office/drawing/2014/main" id="{83045D16-5ED2-413C-AA26-43C58B6DB2C6}"/>
                </a:ext>
              </a:extLst>
            </p:cNvPr>
            <p:cNvSpPr/>
            <p:nvPr/>
          </p:nvSpPr>
          <p:spPr>
            <a:xfrm>
              <a:off x="413237" y="1406769"/>
              <a:ext cx="3204000" cy="2160000"/>
            </a:xfrm>
            <a:prstGeom prst="flowChartAlternateProcess">
              <a:avLst/>
            </a:prstGeom>
            <a:noFill/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0" rIns="144000" bIns="14400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2400" b="1" i="0" u="none" strike="noStrike" kern="1200" cap="none" spc="0" normalizeH="0" baseline="0" noProof="0" err="1">
                  <a:ln>
                    <a:noFill/>
                  </a:ln>
                  <a:solidFill>
                    <a:srgbClr val="123EB7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Grid</a:t>
              </a:r>
              <a:r>
                <a:rPr kumimoji="0" lang="nl-NL" sz="2400" b="1" i="0" u="none" strike="noStrike" kern="1200" cap="none" spc="0" normalizeH="0" baseline="0" noProof="0">
                  <a:ln>
                    <a:noFill/>
                  </a:ln>
                  <a:solidFill>
                    <a:srgbClr val="123EB7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 </a:t>
              </a:r>
              <a:r>
                <a:rPr kumimoji="0" lang="nl-NL" sz="2400" b="1" i="0" u="none" strike="noStrike" kern="1200" cap="none" spc="0" normalizeH="0" baseline="0" noProof="0" err="1">
                  <a:ln>
                    <a:noFill/>
                  </a:ln>
                  <a:solidFill>
                    <a:srgbClr val="123EB7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models</a:t>
              </a:r>
              <a:endParaRPr kumimoji="0" lang="en-GB" sz="2400" b="1" i="0" u="none" strike="noStrike" kern="1200" cap="none" spc="0" normalizeH="0" baseline="0" noProof="0" err="1">
                <a:ln>
                  <a:noFill/>
                </a:ln>
                <a:solidFill>
                  <a:srgbClr val="123EB7"/>
                </a:solidFill>
                <a:effectLst/>
                <a:uLnTx/>
                <a:uFillTx/>
                <a:latin typeface="FS Me Pro"/>
                <a:ea typeface="+mn-ea"/>
                <a:cs typeface="+mn-cs"/>
              </a:endParaRPr>
            </a:p>
          </p:txBody>
        </p:sp>
        <p:pic>
          <p:nvPicPr>
            <p:cNvPr id="15" name="Graphic 14" descr="Electric Tower with solid fill">
              <a:extLst>
                <a:ext uri="{FF2B5EF4-FFF2-40B4-BE49-F238E27FC236}">
                  <a16:creationId xmlns:a16="http://schemas.microsoft.com/office/drawing/2014/main" id="{5C7AB965-58B9-437E-8202-C9980270D2F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792146" y="1903519"/>
              <a:ext cx="1512000" cy="1512000"/>
            </a:xfrm>
            <a:prstGeom prst="rect">
              <a:avLst/>
            </a:prstGeom>
          </p:spPr>
        </p:pic>
        <p:pic>
          <p:nvPicPr>
            <p:cNvPr id="17" name="Graphic 16" descr="Mental Health with solid fill">
              <a:extLst>
                <a:ext uri="{FF2B5EF4-FFF2-40B4-BE49-F238E27FC236}">
                  <a16:creationId xmlns:a16="http://schemas.microsoft.com/office/drawing/2014/main" id="{7B0077F7-D9C9-4EBF-ADB4-4F32D8F25D6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14474" y="4598907"/>
              <a:ext cx="1512000" cy="1512000"/>
            </a:xfrm>
            <a:prstGeom prst="rect">
              <a:avLst/>
            </a:prstGeom>
          </p:spPr>
        </p:pic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80DA5B9-CCFD-4850-B880-AF1E31B1CD9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60312" y="1903519"/>
              <a:ext cx="1336151" cy="1512000"/>
              <a:chOff x="7515929" y="1759604"/>
              <a:chExt cx="2731373" cy="3090848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F1DC68E3-884D-4ACE-B00E-38A09D16E8E3}"/>
                  </a:ext>
                </a:extLst>
              </p:cNvPr>
              <p:cNvGrpSpPr/>
              <p:nvPr/>
            </p:nvGrpSpPr>
            <p:grpSpPr>
              <a:xfrm>
                <a:off x="7801888" y="2165011"/>
                <a:ext cx="2159454" cy="2685441"/>
                <a:chOff x="4998584" y="1735520"/>
                <a:chExt cx="2159454" cy="2685441"/>
              </a:xfrm>
            </p:grpSpPr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CBD5C54D-A9B6-4B7D-A4A3-26C52595E6B9}"/>
                    </a:ext>
                  </a:extLst>
                </p:cNvPr>
                <p:cNvSpPr/>
                <p:nvPr/>
              </p:nvSpPr>
              <p:spPr>
                <a:xfrm>
                  <a:off x="5359854" y="2800350"/>
                  <a:ext cx="1436914" cy="1420586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144000" bIns="14400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2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6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FS Me Pro"/>
                    <a:ea typeface="+mn-ea"/>
                    <a:cs typeface="+mn-cs"/>
                  </a:endParaRP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EE4E2789-E2E6-45E9-B6D6-0E3BCF535666}"/>
                    </a:ext>
                  </a:extLst>
                </p:cNvPr>
                <p:cNvSpPr/>
                <p:nvPr/>
              </p:nvSpPr>
              <p:spPr>
                <a:xfrm>
                  <a:off x="4998584" y="2637064"/>
                  <a:ext cx="2159454" cy="200025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144000" bIns="14400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2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6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FS Me Pro"/>
                    <a:ea typeface="+mn-ea"/>
                    <a:cs typeface="+mn-cs"/>
                  </a:endParaRP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1D547610-4443-4EEC-9CAF-E79CE459C580}"/>
                    </a:ext>
                  </a:extLst>
                </p:cNvPr>
                <p:cNvSpPr/>
                <p:nvPr/>
              </p:nvSpPr>
              <p:spPr>
                <a:xfrm>
                  <a:off x="4998584" y="4220936"/>
                  <a:ext cx="2159454" cy="200025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144000" bIns="14400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2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6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FS Me Pro"/>
                    <a:ea typeface="+mn-ea"/>
                    <a:cs typeface="+mn-cs"/>
                  </a:endParaRPr>
                </a:p>
              </p:txBody>
            </p:sp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DF1A7A9B-55BE-4E75-B761-BE300EDC0BE5}"/>
                    </a:ext>
                  </a:extLst>
                </p:cNvPr>
                <p:cNvGrpSpPr/>
                <p:nvPr/>
              </p:nvGrpSpPr>
              <p:grpSpPr>
                <a:xfrm>
                  <a:off x="5395232" y="1735520"/>
                  <a:ext cx="405471" cy="1456231"/>
                  <a:chOff x="5436064" y="1665660"/>
                  <a:chExt cx="405471" cy="1456231"/>
                </a:xfrm>
              </p:grpSpPr>
              <p:grpSp>
                <p:nvGrpSpPr>
                  <p:cNvPr id="57" name="Group 56">
                    <a:extLst>
                      <a:ext uri="{FF2B5EF4-FFF2-40B4-BE49-F238E27FC236}">
                        <a16:creationId xmlns:a16="http://schemas.microsoft.com/office/drawing/2014/main" id="{688CF7D1-A73C-4E4F-9DFD-00324DC485C1}"/>
                      </a:ext>
                    </a:extLst>
                  </p:cNvPr>
                  <p:cNvGrpSpPr/>
                  <p:nvPr/>
                </p:nvGrpSpPr>
                <p:grpSpPr>
                  <a:xfrm>
                    <a:off x="5436064" y="1665660"/>
                    <a:ext cx="405471" cy="1456231"/>
                    <a:chOff x="5436064" y="1665660"/>
                    <a:chExt cx="405471" cy="1456231"/>
                  </a:xfrm>
                </p:grpSpPr>
                <p:cxnSp>
                  <p:nvCxnSpPr>
                    <p:cNvPr id="60" name="Straight Connector 59">
                      <a:extLst>
                        <a:ext uri="{FF2B5EF4-FFF2-40B4-BE49-F238E27FC236}">
                          <a16:creationId xmlns:a16="http://schemas.microsoft.com/office/drawing/2014/main" id="{04FF51B5-AEE1-4F79-A755-815438D8558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633718" y="1665660"/>
                      <a:ext cx="5082" cy="1456231"/>
                    </a:xfrm>
                    <a:prstGeom prst="line">
                      <a:avLst/>
                    </a:prstGeom>
                    <a:ln w="53340" cap="rnd">
                      <a:solidFill>
                        <a:schemeClr val="accent4"/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61" name="Group 60">
                      <a:extLst>
                        <a:ext uri="{FF2B5EF4-FFF2-40B4-BE49-F238E27FC236}">
                          <a16:creationId xmlns:a16="http://schemas.microsoft.com/office/drawing/2014/main" id="{7A29D0BF-2076-40E4-89B7-144A2BE5B17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436064" y="1912489"/>
                      <a:ext cx="405471" cy="520800"/>
                      <a:chOff x="3330637" y="2164530"/>
                      <a:chExt cx="405471" cy="520800"/>
                    </a:xfrm>
                  </p:grpSpPr>
                  <p:sp>
                    <p:nvSpPr>
                      <p:cNvPr id="62" name="Flowchart: Manual Operation 61">
                        <a:extLst>
                          <a:ext uri="{FF2B5EF4-FFF2-40B4-BE49-F238E27FC236}">
                            <a16:creationId xmlns:a16="http://schemas.microsoft.com/office/drawing/2014/main" id="{B8A5F54D-987E-4272-BDE1-79071FE690A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1645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63" name="Flowchart: Manual Operation 62">
                        <a:extLst>
                          <a:ext uri="{FF2B5EF4-FFF2-40B4-BE49-F238E27FC236}">
                            <a16:creationId xmlns:a16="http://schemas.microsoft.com/office/drawing/2014/main" id="{2E1BD57E-854A-4282-A58E-83A74D60B18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3169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64" name="Flowchart: Manual Operation 63">
                        <a:extLst>
                          <a:ext uri="{FF2B5EF4-FFF2-40B4-BE49-F238E27FC236}">
                            <a16:creationId xmlns:a16="http://schemas.microsoft.com/office/drawing/2014/main" id="{EC1E63EB-9B47-4BEF-929B-FC219E4A754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4693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59" name="Rectangle 58">
                    <a:extLst>
                      <a:ext uri="{FF2B5EF4-FFF2-40B4-BE49-F238E27FC236}">
                        <a16:creationId xmlns:a16="http://schemas.microsoft.com/office/drawing/2014/main" id="{31A9EE22-2BA9-42EC-AE0E-010B1AA0A3F0}"/>
                      </a:ext>
                    </a:extLst>
                  </p:cNvPr>
                  <p:cNvSpPr/>
                  <p:nvPr/>
                </p:nvSpPr>
                <p:spPr>
                  <a:xfrm>
                    <a:off x="5499791" y="2426404"/>
                    <a:ext cx="267854" cy="143164"/>
                  </a:xfrm>
                  <a:prstGeom prst="rect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44000" tIns="144000" rIns="144000" bIns="14400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2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600" b="0" i="0" u="none" strike="noStrike" kern="1200" cap="none" spc="0" normalizeH="0" baseline="0" noProof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FS Me Pro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A35851F7-6B9F-4182-83E5-2C6EA69C4F4C}"/>
                    </a:ext>
                  </a:extLst>
                </p:cNvPr>
                <p:cNvGrpSpPr/>
                <p:nvPr/>
              </p:nvGrpSpPr>
              <p:grpSpPr>
                <a:xfrm>
                  <a:off x="5905060" y="1735520"/>
                  <a:ext cx="405471" cy="1456231"/>
                  <a:chOff x="5436064" y="1665660"/>
                  <a:chExt cx="405471" cy="1456231"/>
                </a:xfrm>
              </p:grpSpPr>
              <p:grpSp>
                <p:nvGrpSpPr>
                  <p:cNvPr id="45" name="Group 44">
                    <a:extLst>
                      <a:ext uri="{FF2B5EF4-FFF2-40B4-BE49-F238E27FC236}">
                        <a16:creationId xmlns:a16="http://schemas.microsoft.com/office/drawing/2014/main" id="{729143AF-292F-4603-9781-43ADEB0F26C1}"/>
                      </a:ext>
                    </a:extLst>
                  </p:cNvPr>
                  <p:cNvGrpSpPr/>
                  <p:nvPr/>
                </p:nvGrpSpPr>
                <p:grpSpPr>
                  <a:xfrm>
                    <a:off x="5436064" y="1665660"/>
                    <a:ext cx="405471" cy="1456231"/>
                    <a:chOff x="5436064" y="1665660"/>
                    <a:chExt cx="405471" cy="1456231"/>
                  </a:xfrm>
                </p:grpSpPr>
                <p:cxnSp>
                  <p:nvCxnSpPr>
                    <p:cNvPr id="47" name="Straight Connector 46">
                      <a:extLst>
                        <a:ext uri="{FF2B5EF4-FFF2-40B4-BE49-F238E27FC236}">
                          <a16:creationId xmlns:a16="http://schemas.microsoft.com/office/drawing/2014/main" id="{41271DC1-F620-4BB6-BD5D-F7D0E1EC51D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633718" y="1665660"/>
                      <a:ext cx="5082" cy="1456231"/>
                    </a:xfrm>
                    <a:prstGeom prst="line">
                      <a:avLst/>
                    </a:prstGeom>
                    <a:ln w="53340" cap="rnd">
                      <a:solidFill>
                        <a:schemeClr val="accent4"/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49" name="Group 48">
                      <a:extLst>
                        <a:ext uri="{FF2B5EF4-FFF2-40B4-BE49-F238E27FC236}">
                          <a16:creationId xmlns:a16="http://schemas.microsoft.com/office/drawing/2014/main" id="{A38FBCC8-6464-4E23-9109-8288034D3EC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436064" y="1912489"/>
                      <a:ext cx="405471" cy="520800"/>
                      <a:chOff x="3330637" y="2164530"/>
                      <a:chExt cx="405471" cy="520800"/>
                    </a:xfrm>
                  </p:grpSpPr>
                  <p:sp>
                    <p:nvSpPr>
                      <p:cNvPr id="51" name="Flowchart: Manual Operation 50">
                        <a:extLst>
                          <a:ext uri="{FF2B5EF4-FFF2-40B4-BE49-F238E27FC236}">
                            <a16:creationId xmlns:a16="http://schemas.microsoft.com/office/drawing/2014/main" id="{3009D3CF-97EA-46EB-A86C-F3ECD25BA0D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1645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53" name="Flowchart: Manual Operation 52">
                        <a:extLst>
                          <a:ext uri="{FF2B5EF4-FFF2-40B4-BE49-F238E27FC236}">
                            <a16:creationId xmlns:a16="http://schemas.microsoft.com/office/drawing/2014/main" id="{5FB313F5-0CE6-4EC3-99D8-99C4E0A0BF1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3169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55" name="Flowchart: Manual Operation 54">
                        <a:extLst>
                          <a:ext uri="{FF2B5EF4-FFF2-40B4-BE49-F238E27FC236}">
                            <a16:creationId xmlns:a16="http://schemas.microsoft.com/office/drawing/2014/main" id="{705BDB52-9B0A-4A58-836B-E675E5F6C62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4693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74011B32-5226-4AB4-9D4D-D0840CB6ADCD}"/>
                      </a:ext>
                    </a:extLst>
                  </p:cNvPr>
                  <p:cNvSpPr/>
                  <p:nvPr/>
                </p:nvSpPr>
                <p:spPr>
                  <a:xfrm>
                    <a:off x="5499791" y="2426404"/>
                    <a:ext cx="267854" cy="143164"/>
                  </a:xfrm>
                  <a:prstGeom prst="rect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44000" tIns="144000" rIns="144000" bIns="14400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2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600" b="0" i="0" u="none" strike="noStrike" kern="1200" cap="none" spc="0" normalizeH="0" baseline="0" noProof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FS Me Pro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28" name="Group 27">
                  <a:extLst>
                    <a:ext uri="{FF2B5EF4-FFF2-40B4-BE49-F238E27FC236}">
                      <a16:creationId xmlns:a16="http://schemas.microsoft.com/office/drawing/2014/main" id="{D2BA73D0-A885-45CA-9939-33C9AF8669D0}"/>
                    </a:ext>
                  </a:extLst>
                </p:cNvPr>
                <p:cNvGrpSpPr/>
                <p:nvPr/>
              </p:nvGrpSpPr>
              <p:grpSpPr>
                <a:xfrm>
                  <a:off x="6414887" y="1735520"/>
                  <a:ext cx="405471" cy="1456231"/>
                  <a:chOff x="5436064" y="1665660"/>
                  <a:chExt cx="405471" cy="1456231"/>
                </a:xfrm>
              </p:grpSpPr>
              <p:grpSp>
                <p:nvGrpSpPr>
                  <p:cNvPr id="32" name="Group 31">
                    <a:extLst>
                      <a:ext uri="{FF2B5EF4-FFF2-40B4-BE49-F238E27FC236}">
                        <a16:creationId xmlns:a16="http://schemas.microsoft.com/office/drawing/2014/main" id="{9D5A3914-816D-45B3-A5F5-A5114CBC511E}"/>
                      </a:ext>
                    </a:extLst>
                  </p:cNvPr>
                  <p:cNvGrpSpPr/>
                  <p:nvPr/>
                </p:nvGrpSpPr>
                <p:grpSpPr>
                  <a:xfrm>
                    <a:off x="5436064" y="1665660"/>
                    <a:ext cx="405471" cy="1456231"/>
                    <a:chOff x="5436064" y="1665660"/>
                    <a:chExt cx="405471" cy="1456231"/>
                  </a:xfrm>
                </p:grpSpPr>
                <p:cxnSp>
                  <p:nvCxnSpPr>
                    <p:cNvPr id="34" name="Straight Connector 33">
                      <a:extLst>
                        <a:ext uri="{FF2B5EF4-FFF2-40B4-BE49-F238E27FC236}">
                          <a16:creationId xmlns:a16="http://schemas.microsoft.com/office/drawing/2014/main" id="{3E7B9D47-DBAD-48F1-9588-957DD01B59B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633718" y="1665660"/>
                      <a:ext cx="5082" cy="1456231"/>
                    </a:xfrm>
                    <a:prstGeom prst="line">
                      <a:avLst/>
                    </a:prstGeom>
                    <a:ln w="53340" cap="rnd">
                      <a:solidFill>
                        <a:schemeClr val="accent4"/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36" name="Group 35">
                      <a:extLst>
                        <a:ext uri="{FF2B5EF4-FFF2-40B4-BE49-F238E27FC236}">
                          <a16:creationId xmlns:a16="http://schemas.microsoft.com/office/drawing/2014/main" id="{0C647FB7-C997-418E-827D-812CB16A7B8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436064" y="1912489"/>
                      <a:ext cx="405471" cy="520800"/>
                      <a:chOff x="3330637" y="2164530"/>
                      <a:chExt cx="405471" cy="520800"/>
                    </a:xfrm>
                  </p:grpSpPr>
                  <p:sp>
                    <p:nvSpPr>
                      <p:cNvPr id="37" name="Flowchart: Manual Operation 36">
                        <a:extLst>
                          <a:ext uri="{FF2B5EF4-FFF2-40B4-BE49-F238E27FC236}">
                            <a16:creationId xmlns:a16="http://schemas.microsoft.com/office/drawing/2014/main" id="{9D91D56F-9F54-49C9-9A60-61BC0CCF81C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1645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38" name="Flowchart: Manual Operation 37">
                        <a:extLst>
                          <a:ext uri="{FF2B5EF4-FFF2-40B4-BE49-F238E27FC236}">
                            <a16:creationId xmlns:a16="http://schemas.microsoft.com/office/drawing/2014/main" id="{EAD8029F-F95D-47D1-B572-B5C52B0397F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3169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44" name="Flowchart: Manual Operation 43">
                        <a:extLst>
                          <a:ext uri="{FF2B5EF4-FFF2-40B4-BE49-F238E27FC236}">
                            <a16:creationId xmlns:a16="http://schemas.microsoft.com/office/drawing/2014/main" id="{87AA4008-122F-4F56-88D0-C01D6C62BFD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4693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2FD80441-AF82-4E26-91EA-55C92B96C819}"/>
                      </a:ext>
                    </a:extLst>
                  </p:cNvPr>
                  <p:cNvSpPr/>
                  <p:nvPr/>
                </p:nvSpPr>
                <p:spPr>
                  <a:xfrm>
                    <a:off x="5499791" y="2426404"/>
                    <a:ext cx="267854" cy="143164"/>
                  </a:xfrm>
                  <a:prstGeom prst="rect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44000" tIns="144000" rIns="144000" bIns="14400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2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600" b="0" i="0" u="none" strike="noStrike" kern="1200" cap="none" spc="0" normalizeH="0" baseline="0" noProof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FS Me Pro"/>
                      <a:ea typeface="+mn-ea"/>
                      <a:cs typeface="+mn-cs"/>
                    </a:endParaRPr>
                  </a:p>
                </p:txBody>
              </p:sp>
            </p:grpSp>
            <p:pic>
              <p:nvPicPr>
                <p:cNvPr id="29" name="Graphic 28" descr="High voltage with solid fill">
                  <a:extLst>
                    <a:ext uri="{FF2B5EF4-FFF2-40B4-BE49-F238E27FC236}">
                      <a16:creationId xmlns:a16="http://schemas.microsoft.com/office/drawing/2014/main" id="{BE796199-7A74-42EB-ABA4-32AE419CAEA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45513" y="2965337"/>
                  <a:ext cx="914400" cy="914400"/>
                </a:xfrm>
                <a:prstGeom prst="rect">
                  <a:avLst/>
                </a:prstGeom>
              </p:spPr>
            </p:pic>
          </p:grp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2029433-5CEE-4AFE-A672-A7A3810BA74F}"/>
                  </a:ext>
                </a:extLst>
              </p:cNvPr>
              <p:cNvSpPr txBox="1"/>
              <p:nvPr/>
            </p:nvSpPr>
            <p:spPr>
              <a:xfrm>
                <a:off x="7515929" y="1759604"/>
                <a:ext cx="2731373" cy="44098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600" b="0" i="0" u="none" strike="noStrike" kern="1200" cap="none" spc="0" normalizeH="0" baseline="0" noProof="0">
                  <a:ln>
                    <a:noFill/>
                  </a:ln>
                  <a:solidFill>
                    <a:srgbClr val="002484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endParaRPr>
              </a:p>
            </p:txBody>
          </p:sp>
        </p:grpSp>
        <p:pic>
          <p:nvPicPr>
            <p:cNvPr id="71" name="Graphic 70" descr="Group success with solid fill">
              <a:extLst>
                <a:ext uri="{FF2B5EF4-FFF2-40B4-BE49-F238E27FC236}">
                  <a16:creationId xmlns:a16="http://schemas.microsoft.com/office/drawing/2014/main" id="{CF12A9F9-E428-4167-B917-A0BC5E71A52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792126" y="4598907"/>
              <a:ext cx="1512000" cy="1512000"/>
            </a:xfrm>
            <a:prstGeom prst="rect">
              <a:avLst/>
            </a:prstGeom>
          </p:spPr>
        </p:pic>
        <p:sp>
          <p:nvSpPr>
            <p:cNvPr id="73" name="Flowchart: Alternate Process 72">
              <a:extLst>
                <a:ext uri="{FF2B5EF4-FFF2-40B4-BE49-F238E27FC236}">
                  <a16:creationId xmlns:a16="http://schemas.microsoft.com/office/drawing/2014/main" id="{D45330DB-313A-475F-8B7A-A99CFDE1A4F0}"/>
                </a:ext>
              </a:extLst>
            </p:cNvPr>
            <p:cNvSpPr/>
            <p:nvPr/>
          </p:nvSpPr>
          <p:spPr>
            <a:xfrm>
              <a:off x="486509" y="4106769"/>
              <a:ext cx="3204000" cy="2160000"/>
            </a:xfrm>
            <a:prstGeom prst="flowChartAlternateProcess">
              <a:avLst/>
            </a:prstGeom>
            <a:noFill/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14400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2400" b="1" i="0" u="none" strike="noStrike" kern="1200" cap="none" spc="0" normalizeH="0" baseline="0" noProof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User </a:t>
              </a:r>
              <a:r>
                <a:rPr kumimoji="0" lang="nl-NL" sz="2400" b="1" i="0" u="none" strike="noStrike" kern="1200" cap="none" spc="0" normalizeH="0" baseline="0" noProof="0" err="1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behaviour</a:t>
              </a:r>
              <a:endParaRPr kumimoji="0" lang="en-GB" sz="2400" b="1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FS Me Pro"/>
                <a:ea typeface="+mn-ea"/>
                <a:cs typeface="+mn-cs"/>
              </a:endParaRP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278BEC7C-3D4B-43F1-8F7B-FF6CDF34DC69}"/>
              </a:ext>
            </a:extLst>
          </p:cNvPr>
          <p:cNvGrpSpPr/>
          <p:nvPr/>
        </p:nvGrpSpPr>
        <p:grpSpPr>
          <a:xfrm>
            <a:off x="8135872" y="1403840"/>
            <a:ext cx="3277272" cy="4860000"/>
            <a:chOff x="8135872" y="1400911"/>
            <a:chExt cx="3277272" cy="4860000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07C982B5-E5F5-45F2-95B7-23239892389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272825" y="2152828"/>
              <a:ext cx="839105" cy="1332000"/>
              <a:chOff x="4291398" y="2212866"/>
              <a:chExt cx="2085009" cy="3309760"/>
            </a:xfrm>
          </p:grpSpPr>
          <p:sp>
            <p:nvSpPr>
              <p:cNvPr id="66" name="Rectangle: Rounded Corners 65">
                <a:extLst>
                  <a:ext uri="{FF2B5EF4-FFF2-40B4-BE49-F238E27FC236}">
                    <a16:creationId xmlns:a16="http://schemas.microsoft.com/office/drawing/2014/main" id="{C8CE7EAD-FE8F-4255-8109-2A69FF1577A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291398" y="2212866"/>
                <a:ext cx="2085009" cy="3309760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2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6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endParaRPr>
              </a:p>
            </p:txBody>
          </p:sp>
          <p:pic>
            <p:nvPicPr>
              <p:cNvPr id="67" name="Graphic 66" descr="Plugged Unplugged with solid fill">
                <a:extLst>
                  <a:ext uri="{FF2B5EF4-FFF2-40B4-BE49-F238E27FC236}">
                    <a16:creationId xmlns:a16="http://schemas.microsoft.com/office/drawing/2014/main" id="{3C47FF48-90E3-4D84-A0D1-46B20D1F80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477399" y="3011243"/>
                <a:ext cx="1713006" cy="1713006"/>
              </a:xfrm>
              <a:prstGeom prst="rect">
                <a:avLst/>
              </a:prstGeom>
            </p:spPr>
          </p:pic>
        </p:grpSp>
        <p:sp>
          <p:nvSpPr>
            <p:cNvPr id="75" name="Flowchart: Alternate Process 74">
              <a:extLst>
                <a:ext uri="{FF2B5EF4-FFF2-40B4-BE49-F238E27FC236}">
                  <a16:creationId xmlns:a16="http://schemas.microsoft.com/office/drawing/2014/main" id="{7D1F59AF-7932-421E-A247-03E6C02179A5}"/>
                </a:ext>
              </a:extLst>
            </p:cNvPr>
            <p:cNvSpPr/>
            <p:nvPr/>
          </p:nvSpPr>
          <p:spPr>
            <a:xfrm>
              <a:off x="8135872" y="1400911"/>
              <a:ext cx="3204000" cy="2160000"/>
            </a:xfrm>
            <a:prstGeom prst="flowChartAlternateProcess">
              <a:avLst/>
            </a:prstGeom>
            <a:noFill/>
            <a:ln w="762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14400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2400" b="1" i="0" u="none" strike="noStrike" kern="1200" cap="none" spc="0" normalizeH="0" baseline="0" noProof="0" err="1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Charging</a:t>
              </a:r>
              <a:r>
                <a:rPr kumimoji="0" lang="nl-NL" sz="2400" b="1" i="0" u="none" strike="noStrike" kern="120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 </a:t>
              </a:r>
              <a:r>
                <a:rPr kumimoji="0" lang="nl-NL" sz="2400" b="1" i="0" u="none" strike="noStrike" kern="1200" cap="none" spc="0" normalizeH="0" baseline="0" noProof="0" err="1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infrastructure</a:t>
              </a:r>
              <a:endParaRPr kumimoji="0" lang="en-GB" sz="2400" b="1" i="0" u="none" strike="noStrike" kern="1200" cap="none" spc="0" normalizeH="0" baseline="0" noProof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FS Me Pro"/>
                <a:ea typeface="+mn-ea"/>
                <a:cs typeface="+mn-cs"/>
              </a:endParaRPr>
            </a:p>
          </p:txBody>
        </p:sp>
        <p:sp>
          <p:nvSpPr>
            <p:cNvPr id="77" name="Flowchart: Alternate Process 76">
              <a:extLst>
                <a:ext uri="{FF2B5EF4-FFF2-40B4-BE49-F238E27FC236}">
                  <a16:creationId xmlns:a16="http://schemas.microsoft.com/office/drawing/2014/main" id="{635B39E8-701E-4E09-B07B-35E0AA038690}"/>
                </a:ext>
              </a:extLst>
            </p:cNvPr>
            <p:cNvSpPr/>
            <p:nvPr/>
          </p:nvSpPr>
          <p:spPr>
            <a:xfrm>
              <a:off x="8209144" y="4100911"/>
              <a:ext cx="3204000" cy="2160000"/>
            </a:xfrm>
            <a:prstGeom prst="flowChartAlternateProcess">
              <a:avLst/>
            </a:prstGeom>
            <a:noFill/>
            <a:ln w="762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14400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2400" b="1" i="0" u="none" strike="noStrike" kern="1200" cap="none" spc="0" normalizeH="0" baseline="0" noProof="0" err="1">
                  <a:ln>
                    <a:noFill/>
                  </a:ln>
                  <a:solidFill>
                    <a:srgbClr val="002484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Charging</a:t>
              </a:r>
              <a:r>
                <a:rPr kumimoji="0" lang="nl-NL" sz="2400" b="1" i="0" u="none" strike="noStrike" kern="1200" cap="none" spc="0" normalizeH="0" baseline="0" noProof="0">
                  <a:ln>
                    <a:noFill/>
                  </a:ln>
                  <a:solidFill>
                    <a:srgbClr val="002484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 </a:t>
              </a:r>
              <a:r>
                <a:rPr kumimoji="0" lang="nl-NL" sz="2400" b="1" i="0" u="none" strike="noStrike" kern="1200" cap="none" spc="0" normalizeH="0" baseline="0" noProof="0" err="1">
                  <a:ln>
                    <a:noFill/>
                  </a:ln>
                  <a:solidFill>
                    <a:srgbClr val="002484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strategies</a:t>
              </a:r>
              <a:endParaRPr kumimoji="0" lang="en-GB" sz="2400" b="1" i="0" u="none" strike="noStrike" kern="1200" cap="none" spc="0" normalizeH="0" baseline="0" noProof="0" err="1">
                <a:ln>
                  <a:noFill/>
                </a:ln>
                <a:solidFill>
                  <a:srgbClr val="002484"/>
                </a:solidFill>
                <a:effectLst/>
                <a:uLnTx/>
                <a:uFillTx/>
                <a:latin typeface="FS Me Pro"/>
                <a:ea typeface="+mn-ea"/>
                <a:cs typeface="+mn-cs"/>
              </a:endParaRPr>
            </a:p>
          </p:txBody>
        </p:sp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72FCA0FC-C5F1-40C9-AB43-0BF629E94FD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364381" y="4838846"/>
              <a:ext cx="2880000" cy="1070777"/>
            </a:xfrm>
            <a:prstGeom prst="rect">
              <a:avLst/>
            </a:prstGeom>
          </p:spPr>
        </p:pic>
      </p:grpSp>
      <p:cxnSp>
        <p:nvCxnSpPr>
          <p:cNvPr id="10" name="Connector: Elbow 9" hidden="1">
            <a:extLst>
              <a:ext uri="{FF2B5EF4-FFF2-40B4-BE49-F238E27FC236}">
                <a16:creationId xmlns:a16="http://schemas.microsoft.com/office/drawing/2014/main" id="{8C7DF964-98AE-4A0C-A255-A0389C4354E4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3929363" y="2483840"/>
            <a:ext cx="2139891" cy="685244"/>
          </a:xfrm>
          <a:prstGeom prst="bentConnector2">
            <a:avLst/>
          </a:prstGeom>
          <a:ln w="152400" cap="rnd">
            <a:noFill/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 hidden="1">
            <a:extLst>
              <a:ext uri="{FF2B5EF4-FFF2-40B4-BE49-F238E27FC236}">
                <a16:creationId xmlns:a16="http://schemas.microsoft.com/office/drawing/2014/main" id="{E3B1329B-26AE-4B84-AA60-DA485FEA34A3}"/>
              </a:ext>
            </a:extLst>
          </p:cNvPr>
          <p:cNvCxnSpPr>
            <a:cxnSpLocks/>
            <a:stCxn id="73" idx="3"/>
          </p:cNvCxnSpPr>
          <p:nvPr/>
        </p:nvCxnSpPr>
        <p:spPr>
          <a:xfrm flipV="1">
            <a:off x="4002635" y="3853084"/>
            <a:ext cx="1310619" cy="1330756"/>
          </a:xfrm>
          <a:prstGeom prst="bentConnector3">
            <a:avLst>
              <a:gd name="adj1" fmla="val 50000"/>
            </a:avLst>
          </a:prstGeom>
          <a:ln w="152400" cap="rnd">
            <a:noFill/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 hidden="1">
            <a:extLst>
              <a:ext uri="{FF2B5EF4-FFF2-40B4-BE49-F238E27FC236}">
                <a16:creationId xmlns:a16="http://schemas.microsoft.com/office/drawing/2014/main" id="{9E811086-AA1F-41D3-9298-7236731E7F54}"/>
              </a:ext>
            </a:extLst>
          </p:cNvPr>
          <p:cNvCxnSpPr>
            <a:cxnSpLocks/>
            <a:stCxn id="75" idx="1"/>
          </p:cNvCxnSpPr>
          <p:nvPr/>
        </p:nvCxnSpPr>
        <p:spPr>
          <a:xfrm rot="10800000" flipV="1">
            <a:off x="6825254" y="2483840"/>
            <a:ext cx="1310618" cy="1369244"/>
          </a:xfrm>
          <a:prstGeom prst="bentConnector3">
            <a:avLst>
              <a:gd name="adj1" fmla="val 50000"/>
            </a:avLst>
          </a:prstGeom>
          <a:ln w="152400" cap="rnd">
            <a:noFill/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 hidden="1">
            <a:extLst>
              <a:ext uri="{FF2B5EF4-FFF2-40B4-BE49-F238E27FC236}">
                <a16:creationId xmlns:a16="http://schemas.microsoft.com/office/drawing/2014/main" id="{8275DC58-C374-4E88-ABD3-7C66B7281421}"/>
              </a:ext>
            </a:extLst>
          </p:cNvPr>
          <p:cNvCxnSpPr>
            <a:cxnSpLocks/>
            <a:stCxn id="77" idx="1"/>
          </p:cNvCxnSpPr>
          <p:nvPr/>
        </p:nvCxnSpPr>
        <p:spPr>
          <a:xfrm rot="10800000">
            <a:off x="6069254" y="4537084"/>
            <a:ext cx="2139890" cy="646756"/>
          </a:xfrm>
          <a:prstGeom prst="bentConnector2">
            <a:avLst/>
          </a:prstGeom>
          <a:ln w="152400" cap="rnd">
            <a:noFill/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Fade overlay - 9"/>
          <p:cNvSpPr/>
          <p:nvPr/>
        </p:nvSpPr>
        <p:spPr>
          <a:xfrm>
            <a:off x="675363" y="1353840"/>
            <a:ext cx="3304000" cy="2260000"/>
          </a:xfrm>
          <a:prstGeom prst="rect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6" name="Fade overlay - 73"/>
          <p:cNvSpPr/>
          <p:nvPr/>
        </p:nvSpPr>
        <p:spPr>
          <a:xfrm>
            <a:off x="748635" y="4053840"/>
            <a:ext cx="3304000" cy="2260000"/>
          </a:xfrm>
          <a:prstGeom prst="rect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7" name="Fade overlay - 77"/>
          <p:cNvSpPr/>
          <p:nvPr/>
        </p:nvSpPr>
        <p:spPr>
          <a:xfrm>
            <a:off x="8159144" y="4053840"/>
            <a:ext cx="3304000" cy="2260000"/>
          </a:xfrm>
          <a:prstGeom prst="rect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8" name="Central rounded box"/>
          <p:cNvSpPr/>
          <p:nvPr/>
        </p:nvSpPr>
        <p:spPr>
          <a:xfrm>
            <a:off x="4322675" y="1403840"/>
            <a:ext cx="3493157" cy="4860000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ln w="76200">
            <a:solidFill>
              <a:srgbClr val="0070C0">
                <a:alpha val="100000"/>
              </a:srgbClr>
            </a:solidFill>
          </a:ln>
        </p:spPr>
        <p:txBody>
          <a:bodyPr wrap="square"/>
          <a:lstStyle/>
          <a:p>
            <a:endParaRPr dirty="0"/>
          </a:p>
        </p:txBody>
      </p:sp>
      <p:sp>
        <p:nvSpPr>
          <p:cNvPr id="7" name="Central rounded box">
            <a:extLst>
              <a:ext uri="{FF2B5EF4-FFF2-40B4-BE49-F238E27FC236}">
                <a16:creationId xmlns:a16="http://schemas.microsoft.com/office/drawing/2014/main" id="{6A733C6F-A1B9-DA37-D754-F63BB72A3C71}"/>
              </a:ext>
            </a:extLst>
          </p:cNvPr>
          <p:cNvSpPr/>
          <p:nvPr/>
        </p:nvSpPr>
        <p:spPr>
          <a:xfrm>
            <a:off x="4488300" y="3958417"/>
            <a:ext cx="3204000" cy="21600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76200">
            <a:noFill/>
          </a:ln>
        </p:spPr>
        <p:txBody>
          <a:bodyPr wrap="square"/>
          <a:lstStyle/>
          <a:p>
            <a:pPr algn="ctr"/>
            <a:r>
              <a:rPr lang="nl-NL" b="1" dirty="0">
                <a:solidFill>
                  <a:schemeClr val="accent1"/>
                </a:solidFill>
              </a:rPr>
              <a:t>Connection management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91D717A-B893-147F-6743-D7742536D926}"/>
              </a:ext>
            </a:extLst>
          </p:cNvPr>
          <p:cNvGrpSpPr>
            <a:grpSpLocks noChangeAspect="1"/>
          </p:cNvGrpSpPr>
          <p:nvPr/>
        </p:nvGrpSpPr>
        <p:grpSpPr>
          <a:xfrm>
            <a:off x="4719418" y="4498260"/>
            <a:ext cx="839105" cy="1332000"/>
            <a:chOff x="4291398" y="2212866"/>
            <a:chExt cx="2085009" cy="3309760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82A7F2C3-C6F4-96C6-7D7B-570D9009EA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91398" y="2212866"/>
              <a:ext cx="2085009" cy="3309760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endParaRPr>
            </a:p>
          </p:txBody>
        </p:sp>
        <p:pic>
          <p:nvPicPr>
            <p:cNvPr id="50" name="Graphic 49" descr="Plugged Unplugged with solid fill">
              <a:extLst>
                <a:ext uri="{FF2B5EF4-FFF2-40B4-BE49-F238E27FC236}">
                  <a16:creationId xmlns:a16="http://schemas.microsoft.com/office/drawing/2014/main" id="{D3273B5A-CC06-4590-4072-956D420ACE0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477399" y="3011243"/>
              <a:ext cx="1713006" cy="1713006"/>
            </a:xfrm>
            <a:prstGeom prst="rect">
              <a:avLst/>
            </a:prstGeom>
          </p:spPr>
        </p:pic>
      </p:grpSp>
      <p:pic>
        <p:nvPicPr>
          <p:cNvPr id="54" name="Graphic 53" descr="Electric car with solid fill">
            <a:extLst>
              <a:ext uri="{FF2B5EF4-FFF2-40B4-BE49-F238E27FC236}">
                <a16:creationId xmlns:a16="http://schemas.microsoft.com/office/drawing/2014/main" id="{7DAD8BF4-8CED-973A-5215-FDAC2850A0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46712" y="4348095"/>
            <a:ext cx="680400" cy="680400"/>
          </a:xfrm>
          <a:prstGeom prst="rect">
            <a:avLst/>
          </a:prstGeom>
        </p:spPr>
      </p:pic>
      <p:pic>
        <p:nvPicPr>
          <p:cNvPr id="58" name="Picture 57" hidden="1">
            <a:extLst>
              <a:ext uri="{FF2B5EF4-FFF2-40B4-BE49-F238E27FC236}">
                <a16:creationId xmlns:a16="http://schemas.microsoft.com/office/drawing/2014/main" id="{EC984340-BC62-75E5-F881-5918DC46E7A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52596" y="2114550"/>
            <a:ext cx="2286807" cy="1714500"/>
          </a:xfrm>
          <a:prstGeom prst="rect">
            <a:avLst/>
          </a:prstGeom>
        </p:spPr>
      </p:pic>
      <p:sp>
        <p:nvSpPr>
          <p:cNvPr id="69" name="Central rounded box">
            <a:extLst>
              <a:ext uri="{FF2B5EF4-FFF2-40B4-BE49-F238E27FC236}">
                <a16:creationId xmlns:a16="http://schemas.microsoft.com/office/drawing/2014/main" id="{3DA9AC75-0EF0-4E46-B7CA-476575733A81}"/>
              </a:ext>
            </a:extLst>
          </p:cNvPr>
          <p:cNvSpPr/>
          <p:nvPr/>
        </p:nvSpPr>
        <p:spPr>
          <a:xfrm>
            <a:off x="4474288" y="1570760"/>
            <a:ext cx="3204000" cy="21600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76200">
            <a:noFill/>
          </a:ln>
        </p:spPr>
        <p:txBody>
          <a:bodyPr wrap="square"/>
          <a:lstStyle/>
          <a:p>
            <a:pPr algn="ctr"/>
            <a:r>
              <a:rPr lang="nl-NL" b="1" dirty="0" err="1">
                <a:solidFill>
                  <a:schemeClr val="accent1"/>
                </a:solidFill>
              </a:rPr>
              <a:t>Charging</a:t>
            </a:r>
            <a:r>
              <a:rPr lang="nl-NL" b="1" dirty="0">
                <a:solidFill>
                  <a:schemeClr val="accent1"/>
                </a:solidFill>
              </a:rPr>
              <a:t> curve </a:t>
            </a:r>
            <a:r>
              <a:rPr lang="nl-NL" b="1" dirty="0" err="1">
                <a:solidFill>
                  <a:schemeClr val="accent1"/>
                </a:solidFill>
              </a:rPr>
              <a:t>effects</a:t>
            </a:r>
            <a:endParaRPr lang="nl-NL" b="1" dirty="0">
              <a:solidFill>
                <a:schemeClr val="accent1"/>
              </a:solidFill>
            </a:endParaRPr>
          </a:p>
        </p:txBody>
      </p:sp>
      <p:grpSp>
        <p:nvGrpSpPr>
          <p:cNvPr id="104" name="Charging curve, axes and labels"/>
          <p:cNvGrpSpPr/>
          <p:nvPr/>
        </p:nvGrpSpPr>
        <p:grpSpPr>
          <a:xfrm>
            <a:off x="4686300" y="1970532"/>
            <a:ext cx="2720340" cy="1741932"/>
            <a:chOff x="4603903" y="2231790"/>
            <a:chExt cx="2720340" cy="1741932"/>
          </a:xfrm>
        </p:grpSpPr>
        <p:cxnSp>
          <p:nvCxnSpPr>
            <p:cNvPr id="90" name="State of Charge axis"/>
            <p:cNvCxnSpPr>
              <a:cxnSpLocks noChangeAspect="1"/>
            </p:cNvCxnSpPr>
            <p:nvPr/>
          </p:nvCxnSpPr>
          <p:spPr>
            <a:xfrm>
              <a:off x="5257800" y="3554730"/>
              <a:ext cx="1734217" cy="0"/>
            </a:xfrm>
            <a:prstGeom prst="line">
              <a:avLst/>
            </a:prstGeom>
            <a:ln w="3969">
              <a:solidFill>
                <a:srgbClr val="1C5B6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harging Power axis"/>
            <p:cNvCxnSpPr>
              <a:cxnSpLocks noChangeAspect="1"/>
            </p:cNvCxnSpPr>
            <p:nvPr/>
          </p:nvCxnSpPr>
          <p:spPr>
            <a:xfrm flipV="1">
              <a:off x="5257800" y="2334367"/>
              <a:ext cx="0" cy="1220363"/>
            </a:xfrm>
            <a:prstGeom prst="line">
              <a:avLst/>
            </a:prstGeom>
            <a:ln w="3969">
              <a:solidFill>
                <a:srgbClr val="1C5B6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Charging curve - editable freeform"/>
            <p:cNvSpPr>
              <a:spLocks noChangeAspect="1"/>
            </p:cNvSpPr>
            <p:nvPr/>
          </p:nvSpPr>
          <p:spPr>
            <a:xfrm>
              <a:off x="5257800" y="2434590"/>
              <a:ext cx="1680210" cy="1120140"/>
            </a:xfrm>
            <a:custGeom>
              <a:avLst/>
              <a:gdLst/>
              <a:ahLst/>
              <a:cxnLst/>
              <a:rect l="0" t="0" r="r" b="b"/>
              <a:pathLst>
                <a:path w="280000" h="190000" fill="none">
                  <a:moveTo>
                    <a:pt x="1000" y="188000"/>
                  </a:moveTo>
                  <a:cubicBezTo>
                    <a:pt x="6000" y="156000"/>
                    <a:pt x="14000" y="32000"/>
                    <a:pt x="19000" y="7000"/>
                  </a:cubicBezTo>
                  <a:cubicBezTo>
                    <a:pt x="20000" y="-2000"/>
                    <a:pt x="40000" y="0"/>
                    <a:pt x="55000" y="0"/>
                  </a:cubicBezTo>
                  <a:cubicBezTo>
                    <a:pt x="91000" y="1000"/>
                    <a:pt x="129000" y="7000"/>
                    <a:pt x="150000" y="20000"/>
                  </a:cubicBezTo>
                  <a:cubicBezTo>
                    <a:pt x="163000" y="28000"/>
                    <a:pt x="168000" y="37000"/>
                    <a:pt x="173000" y="51000"/>
                  </a:cubicBezTo>
                  <a:cubicBezTo>
                    <a:pt x="180000" y="71000"/>
                    <a:pt x="204000" y="76000"/>
                    <a:pt x="231000" y="77000"/>
                  </a:cubicBezTo>
                  <a:cubicBezTo>
                    <a:pt x="237000" y="77000"/>
                    <a:pt x="242000" y="99000"/>
                    <a:pt x="252000" y="122000"/>
                  </a:cubicBezTo>
                  <a:cubicBezTo>
                    <a:pt x="263000" y="148000"/>
                    <a:pt x="273000" y="169000"/>
                    <a:pt x="280000" y="179000"/>
                  </a:cubicBezTo>
                </a:path>
              </a:pathLst>
            </a:custGeom>
            <a:noFill/>
            <a:ln w="33020">
              <a:solidFill>
                <a:srgbClr val="0070C0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3" name="X-axis label"/>
            <p:cNvSpPr txBox="1"/>
            <p:nvPr/>
          </p:nvSpPr>
          <p:spPr>
            <a:xfrm>
              <a:off x="4855363" y="3745122"/>
              <a:ext cx="2468880" cy="2286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lang="en-US" sz="1250">
                  <a:latin typeface="Arial"/>
                </a:rPr>
                <a:t>State of Charge (SoC)</a:t>
              </a:r>
            </a:p>
          </p:txBody>
        </p:sp>
        <p:sp>
          <p:nvSpPr>
            <p:cNvPr id="94" name="Y-axis label"/>
            <p:cNvSpPr txBox="1"/>
            <p:nvPr/>
          </p:nvSpPr>
          <p:spPr>
            <a:xfrm rot="16200000">
              <a:off x="3895243" y="2940450"/>
              <a:ext cx="1645920" cy="2286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lang="en-US" sz="1250">
                  <a:latin typeface="Arial"/>
                </a:rPr>
                <a:t>Charging Power (kW)</a:t>
              </a:r>
            </a:p>
          </p:txBody>
        </p:sp>
        <p:sp>
          <p:nvSpPr>
            <p:cNvPr id="95" name="SOC tick 0"/>
            <p:cNvSpPr txBox="1"/>
            <p:nvPr/>
          </p:nvSpPr>
          <p:spPr>
            <a:xfrm>
              <a:off x="5097780" y="3575958"/>
              <a:ext cx="320040" cy="16459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lang="en-NL" sz="1000">
                  <a:latin typeface="Arial"/>
                </a:rPr>
                <a:t>0%</a:t>
              </a:r>
            </a:p>
          </p:txBody>
        </p:sp>
        <p:sp>
          <p:nvSpPr>
            <p:cNvPr id="96" name="SOC tick 20"/>
            <p:cNvSpPr txBox="1"/>
            <p:nvPr/>
          </p:nvSpPr>
          <p:spPr>
            <a:xfrm>
              <a:off x="5433821" y="3575958"/>
              <a:ext cx="320040" cy="16459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lang="en-NL" sz="1000">
                  <a:latin typeface="Arial"/>
                </a:rPr>
                <a:t>20%</a:t>
              </a:r>
            </a:p>
          </p:txBody>
        </p:sp>
        <p:sp>
          <p:nvSpPr>
            <p:cNvPr id="97" name="SOC tick 40"/>
            <p:cNvSpPr txBox="1"/>
            <p:nvPr/>
          </p:nvSpPr>
          <p:spPr>
            <a:xfrm>
              <a:off x="5769863" y="3575958"/>
              <a:ext cx="320040" cy="16459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lang="en-NL" sz="1000">
                  <a:latin typeface="Arial"/>
                </a:rPr>
                <a:t>40%</a:t>
              </a:r>
            </a:p>
          </p:txBody>
        </p:sp>
        <p:sp>
          <p:nvSpPr>
            <p:cNvPr id="98" name="SOC tick 60"/>
            <p:cNvSpPr txBox="1"/>
            <p:nvPr/>
          </p:nvSpPr>
          <p:spPr>
            <a:xfrm>
              <a:off x="6105906" y="3575958"/>
              <a:ext cx="320040" cy="16459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lang="en-NL" sz="1000">
                  <a:latin typeface="Arial"/>
                </a:rPr>
                <a:t>60%</a:t>
              </a:r>
            </a:p>
          </p:txBody>
        </p:sp>
        <p:sp>
          <p:nvSpPr>
            <p:cNvPr id="99" name="SOC tick 80"/>
            <p:cNvSpPr txBox="1"/>
            <p:nvPr/>
          </p:nvSpPr>
          <p:spPr>
            <a:xfrm>
              <a:off x="6441948" y="3575958"/>
              <a:ext cx="320040" cy="16459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lang="en-NL" sz="1000">
                  <a:latin typeface="Arial"/>
                </a:rPr>
                <a:t>80%</a:t>
              </a:r>
            </a:p>
          </p:txBody>
        </p:sp>
        <p:sp>
          <p:nvSpPr>
            <p:cNvPr id="100" name="SOC tick 100"/>
            <p:cNvSpPr txBox="1"/>
            <p:nvPr/>
          </p:nvSpPr>
          <p:spPr>
            <a:xfrm>
              <a:off x="6732270" y="3575958"/>
              <a:ext cx="411480" cy="16459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lang="en-NL" sz="1000">
                  <a:latin typeface="Arial"/>
                </a:rPr>
                <a:t>100%</a:t>
              </a:r>
            </a:p>
          </p:txBody>
        </p:sp>
        <p:sp>
          <p:nvSpPr>
            <p:cNvPr id="101" name="Power tick 50"/>
            <p:cNvSpPr txBox="1"/>
            <p:nvPr/>
          </p:nvSpPr>
          <p:spPr>
            <a:xfrm>
              <a:off x="4878223" y="3092419"/>
              <a:ext cx="333756" cy="16459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lang="en-NL" sz="1000">
                  <a:latin typeface="Arial"/>
                </a:rPr>
                <a:t>50</a:t>
              </a:r>
            </a:p>
          </p:txBody>
        </p:sp>
        <p:sp>
          <p:nvSpPr>
            <p:cNvPr id="102" name="Power tick 100"/>
            <p:cNvSpPr txBox="1"/>
            <p:nvPr/>
          </p:nvSpPr>
          <p:spPr>
            <a:xfrm>
              <a:off x="4878223" y="2719039"/>
              <a:ext cx="333756" cy="16459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lang="en-NL" sz="1000">
                  <a:latin typeface="Arial"/>
                </a:rPr>
                <a:t>100</a:t>
              </a:r>
            </a:p>
          </p:txBody>
        </p:sp>
        <p:sp>
          <p:nvSpPr>
            <p:cNvPr id="103" name="Power tick 150"/>
            <p:cNvSpPr txBox="1"/>
            <p:nvPr/>
          </p:nvSpPr>
          <p:spPr>
            <a:xfrm>
              <a:off x="4878223" y="2345659"/>
              <a:ext cx="333756" cy="16459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lang="en-NL" sz="1000">
                  <a:latin typeface="Arial"/>
                </a:rPr>
                <a:t>150</a:t>
              </a:r>
            </a:p>
          </p:txBody>
        </p:sp>
      </p:grpSp>
      <p:pic>
        <p:nvPicPr>
          <p:cNvPr id="74" name="Graphic 73" descr="Electric car with solid fill">
            <a:extLst>
              <a:ext uri="{FF2B5EF4-FFF2-40B4-BE49-F238E27FC236}">
                <a16:creationId xmlns:a16="http://schemas.microsoft.com/office/drawing/2014/main" id="{4C52216C-CFD3-2602-55DE-E536C5486A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46712" y="4662941"/>
            <a:ext cx="680400" cy="680400"/>
          </a:xfrm>
          <a:prstGeom prst="rect">
            <a:avLst/>
          </a:prstGeom>
        </p:spPr>
      </p:pic>
      <p:pic>
        <p:nvPicPr>
          <p:cNvPr id="78" name="Graphic 77" descr="Electric car with solid fill">
            <a:extLst>
              <a:ext uri="{FF2B5EF4-FFF2-40B4-BE49-F238E27FC236}">
                <a16:creationId xmlns:a16="http://schemas.microsoft.com/office/drawing/2014/main" id="{53A57881-3185-2F41-7304-4791EDCB34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46712" y="4977787"/>
            <a:ext cx="680400" cy="680400"/>
          </a:xfrm>
          <a:prstGeom prst="rect">
            <a:avLst/>
          </a:prstGeom>
        </p:spPr>
      </p:pic>
      <p:pic>
        <p:nvPicPr>
          <p:cNvPr id="80" name="Graphic 79" descr="Electric car with solid fill">
            <a:extLst>
              <a:ext uri="{FF2B5EF4-FFF2-40B4-BE49-F238E27FC236}">
                <a16:creationId xmlns:a16="http://schemas.microsoft.com/office/drawing/2014/main" id="{F35C1BCC-3C00-BC0D-4375-F1253E31E3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46712" y="5292634"/>
            <a:ext cx="680400" cy="680400"/>
          </a:xfrm>
          <a:prstGeom prst="rect">
            <a:avLst/>
          </a:prstGeom>
        </p:spPr>
      </p:pic>
      <p:sp>
        <p:nvSpPr>
          <p:cNvPr id="81" name="Speech Bubble: Rectangle with Corners Rounded 80">
            <a:extLst>
              <a:ext uri="{FF2B5EF4-FFF2-40B4-BE49-F238E27FC236}">
                <a16:creationId xmlns:a16="http://schemas.microsoft.com/office/drawing/2014/main" id="{BB9571E6-B6E1-6134-FB84-F0A34C536968}"/>
              </a:ext>
            </a:extLst>
          </p:cNvPr>
          <p:cNvSpPr/>
          <p:nvPr/>
        </p:nvSpPr>
        <p:spPr>
          <a:xfrm>
            <a:off x="6370533" y="4479094"/>
            <a:ext cx="1188000" cy="1332000"/>
          </a:xfrm>
          <a:prstGeom prst="wedgeRoundRectCallout">
            <a:avLst>
              <a:gd name="adj1" fmla="val -60632"/>
              <a:gd name="adj2" fmla="val 38054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44000" rIns="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600" dirty="0"/>
              <a:t>Add more chargers to connection (satellite poles)</a:t>
            </a:r>
          </a:p>
        </p:txBody>
      </p:sp>
    </p:spTree>
    <p:extLst>
      <p:ext uri="{BB962C8B-B14F-4D97-AF65-F5344CB8AC3E}">
        <p14:creationId xmlns:p14="http://schemas.microsoft.com/office/powerpoint/2010/main" val="3133169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D7A1E-AB77-4369-8ACB-E231070D2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EA8-6AEE-46E6-97DA-F518C9759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047" y="722921"/>
            <a:ext cx="10751275" cy="369025"/>
          </a:xfrm>
        </p:spPr>
        <p:txBody>
          <a:bodyPr/>
          <a:lstStyle/>
          <a:p>
            <a:r>
              <a:rPr lang="nl-NL" dirty="0" err="1"/>
              <a:t>Behaviour</a:t>
            </a:r>
            <a:r>
              <a:rPr lang="nl-NL" dirty="0"/>
              <a:t>: Peer </a:t>
            </a:r>
            <a:r>
              <a:rPr lang="nl-NL" dirty="0" err="1"/>
              <a:t>effects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balance</a:t>
            </a:r>
            <a:r>
              <a:rPr lang="nl-NL" dirty="0"/>
              <a:t> of </a:t>
            </a:r>
            <a:r>
              <a:rPr lang="nl-NL" dirty="0" err="1"/>
              <a:t>preferences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C631A7-24DB-4CDA-A51F-58516B80423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59B7D9-742C-49B1-8025-14B34AF830B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GB"/>
          </a:p>
        </p:txBody>
      </p:sp>
      <p:grpSp>
        <p:nvGrpSpPr>
          <p:cNvPr id="5" name="Group 4" hidden="1">
            <a:extLst>
              <a:ext uri="{FF2B5EF4-FFF2-40B4-BE49-F238E27FC236}">
                <a16:creationId xmlns:a16="http://schemas.microsoft.com/office/drawing/2014/main" id="{7B0B9F05-3536-474D-AEB6-386F21CCADA6}"/>
              </a:ext>
            </a:extLst>
          </p:cNvPr>
          <p:cNvGrpSpPr/>
          <p:nvPr/>
        </p:nvGrpSpPr>
        <p:grpSpPr>
          <a:xfrm>
            <a:off x="5313254" y="3169084"/>
            <a:ext cx="1512000" cy="1368000"/>
            <a:chOff x="757682" y="1686366"/>
            <a:chExt cx="1512000" cy="1368000"/>
          </a:xfrm>
        </p:grpSpPr>
        <p:sp>
          <p:nvSpPr>
            <p:cNvPr id="12" name="Flowchart: Alternate Process 11" hidden="1">
              <a:extLst>
                <a:ext uri="{FF2B5EF4-FFF2-40B4-BE49-F238E27FC236}">
                  <a16:creationId xmlns:a16="http://schemas.microsoft.com/office/drawing/2014/main" id="{1BF43F1A-CEAE-4CA4-999A-34F64CF7555F}"/>
                </a:ext>
              </a:extLst>
            </p:cNvPr>
            <p:cNvSpPr/>
            <p:nvPr/>
          </p:nvSpPr>
          <p:spPr>
            <a:xfrm>
              <a:off x="757682" y="1686366"/>
              <a:ext cx="1512000" cy="1368000"/>
            </a:xfrm>
            <a:prstGeom prst="flowChartAlternateProcess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endParaRPr>
            </a:p>
          </p:txBody>
        </p:sp>
        <p:pic>
          <p:nvPicPr>
            <p:cNvPr id="30" name="Picture 29" hidden="1">
              <a:extLst>
                <a:ext uri="{FF2B5EF4-FFF2-40B4-BE49-F238E27FC236}">
                  <a16:creationId xmlns:a16="http://schemas.microsoft.com/office/drawing/2014/main" id="{901B5ECA-79A9-4A4D-BC70-70482473E9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6673" y="1871166"/>
              <a:ext cx="1303058" cy="998399"/>
            </a:xfrm>
            <a:prstGeom prst="rect">
              <a:avLst/>
            </a:prstGeom>
          </p:spPr>
        </p:pic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F7892C0A-2335-4F93-A116-30AA00BCF942}"/>
              </a:ext>
            </a:extLst>
          </p:cNvPr>
          <p:cNvGrpSpPr/>
          <p:nvPr/>
        </p:nvGrpSpPr>
        <p:grpSpPr>
          <a:xfrm>
            <a:off x="725363" y="1403840"/>
            <a:ext cx="3277272" cy="4860000"/>
            <a:chOff x="413237" y="1406769"/>
            <a:chExt cx="3277272" cy="4860000"/>
          </a:xfrm>
        </p:grpSpPr>
        <p:sp>
          <p:nvSpPr>
            <p:cNvPr id="9" name="Flowchart: Alternate Process 8">
              <a:extLst>
                <a:ext uri="{FF2B5EF4-FFF2-40B4-BE49-F238E27FC236}">
                  <a16:creationId xmlns:a16="http://schemas.microsoft.com/office/drawing/2014/main" id="{AB398824-3221-47C0-9BA1-5E6595542596}"/>
                </a:ext>
              </a:extLst>
            </p:cNvPr>
            <p:cNvSpPr/>
            <p:nvPr/>
          </p:nvSpPr>
          <p:spPr>
            <a:xfrm>
              <a:off x="413237" y="1406769"/>
              <a:ext cx="3204000" cy="2160000"/>
            </a:xfrm>
            <a:prstGeom prst="flowChartAlternateProcess">
              <a:avLst/>
            </a:prstGeom>
            <a:noFill/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0" rIns="144000" bIns="14400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2400" b="1" i="0" u="none" strike="noStrike" kern="1200" cap="none" spc="0" normalizeH="0" baseline="0" noProof="0" err="1">
                  <a:ln>
                    <a:noFill/>
                  </a:ln>
                  <a:solidFill>
                    <a:srgbClr val="123EB7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Grid</a:t>
              </a:r>
              <a:r>
                <a:rPr kumimoji="0" lang="nl-NL" sz="2400" b="1" i="0" u="none" strike="noStrike" kern="1200" cap="none" spc="0" normalizeH="0" baseline="0" noProof="0">
                  <a:ln>
                    <a:noFill/>
                  </a:ln>
                  <a:solidFill>
                    <a:srgbClr val="123EB7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 </a:t>
              </a:r>
              <a:r>
                <a:rPr kumimoji="0" lang="nl-NL" sz="2400" b="1" i="0" u="none" strike="noStrike" kern="1200" cap="none" spc="0" normalizeH="0" baseline="0" noProof="0" err="1">
                  <a:ln>
                    <a:noFill/>
                  </a:ln>
                  <a:solidFill>
                    <a:srgbClr val="123EB7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models</a:t>
              </a:r>
              <a:endParaRPr kumimoji="0" lang="en-GB" sz="2400" b="1" i="0" u="none" strike="noStrike" kern="1200" cap="none" spc="0" normalizeH="0" baseline="0" noProof="0" err="1">
                <a:ln>
                  <a:noFill/>
                </a:ln>
                <a:solidFill>
                  <a:srgbClr val="123EB7"/>
                </a:solidFill>
                <a:effectLst/>
                <a:uLnTx/>
                <a:uFillTx/>
                <a:latin typeface="FS Me Pro"/>
                <a:ea typeface="+mn-ea"/>
                <a:cs typeface="+mn-cs"/>
              </a:endParaRPr>
            </a:p>
          </p:txBody>
        </p:sp>
        <p:pic>
          <p:nvPicPr>
            <p:cNvPr id="15" name="Graphic 14" descr="Electric Tower with solid fill">
              <a:extLst>
                <a:ext uri="{FF2B5EF4-FFF2-40B4-BE49-F238E27FC236}">
                  <a16:creationId xmlns:a16="http://schemas.microsoft.com/office/drawing/2014/main" id="{25BE31D5-D1F3-4FB6-A1CD-CF522193C3A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792146" y="1903519"/>
              <a:ext cx="1512000" cy="1512000"/>
            </a:xfrm>
            <a:prstGeom prst="rect">
              <a:avLst/>
            </a:prstGeom>
          </p:spPr>
        </p:pic>
        <p:pic>
          <p:nvPicPr>
            <p:cNvPr id="17" name="Graphic 16" descr="Mental Health with solid fill">
              <a:extLst>
                <a:ext uri="{FF2B5EF4-FFF2-40B4-BE49-F238E27FC236}">
                  <a16:creationId xmlns:a16="http://schemas.microsoft.com/office/drawing/2014/main" id="{A6457A18-D34C-4615-9384-E46177F22A9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14474" y="4598907"/>
              <a:ext cx="1512000" cy="1512000"/>
            </a:xfrm>
            <a:prstGeom prst="rect">
              <a:avLst/>
            </a:prstGeom>
          </p:spPr>
        </p:pic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DBBDFED-1D6A-4C80-B1E3-75EB9A8EE4F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60312" y="1903519"/>
              <a:ext cx="1336151" cy="1512000"/>
              <a:chOff x="7515929" y="1759604"/>
              <a:chExt cx="2731373" cy="3090848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6CB20542-14E3-45A9-8F1E-A801DAD8FD8D}"/>
                  </a:ext>
                </a:extLst>
              </p:cNvPr>
              <p:cNvGrpSpPr/>
              <p:nvPr/>
            </p:nvGrpSpPr>
            <p:grpSpPr>
              <a:xfrm>
                <a:off x="7801888" y="2165011"/>
                <a:ext cx="2159454" cy="2685441"/>
                <a:chOff x="4998584" y="1735520"/>
                <a:chExt cx="2159454" cy="2685441"/>
              </a:xfrm>
            </p:grpSpPr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65F4E4BC-DAA8-4200-9E15-C0F27D4C5849}"/>
                    </a:ext>
                  </a:extLst>
                </p:cNvPr>
                <p:cNvSpPr/>
                <p:nvPr/>
              </p:nvSpPr>
              <p:spPr>
                <a:xfrm>
                  <a:off x="5359854" y="2800350"/>
                  <a:ext cx="1436914" cy="1420586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144000" bIns="14400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2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6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FS Me Pro"/>
                    <a:ea typeface="+mn-ea"/>
                    <a:cs typeface="+mn-cs"/>
                  </a:endParaRP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90DB8871-BD70-4321-912B-3E503036BBCE}"/>
                    </a:ext>
                  </a:extLst>
                </p:cNvPr>
                <p:cNvSpPr/>
                <p:nvPr/>
              </p:nvSpPr>
              <p:spPr>
                <a:xfrm>
                  <a:off x="4998584" y="2637064"/>
                  <a:ext cx="2159454" cy="200025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144000" bIns="14400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2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6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FS Me Pro"/>
                    <a:ea typeface="+mn-ea"/>
                    <a:cs typeface="+mn-cs"/>
                  </a:endParaRP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274F36B9-BE44-43CF-B908-9F8C5C77EF23}"/>
                    </a:ext>
                  </a:extLst>
                </p:cNvPr>
                <p:cNvSpPr/>
                <p:nvPr/>
              </p:nvSpPr>
              <p:spPr>
                <a:xfrm>
                  <a:off x="4998584" y="4220936"/>
                  <a:ext cx="2159454" cy="200025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144000" bIns="14400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2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6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FS Me Pro"/>
                    <a:ea typeface="+mn-ea"/>
                    <a:cs typeface="+mn-cs"/>
                  </a:endParaRPr>
                </a:p>
              </p:txBody>
            </p:sp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384D86CF-6F1C-415C-901D-3B4B29B3B376}"/>
                    </a:ext>
                  </a:extLst>
                </p:cNvPr>
                <p:cNvGrpSpPr/>
                <p:nvPr/>
              </p:nvGrpSpPr>
              <p:grpSpPr>
                <a:xfrm>
                  <a:off x="5395232" y="1735520"/>
                  <a:ext cx="405471" cy="1456231"/>
                  <a:chOff x="5436064" y="1665660"/>
                  <a:chExt cx="405471" cy="1456231"/>
                </a:xfrm>
              </p:grpSpPr>
              <p:grpSp>
                <p:nvGrpSpPr>
                  <p:cNvPr id="57" name="Group 56">
                    <a:extLst>
                      <a:ext uri="{FF2B5EF4-FFF2-40B4-BE49-F238E27FC236}">
                        <a16:creationId xmlns:a16="http://schemas.microsoft.com/office/drawing/2014/main" id="{72254271-D2ED-4F69-95C8-4CBA4DE28E9E}"/>
                      </a:ext>
                    </a:extLst>
                  </p:cNvPr>
                  <p:cNvGrpSpPr/>
                  <p:nvPr/>
                </p:nvGrpSpPr>
                <p:grpSpPr>
                  <a:xfrm>
                    <a:off x="5436064" y="1665660"/>
                    <a:ext cx="405471" cy="1456231"/>
                    <a:chOff x="5436064" y="1665660"/>
                    <a:chExt cx="405471" cy="1456231"/>
                  </a:xfrm>
                </p:grpSpPr>
                <p:cxnSp>
                  <p:nvCxnSpPr>
                    <p:cNvPr id="60" name="Straight Connector 59">
                      <a:extLst>
                        <a:ext uri="{FF2B5EF4-FFF2-40B4-BE49-F238E27FC236}">
                          <a16:creationId xmlns:a16="http://schemas.microsoft.com/office/drawing/2014/main" id="{CD1FE48B-46BF-426B-B4BC-176AC15816C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633718" y="1665660"/>
                      <a:ext cx="5082" cy="1456231"/>
                    </a:xfrm>
                    <a:prstGeom prst="line">
                      <a:avLst/>
                    </a:prstGeom>
                    <a:ln w="53340" cap="rnd">
                      <a:solidFill>
                        <a:schemeClr val="accent4"/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61" name="Group 60">
                      <a:extLst>
                        <a:ext uri="{FF2B5EF4-FFF2-40B4-BE49-F238E27FC236}">
                          <a16:creationId xmlns:a16="http://schemas.microsoft.com/office/drawing/2014/main" id="{17D075C7-778A-4778-9C02-1D8C9B72423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436064" y="1912489"/>
                      <a:ext cx="405471" cy="520800"/>
                      <a:chOff x="3330637" y="2164530"/>
                      <a:chExt cx="405471" cy="520800"/>
                    </a:xfrm>
                  </p:grpSpPr>
                  <p:sp>
                    <p:nvSpPr>
                      <p:cNvPr id="62" name="Flowchart: Manual Operation 61">
                        <a:extLst>
                          <a:ext uri="{FF2B5EF4-FFF2-40B4-BE49-F238E27FC236}">
                            <a16:creationId xmlns:a16="http://schemas.microsoft.com/office/drawing/2014/main" id="{04D54569-EAE3-4286-8883-535C5907F4F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1645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63" name="Flowchart: Manual Operation 62">
                        <a:extLst>
                          <a:ext uri="{FF2B5EF4-FFF2-40B4-BE49-F238E27FC236}">
                            <a16:creationId xmlns:a16="http://schemas.microsoft.com/office/drawing/2014/main" id="{252EE92B-CA43-4CC1-8E6C-E983A43D78C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3169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64" name="Flowchart: Manual Operation 63">
                        <a:extLst>
                          <a:ext uri="{FF2B5EF4-FFF2-40B4-BE49-F238E27FC236}">
                            <a16:creationId xmlns:a16="http://schemas.microsoft.com/office/drawing/2014/main" id="{77B87187-2006-4C10-A4AA-24D62FB81720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4693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59" name="Rectangle 58">
                    <a:extLst>
                      <a:ext uri="{FF2B5EF4-FFF2-40B4-BE49-F238E27FC236}">
                        <a16:creationId xmlns:a16="http://schemas.microsoft.com/office/drawing/2014/main" id="{490C5C37-F837-4159-A326-2031DEA5CF8A}"/>
                      </a:ext>
                    </a:extLst>
                  </p:cNvPr>
                  <p:cNvSpPr/>
                  <p:nvPr/>
                </p:nvSpPr>
                <p:spPr>
                  <a:xfrm>
                    <a:off x="5499791" y="2426404"/>
                    <a:ext cx="267854" cy="143164"/>
                  </a:xfrm>
                  <a:prstGeom prst="rect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44000" tIns="144000" rIns="144000" bIns="14400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2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600" b="0" i="0" u="none" strike="noStrike" kern="1200" cap="none" spc="0" normalizeH="0" baseline="0" noProof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FS Me Pro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8527DC0A-2657-4E17-BEC0-9754459270EC}"/>
                    </a:ext>
                  </a:extLst>
                </p:cNvPr>
                <p:cNvGrpSpPr/>
                <p:nvPr/>
              </p:nvGrpSpPr>
              <p:grpSpPr>
                <a:xfrm>
                  <a:off x="5905060" y="1735520"/>
                  <a:ext cx="405471" cy="1456231"/>
                  <a:chOff x="5436064" y="1665660"/>
                  <a:chExt cx="405471" cy="1456231"/>
                </a:xfrm>
              </p:grpSpPr>
              <p:grpSp>
                <p:nvGrpSpPr>
                  <p:cNvPr id="45" name="Group 44">
                    <a:extLst>
                      <a:ext uri="{FF2B5EF4-FFF2-40B4-BE49-F238E27FC236}">
                        <a16:creationId xmlns:a16="http://schemas.microsoft.com/office/drawing/2014/main" id="{FCBA5188-0B4E-4EA5-8790-3AF04895CC18}"/>
                      </a:ext>
                    </a:extLst>
                  </p:cNvPr>
                  <p:cNvGrpSpPr/>
                  <p:nvPr/>
                </p:nvGrpSpPr>
                <p:grpSpPr>
                  <a:xfrm>
                    <a:off x="5436064" y="1665660"/>
                    <a:ext cx="405471" cy="1456231"/>
                    <a:chOff x="5436064" y="1665660"/>
                    <a:chExt cx="405471" cy="1456231"/>
                  </a:xfrm>
                </p:grpSpPr>
                <p:cxnSp>
                  <p:nvCxnSpPr>
                    <p:cNvPr id="47" name="Straight Connector 46">
                      <a:extLst>
                        <a:ext uri="{FF2B5EF4-FFF2-40B4-BE49-F238E27FC236}">
                          <a16:creationId xmlns:a16="http://schemas.microsoft.com/office/drawing/2014/main" id="{4E54160E-B531-47B4-B6A6-D208B1697E4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633718" y="1665660"/>
                      <a:ext cx="5082" cy="1456231"/>
                    </a:xfrm>
                    <a:prstGeom prst="line">
                      <a:avLst/>
                    </a:prstGeom>
                    <a:ln w="53340" cap="rnd">
                      <a:solidFill>
                        <a:schemeClr val="accent4"/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49" name="Group 48">
                      <a:extLst>
                        <a:ext uri="{FF2B5EF4-FFF2-40B4-BE49-F238E27FC236}">
                          <a16:creationId xmlns:a16="http://schemas.microsoft.com/office/drawing/2014/main" id="{EF180670-E72A-4D24-99DD-E73838DEC91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436064" y="1912489"/>
                      <a:ext cx="405471" cy="520800"/>
                      <a:chOff x="3330637" y="2164530"/>
                      <a:chExt cx="405471" cy="520800"/>
                    </a:xfrm>
                  </p:grpSpPr>
                  <p:sp>
                    <p:nvSpPr>
                      <p:cNvPr id="51" name="Flowchart: Manual Operation 50">
                        <a:extLst>
                          <a:ext uri="{FF2B5EF4-FFF2-40B4-BE49-F238E27FC236}">
                            <a16:creationId xmlns:a16="http://schemas.microsoft.com/office/drawing/2014/main" id="{0E057623-34F1-4BC5-BB12-4F5AC25A6A5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1645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53" name="Flowchart: Manual Operation 52">
                        <a:extLst>
                          <a:ext uri="{FF2B5EF4-FFF2-40B4-BE49-F238E27FC236}">
                            <a16:creationId xmlns:a16="http://schemas.microsoft.com/office/drawing/2014/main" id="{C3C492D4-443F-4D79-968D-EF4F0770B324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3169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55" name="Flowchart: Manual Operation 54">
                        <a:extLst>
                          <a:ext uri="{FF2B5EF4-FFF2-40B4-BE49-F238E27FC236}">
                            <a16:creationId xmlns:a16="http://schemas.microsoft.com/office/drawing/2014/main" id="{CBA1083D-A73D-4293-A7B9-281DA99F893F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4693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9D8C1420-D340-495D-94C2-0DD9F9C9D770}"/>
                      </a:ext>
                    </a:extLst>
                  </p:cNvPr>
                  <p:cNvSpPr/>
                  <p:nvPr/>
                </p:nvSpPr>
                <p:spPr>
                  <a:xfrm>
                    <a:off x="5499791" y="2426404"/>
                    <a:ext cx="267854" cy="143164"/>
                  </a:xfrm>
                  <a:prstGeom prst="rect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44000" tIns="144000" rIns="144000" bIns="14400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2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600" b="0" i="0" u="none" strike="noStrike" kern="1200" cap="none" spc="0" normalizeH="0" baseline="0" noProof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FS Me Pro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28" name="Group 27">
                  <a:extLst>
                    <a:ext uri="{FF2B5EF4-FFF2-40B4-BE49-F238E27FC236}">
                      <a16:creationId xmlns:a16="http://schemas.microsoft.com/office/drawing/2014/main" id="{19903127-C65A-45E1-8256-3236CE01880B}"/>
                    </a:ext>
                  </a:extLst>
                </p:cNvPr>
                <p:cNvGrpSpPr/>
                <p:nvPr/>
              </p:nvGrpSpPr>
              <p:grpSpPr>
                <a:xfrm>
                  <a:off x="6414887" y="1735520"/>
                  <a:ext cx="405471" cy="1456231"/>
                  <a:chOff x="5436064" y="1665660"/>
                  <a:chExt cx="405471" cy="1456231"/>
                </a:xfrm>
              </p:grpSpPr>
              <p:grpSp>
                <p:nvGrpSpPr>
                  <p:cNvPr id="32" name="Group 31">
                    <a:extLst>
                      <a:ext uri="{FF2B5EF4-FFF2-40B4-BE49-F238E27FC236}">
                        <a16:creationId xmlns:a16="http://schemas.microsoft.com/office/drawing/2014/main" id="{E7465DF7-AE23-41C7-9B85-87137AE5C813}"/>
                      </a:ext>
                    </a:extLst>
                  </p:cNvPr>
                  <p:cNvGrpSpPr/>
                  <p:nvPr/>
                </p:nvGrpSpPr>
                <p:grpSpPr>
                  <a:xfrm>
                    <a:off x="5436064" y="1665660"/>
                    <a:ext cx="405471" cy="1456231"/>
                    <a:chOff x="5436064" y="1665660"/>
                    <a:chExt cx="405471" cy="1456231"/>
                  </a:xfrm>
                </p:grpSpPr>
                <p:cxnSp>
                  <p:nvCxnSpPr>
                    <p:cNvPr id="34" name="Straight Connector 33">
                      <a:extLst>
                        <a:ext uri="{FF2B5EF4-FFF2-40B4-BE49-F238E27FC236}">
                          <a16:creationId xmlns:a16="http://schemas.microsoft.com/office/drawing/2014/main" id="{EE11D7CF-4E07-4175-845E-A2FFE7C8DE6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633718" y="1665660"/>
                      <a:ext cx="5082" cy="1456231"/>
                    </a:xfrm>
                    <a:prstGeom prst="line">
                      <a:avLst/>
                    </a:prstGeom>
                    <a:ln w="53340" cap="rnd">
                      <a:solidFill>
                        <a:schemeClr val="accent4"/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36" name="Group 35">
                      <a:extLst>
                        <a:ext uri="{FF2B5EF4-FFF2-40B4-BE49-F238E27FC236}">
                          <a16:creationId xmlns:a16="http://schemas.microsoft.com/office/drawing/2014/main" id="{5F8D8FD2-4F9D-4071-8496-2C18BE2EBD1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436064" y="1912489"/>
                      <a:ext cx="405471" cy="520800"/>
                      <a:chOff x="3330637" y="2164530"/>
                      <a:chExt cx="405471" cy="520800"/>
                    </a:xfrm>
                  </p:grpSpPr>
                  <p:sp>
                    <p:nvSpPr>
                      <p:cNvPr id="37" name="Flowchart: Manual Operation 36">
                        <a:extLst>
                          <a:ext uri="{FF2B5EF4-FFF2-40B4-BE49-F238E27FC236}">
                            <a16:creationId xmlns:a16="http://schemas.microsoft.com/office/drawing/2014/main" id="{EE59732B-4BB0-4470-B687-401FA74BEDA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1645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38" name="Flowchart: Manual Operation 37">
                        <a:extLst>
                          <a:ext uri="{FF2B5EF4-FFF2-40B4-BE49-F238E27FC236}">
                            <a16:creationId xmlns:a16="http://schemas.microsoft.com/office/drawing/2014/main" id="{BB85A603-E2D5-47A5-A126-7B6C31097979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3169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44" name="Flowchart: Manual Operation 43">
                        <a:extLst>
                          <a:ext uri="{FF2B5EF4-FFF2-40B4-BE49-F238E27FC236}">
                            <a16:creationId xmlns:a16="http://schemas.microsoft.com/office/drawing/2014/main" id="{DE89EF5A-13B2-4816-8CE7-C3CE231981C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4693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1BBD52D8-5CA1-4210-9C60-3A2E7781E961}"/>
                      </a:ext>
                    </a:extLst>
                  </p:cNvPr>
                  <p:cNvSpPr/>
                  <p:nvPr/>
                </p:nvSpPr>
                <p:spPr>
                  <a:xfrm>
                    <a:off x="5499791" y="2426404"/>
                    <a:ext cx="267854" cy="143164"/>
                  </a:xfrm>
                  <a:prstGeom prst="rect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44000" tIns="144000" rIns="144000" bIns="14400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2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600" b="0" i="0" u="none" strike="noStrike" kern="1200" cap="none" spc="0" normalizeH="0" baseline="0" noProof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FS Me Pro"/>
                      <a:ea typeface="+mn-ea"/>
                      <a:cs typeface="+mn-cs"/>
                    </a:endParaRPr>
                  </a:p>
                </p:txBody>
              </p:sp>
            </p:grpSp>
            <p:pic>
              <p:nvPicPr>
                <p:cNvPr id="29" name="Graphic 28" descr="High voltage with solid fill">
                  <a:extLst>
                    <a:ext uri="{FF2B5EF4-FFF2-40B4-BE49-F238E27FC236}">
                      <a16:creationId xmlns:a16="http://schemas.microsoft.com/office/drawing/2014/main" id="{37BE0891-01A6-4B33-A08F-EC112CBA509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45513" y="2965337"/>
                  <a:ext cx="914400" cy="914400"/>
                </a:xfrm>
                <a:prstGeom prst="rect">
                  <a:avLst/>
                </a:prstGeom>
              </p:spPr>
            </p:pic>
          </p:grp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2A1FB1F-D946-4684-86AD-198A096DE618}"/>
                  </a:ext>
                </a:extLst>
              </p:cNvPr>
              <p:cNvSpPr txBox="1"/>
              <p:nvPr/>
            </p:nvSpPr>
            <p:spPr>
              <a:xfrm>
                <a:off x="7515929" y="1759604"/>
                <a:ext cx="2731373" cy="44098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600" b="0" i="0" u="none" strike="noStrike" kern="1200" cap="none" spc="0" normalizeH="0" baseline="0" noProof="0">
                  <a:ln>
                    <a:noFill/>
                  </a:ln>
                  <a:solidFill>
                    <a:srgbClr val="002484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endParaRPr>
              </a:p>
            </p:txBody>
          </p:sp>
        </p:grpSp>
        <p:pic>
          <p:nvPicPr>
            <p:cNvPr id="71" name="Graphic 70" descr="Group success with solid fill">
              <a:extLst>
                <a:ext uri="{FF2B5EF4-FFF2-40B4-BE49-F238E27FC236}">
                  <a16:creationId xmlns:a16="http://schemas.microsoft.com/office/drawing/2014/main" id="{7DA57268-C4F5-4304-8950-C02F9AA2259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792126" y="4598907"/>
              <a:ext cx="1512000" cy="1512000"/>
            </a:xfrm>
            <a:prstGeom prst="rect">
              <a:avLst/>
            </a:prstGeom>
          </p:spPr>
        </p:pic>
        <p:sp>
          <p:nvSpPr>
            <p:cNvPr id="73" name="Flowchart: Alternate Process 72">
              <a:extLst>
                <a:ext uri="{FF2B5EF4-FFF2-40B4-BE49-F238E27FC236}">
                  <a16:creationId xmlns:a16="http://schemas.microsoft.com/office/drawing/2014/main" id="{40EEBA45-4496-4DBF-8F5C-996367E35331}"/>
                </a:ext>
              </a:extLst>
            </p:cNvPr>
            <p:cNvSpPr/>
            <p:nvPr/>
          </p:nvSpPr>
          <p:spPr>
            <a:xfrm>
              <a:off x="486509" y="4106769"/>
              <a:ext cx="3204000" cy="2160000"/>
            </a:xfrm>
            <a:prstGeom prst="flowChartAlternateProcess">
              <a:avLst/>
            </a:prstGeom>
            <a:noFill/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14400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2400" b="1" i="0" u="none" strike="noStrike" kern="1200" cap="none" spc="0" normalizeH="0" baseline="0" noProof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User </a:t>
              </a:r>
              <a:r>
                <a:rPr kumimoji="0" lang="nl-NL" sz="2400" b="1" i="0" u="none" strike="noStrike" kern="1200" cap="none" spc="0" normalizeH="0" baseline="0" noProof="0" err="1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behaviour</a:t>
              </a:r>
              <a:endParaRPr kumimoji="0" lang="en-GB" sz="2400" b="1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FS Me Pro"/>
                <a:ea typeface="+mn-ea"/>
                <a:cs typeface="+mn-cs"/>
              </a:endParaRP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55FD11E0-B812-42B3-8442-15CBF53B169D}"/>
              </a:ext>
            </a:extLst>
          </p:cNvPr>
          <p:cNvGrpSpPr/>
          <p:nvPr/>
        </p:nvGrpSpPr>
        <p:grpSpPr>
          <a:xfrm>
            <a:off x="8135872" y="1403840"/>
            <a:ext cx="3277272" cy="4860000"/>
            <a:chOff x="8135872" y="1400911"/>
            <a:chExt cx="3277272" cy="4860000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70C80A60-3DBB-463A-9A76-F2EA590CEBA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272825" y="2152828"/>
              <a:ext cx="839105" cy="1332000"/>
              <a:chOff x="4291398" y="2212866"/>
              <a:chExt cx="2085009" cy="3309760"/>
            </a:xfrm>
          </p:grpSpPr>
          <p:sp>
            <p:nvSpPr>
              <p:cNvPr id="66" name="Rectangle: Rounded Corners 65">
                <a:extLst>
                  <a:ext uri="{FF2B5EF4-FFF2-40B4-BE49-F238E27FC236}">
                    <a16:creationId xmlns:a16="http://schemas.microsoft.com/office/drawing/2014/main" id="{5CF728A9-AA42-425C-B8EB-00FB149C7CA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291398" y="2212866"/>
                <a:ext cx="2085009" cy="3309760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2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6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endParaRPr>
              </a:p>
            </p:txBody>
          </p:sp>
          <p:pic>
            <p:nvPicPr>
              <p:cNvPr id="67" name="Graphic 66" descr="Plugged Unplugged with solid fill">
                <a:extLst>
                  <a:ext uri="{FF2B5EF4-FFF2-40B4-BE49-F238E27FC236}">
                    <a16:creationId xmlns:a16="http://schemas.microsoft.com/office/drawing/2014/main" id="{8CF4A029-D483-47CC-9127-AEAE0A53E1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477399" y="3011243"/>
                <a:ext cx="1713006" cy="1713006"/>
              </a:xfrm>
              <a:prstGeom prst="rect">
                <a:avLst/>
              </a:prstGeom>
            </p:spPr>
          </p:pic>
        </p:grpSp>
        <p:sp>
          <p:nvSpPr>
            <p:cNvPr id="75" name="Flowchart: Alternate Process 74">
              <a:extLst>
                <a:ext uri="{FF2B5EF4-FFF2-40B4-BE49-F238E27FC236}">
                  <a16:creationId xmlns:a16="http://schemas.microsoft.com/office/drawing/2014/main" id="{BF873637-EE8B-48FD-94E7-BEF65BC3D1F6}"/>
                </a:ext>
              </a:extLst>
            </p:cNvPr>
            <p:cNvSpPr/>
            <p:nvPr/>
          </p:nvSpPr>
          <p:spPr>
            <a:xfrm>
              <a:off x="8135872" y="1400911"/>
              <a:ext cx="3204000" cy="2160000"/>
            </a:xfrm>
            <a:prstGeom prst="flowChartAlternateProcess">
              <a:avLst/>
            </a:prstGeom>
            <a:noFill/>
            <a:ln w="762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14400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2400" b="1" i="0" u="none" strike="noStrike" kern="1200" cap="none" spc="0" normalizeH="0" baseline="0" noProof="0" err="1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Charging</a:t>
              </a:r>
              <a:r>
                <a:rPr kumimoji="0" lang="nl-NL" sz="2400" b="1" i="0" u="none" strike="noStrike" kern="120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 </a:t>
              </a:r>
              <a:r>
                <a:rPr kumimoji="0" lang="nl-NL" sz="2400" b="1" i="0" u="none" strike="noStrike" kern="1200" cap="none" spc="0" normalizeH="0" baseline="0" noProof="0" err="1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infrastructure</a:t>
              </a:r>
              <a:endParaRPr kumimoji="0" lang="en-GB" sz="2400" b="1" i="0" u="none" strike="noStrike" kern="1200" cap="none" spc="0" normalizeH="0" baseline="0" noProof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FS Me Pro"/>
                <a:ea typeface="+mn-ea"/>
                <a:cs typeface="+mn-cs"/>
              </a:endParaRPr>
            </a:p>
          </p:txBody>
        </p:sp>
        <p:sp>
          <p:nvSpPr>
            <p:cNvPr id="77" name="Flowchart: Alternate Process 76">
              <a:extLst>
                <a:ext uri="{FF2B5EF4-FFF2-40B4-BE49-F238E27FC236}">
                  <a16:creationId xmlns:a16="http://schemas.microsoft.com/office/drawing/2014/main" id="{B128C22D-E8DC-4538-9E9B-9BFD770CE875}"/>
                </a:ext>
              </a:extLst>
            </p:cNvPr>
            <p:cNvSpPr/>
            <p:nvPr/>
          </p:nvSpPr>
          <p:spPr>
            <a:xfrm>
              <a:off x="8209144" y="4100911"/>
              <a:ext cx="3204000" cy="2160000"/>
            </a:xfrm>
            <a:prstGeom prst="flowChartAlternateProcess">
              <a:avLst/>
            </a:prstGeom>
            <a:noFill/>
            <a:ln w="762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14400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2400" b="1" i="0" u="none" strike="noStrike" kern="1200" cap="none" spc="0" normalizeH="0" baseline="0" noProof="0" err="1">
                  <a:ln>
                    <a:noFill/>
                  </a:ln>
                  <a:solidFill>
                    <a:srgbClr val="002484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Charging</a:t>
              </a:r>
              <a:r>
                <a:rPr kumimoji="0" lang="nl-NL" sz="2400" b="1" i="0" u="none" strike="noStrike" kern="1200" cap="none" spc="0" normalizeH="0" baseline="0" noProof="0">
                  <a:ln>
                    <a:noFill/>
                  </a:ln>
                  <a:solidFill>
                    <a:srgbClr val="002484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 </a:t>
              </a:r>
              <a:r>
                <a:rPr kumimoji="0" lang="nl-NL" sz="2400" b="1" i="0" u="none" strike="noStrike" kern="1200" cap="none" spc="0" normalizeH="0" baseline="0" noProof="0" err="1">
                  <a:ln>
                    <a:noFill/>
                  </a:ln>
                  <a:solidFill>
                    <a:srgbClr val="002484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strategies</a:t>
              </a:r>
              <a:endParaRPr kumimoji="0" lang="en-GB" sz="2400" b="1" i="0" u="none" strike="noStrike" kern="1200" cap="none" spc="0" normalizeH="0" baseline="0" noProof="0" err="1">
                <a:ln>
                  <a:noFill/>
                </a:ln>
                <a:solidFill>
                  <a:srgbClr val="002484"/>
                </a:solidFill>
                <a:effectLst/>
                <a:uLnTx/>
                <a:uFillTx/>
                <a:latin typeface="FS Me Pro"/>
                <a:ea typeface="+mn-ea"/>
                <a:cs typeface="+mn-cs"/>
              </a:endParaRPr>
            </a:p>
          </p:txBody>
        </p:sp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A492C2AD-54FA-40A9-A342-ED23A18B52D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364381" y="4838846"/>
              <a:ext cx="2880000" cy="1070777"/>
            </a:xfrm>
            <a:prstGeom prst="rect">
              <a:avLst/>
            </a:prstGeom>
          </p:spPr>
        </p:pic>
      </p:grpSp>
      <p:cxnSp>
        <p:nvCxnSpPr>
          <p:cNvPr id="10" name="Connector: Elbow 9" hidden="1">
            <a:extLst>
              <a:ext uri="{FF2B5EF4-FFF2-40B4-BE49-F238E27FC236}">
                <a16:creationId xmlns:a16="http://schemas.microsoft.com/office/drawing/2014/main" id="{26512031-8039-42A7-978C-659C1A235E78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3929363" y="2483840"/>
            <a:ext cx="2139891" cy="685244"/>
          </a:xfrm>
          <a:prstGeom prst="bentConnector2">
            <a:avLst/>
          </a:prstGeom>
          <a:ln w="152400" cap="rnd">
            <a:noFill/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 hidden="1">
            <a:extLst>
              <a:ext uri="{FF2B5EF4-FFF2-40B4-BE49-F238E27FC236}">
                <a16:creationId xmlns:a16="http://schemas.microsoft.com/office/drawing/2014/main" id="{B1660F56-4760-430F-B48C-EE63C30880BF}"/>
              </a:ext>
            </a:extLst>
          </p:cNvPr>
          <p:cNvCxnSpPr>
            <a:cxnSpLocks/>
            <a:stCxn id="73" idx="3"/>
          </p:cNvCxnSpPr>
          <p:nvPr/>
        </p:nvCxnSpPr>
        <p:spPr>
          <a:xfrm flipV="1">
            <a:off x="4002635" y="3853084"/>
            <a:ext cx="1310619" cy="1330756"/>
          </a:xfrm>
          <a:prstGeom prst="bentConnector3">
            <a:avLst>
              <a:gd name="adj1" fmla="val 50000"/>
            </a:avLst>
          </a:prstGeom>
          <a:ln w="152400" cap="rnd">
            <a:noFill/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 hidden="1">
            <a:extLst>
              <a:ext uri="{FF2B5EF4-FFF2-40B4-BE49-F238E27FC236}">
                <a16:creationId xmlns:a16="http://schemas.microsoft.com/office/drawing/2014/main" id="{8D794C3D-48CA-4578-943C-C011E7000889}"/>
              </a:ext>
            </a:extLst>
          </p:cNvPr>
          <p:cNvCxnSpPr>
            <a:cxnSpLocks/>
            <a:stCxn id="75" idx="1"/>
          </p:cNvCxnSpPr>
          <p:nvPr/>
        </p:nvCxnSpPr>
        <p:spPr>
          <a:xfrm rot="10800000" flipV="1">
            <a:off x="6825254" y="2483840"/>
            <a:ext cx="1310618" cy="1369244"/>
          </a:xfrm>
          <a:prstGeom prst="bentConnector3">
            <a:avLst>
              <a:gd name="adj1" fmla="val 50000"/>
            </a:avLst>
          </a:prstGeom>
          <a:ln w="152400" cap="rnd">
            <a:noFill/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 hidden="1">
            <a:extLst>
              <a:ext uri="{FF2B5EF4-FFF2-40B4-BE49-F238E27FC236}">
                <a16:creationId xmlns:a16="http://schemas.microsoft.com/office/drawing/2014/main" id="{89D365AA-C5C5-4A53-93FB-DB2F02F643A5}"/>
              </a:ext>
            </a:extLst>
          </p:cNvPr>
          <p:cNvCxnSpPr>
            <a:cxnSpLocks/>
            <a:stCxn id="77" idx="1"/>
          </p:cNvCxnSpPr>
          <p:nvPr/>
        </p:nvCxnSpPr>
        <p:spPr>
          <a:xfrm rot="10800000">
            <a:off x="6069254" y="4537084"/>
            <a:ext cx="2139890" cy="646756"/>
          </a:xfrm>
          <a:prstGeom prst="bentConnector2">
            <a:avLst/>
          </a:prstGeom>
          <a:ln w="152400" cap="rnd">
            <a:noFill/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Fade overlay - 9"/>
          <p:cNvSpPr/>
          <p:nvPr/>
        </p:nvSpPr>
        <p:spPr>
          <a:xfrm>
            <a:off x="675363" y="1353840"/>
            <a:ext cx="3304000" cy="2260000"/>
          </a:xfrm>
          <a:prstGeom prst="rect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6" name="Fade overlay - 75"/>
          <p:cNvSpPr/>
          <p:nvPr/>
        </p:nvSpPr>
        <p:spPr>
          <a:xfrm>
            <a:off x="8085872" y="1353840"/>
            <a:ext cx="3304000" cy="2260000"/>
          </a:xfrm>
          <a:prstGeom prst="rect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7" name="Fade overlay - 77"/>
          <p:cNvSpPr/>
          <p:nvPr/>
        </p:nvSpPr>
        <p:spPr>
          <a:xfrm>
            <a:off x="8159144" y="4053840"/>
            <a:ext cx="3304000" cy="2260000"/>
          </a:xfrm>
          <a:prstGeom prst="rect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8" name="Central rounded box"/>
          <p:cNvSpPr/>
          <p:nvPr/>
        </p:nvSpPr>
        <p:spPr>
          <a:xfrm>
            <a:off x="4349421" y="1403840"/>
            <a:ext cx="3493157" cy="4860000"/>
          </a:xfrm>
          <a:prstGeom prst="roundRect">
            <a:avLst>
              <a:gd name="adj" fmla="val 10000"/>
            </a:avLst>
          </a:prstGeom>
          <a:solidFill>
            <a:srgbClr val="00B0F0">
              <a:alpha val="100000"/>
            </a:srgbClr>
          </a:solidFill>
          <a:ln w="76200">
            <a:solidFill>
              <a:srgbClr val="00B0F0">
                <a:alpha val="100000"/>
              </a:srgbClr>
            </a:solidFill>
          </a:ln>
        </p:spPr>
        <p:txBody>
          <a:bodyPr wrap="square"/>
          <a:lstStyle/>
          <a:p>
            <a:endParaRPr/>
          </a:p>
        </p:txBody>
      </p:sp>
      <p:sp>
        <p:nvSpPr>
          <p:cNvPr id="7" name="Central rounded box">
            <a:extLst>
              <a:ext uri="{FF2B5EF4-FFF2-40B4-BE49-F238E27FC236}">
                <a16:creationId xmlns:a16="http://schemas.microsoft.com/office/drawing/2014/main" id="{37351F60-3172-3472-7AEC-08B653B1E018}"/>
              </a:ext>
            </a:extLst>
          </p:cNvPr>
          <p:cNvSpPr/>
          <p:nvPr/>
        </p:nvSpPr>
        <p:spPr>
          <a:xfrm>
            <a:off x="4494000" y="1557781"/>
            <a:ext cx="3204000" cy="21600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76200">
            <a:noFill/>
          </a:ln>
        </p:spPr>
        <p:txBody>
          <a:bodyPr wrap="square"/>
          <a:lstStyle/>
          <a:p>
            <a:pPr algn="ctr"/>
            <a:r>
              <a:rPr lang="nl-NL" b="1" dirty="0">
                <a:solidFill>
                  <a:srgbClr val="00B0F0"/>
                </a:solidFill>
              </a:rPr>
              <a:t>Peer </a:t>
            </a:r>
            <a:r>
              <a:rPr lang="nl-NL" b="1" dirty="0" err="1">
                <a:solidFill>
                  <a:srgbClr val="00B0F0"/>
                </a:solidFill>
              </a:rPr>
              <a:t>effects</a:t>
            </a:r>
            <a:endParaRPr lang="nl-NL" b="1" dirty="0">
              <a:solidFill>
                <a:srgbClr val="00B0F0"/>
              </a:solidFill>
            </a:endParaRPr>
          </a:p>
        </p:txBody>
      </p:sp>
      <p:pic>
        <p:nvPicPr>
          <p:cNvPr id="16" name="Graphic 15" descr="Mental Health with solid fill">
            <a:extLst>
              <a:ext uri="{FF2B5EF4-FFF2-40B4-BE49-F238E27FC236}">
                <a16:creationId xmlns:a16="http://schemas.microsoft.com/office/drawing/2014/main" id="{4B702CA5-B2B9-72A9-3F1D-B8275F167B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68439" y="2571404"/>
            <a:ext cx="1152000" cy="1152000"/>
          </a:xfrm>
          <a:prstGeom prst="rect">
            <a:avLst/>
          </a:prstGeom>
        </p:spPr>
      </p:pic>
      <p:sp>
        <p:nvSpPr>
          <p:cNvPr id="31" name="Speech Bubble: Rectangle with Corners Rounded 30">
            <a:extLst>
              <a:ext uri="{FF2B5EF4-FFF2-40B4-BE49-F238E27FC236}">
                <a16:creationId xmlns:a16="http://schemas.microsoft.com/office/drawing/2014/main" id="{147B0C6D-5533-0E5E-DDD2-8D1CE3238AD2}"/>
              </a:ext>
            </a:extLst>
          </p:cNvPr>
          <p:cNvSpPr/>
          <p:nvPr/>
        </p:nvSpPr>
        <p:spPr>
          <a:xfrm>
            <a:off x="5580074" y="2043510"/>
            <a:ext cx="1260000" cy="792000"/>
          </a:xfrm>
          <a:prstGeom prst="wedgeRoundRectCallout">
            <a:avLst>
              <a:gd name="adj1" fmla="val -75350"/>
              <a:gd name="adj2" fmla="val 39409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pic>
        <p:nvPicPr>
          <p:cNvPr id="27" name="Graphic 26" descr="Group success with solid fill">
            <a:extLst>
              <a:ext uri="{FF2B5EF4-FFF2-40B4-BE49-F238E27FC236}">
                <a16:creationId xmlns:a16="http://schemas.microsoft.com/office/drawing/2014/main" id="{74CC6BCA-8FBC-2AE7-E1EB-0082B37EE4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09076" y="1884742"/>
            <a:ext cx="1044000" cy="1044000"/>
          </a:xfrm>
          <a:prstGeom prst="rect">
            <a:avLst/>
          </a:prstGeom>
        </p:spPr>
      </p:pic>
      <p:sp>
        <p:nvSpPr>
          <p:cNvPr id="50" name="Central rounded box">
            <a:extLst>
              <a:ext uri="{FF2B5EF4-FFF2-40B4-BE49-F238E27FC236}">
                <a16:creationId xmlns:a16="http://schemas.microsoft.com/office/drawing/2014/main" id="{DD9DB023-64CB-6A13-E0A8-90E3F10C54B6}"/>
              </a:ext>
            </a:extLst>
          </p:cNvPr>
          <p:cNvSpPr/>
          <p:nvPr/>
        </p:nvSpPr>
        <p:spPr>
          <a:xfrm>
            <a:off x="4499210" y="3837840"/>
            <a:ext cx="3204000" cy="21600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76200">
            <a:noFill/>
          </a:ln>
        </p:spPr>
        <p:txBody>
          <a:bodyPr wrap="square"/>
          <a:lstStyle/>
          <a:p>
            <a:pPr algn="ctr"/>
            <a:r>
              <a:rPr lang="nl-NL" b="1" dirty="0">
                <a:solidFill>
                  <a:srgbClr val="00B0F0"/>
                </a:solidFill>
              </a:rPr>
              <a:t>Balance of </a:t>
            </a:r>
            <a:r>
              <a:rPr lang="nl-NL" b="1" dirty="0" err="1">
                <a:solidFill>
                  <a:srgbClr val="00B0F0"/>
                </a:solidFill>
              </a:rPr>
              <a:t>preferences</a:t>
            </a:r>
            <a:endParaRPr lang="nl-NL" b="1" dirty="0">
              <a:solidFill>
                <a:srgbClr val="00B0F0"/>
              </a:solidFill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77940892-CD82-6669-777E-F06E4B24B5E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01181" y="4253283"/>
            <a:ext cx="3204000" cy="1581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405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785C4-5842-48E1-82F1-4DD967871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072AA-71BA-4FFF-A3C2-D9B1FC12B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047" y="722921"/>
            <a:ext cx="10751275" cy="369025"/>
          </a:xfrm>
        </p:spPr>
        <p:txBody>
          <a:bodyPr/>
          <a:lstStyle/>
          <a:p>
            <a:r>
              <a:rPr lang="nl-NL" dirty="0" err="1"/>
              <a:t>Strategies</a:t>
            </a:r>
            <a:r>
              <a:rPr lang="nl-NL" dirty="0"/>
              <a:t>: How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which</a:t>
            </a:r>
            <a:r>
              <a:rPr lang="nl-NL" dirty="0"/>
              <a:t> trigger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1DF83F-B0E4-40CF-ADE7-CDBEBAC0BD3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004B89-E966-4C0E-8ADA-DA74A492AB0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GB"/>
          </a:p>
        </p:txBody>
      </p:sp>
      <p:grpSp>
        <p:nvGrpSpPr>
          <p:cNvPr id="5" name="Group 4" hidden="1">
            <a:extLst>
              <a:ext uri="{FF2B5EF4-FFF2-40B4-BE49-F238E27FC236}">
                <a16:creationId xmlns:a16="http://schemas.microsoft.com/office/drawing/2014/main" id="{E2807EDA-4199-4CC4-8B51-F06904212449}"/>
              </a:ext>
            </a:extLst>
          </p:cNvPr>
          <p:cNvGrpSpPr/>
          <p:nvPr/>
        </p:nvGrpSpPr>
        <p:grpSpPr>
          <a:xfrm>
            <a:off x="5313254" y="3169084"/>
            <a:ext cx="1512000" cy="1368000"/>
            <a:chOff x="757682" y="1686366"/>
            <a:chExt cx="1512000" cy="1368000"/>
          </a:xfrm>
        </p:grpSpPr>
        <p:sp>
          <p:nvSpPr>
            <p:cNvPr id="12" name="Flowchart: Alternate Process 11" hidden="1">
              <a:extLst>
                <a:ext uri="{FF2B5EF4-FFF2-40B4-BE49-F238E27FC236}">
                  <a16:creationId xmlns:a16="http://schemas.microsoft.com/office/drawing/2014/main" id="{4C7A4664-5057-48B4-9173-D8C08D8F064B}"/>
                </a:ext>
              </a:extLst>
            </p:cNvPr>
            <p:cNvSpPr/>
            <p:nvPr/>
          </p:nvSpPr>
          <p:spPr>
            <a:xfrm>
              <a:off x="757682" y="1686366"/>
              <a:ext cx="1512000" cy="1368000"/>
            </a:xfrm>
            <a:prstGeom prst="flowChartAlternateProcess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endParaRPr>
            </a:p>
          </p:txBody>
        </p:sp>
        <p:pic>
          <p:nvPicPr>
            <p:cNvPr id="30" name="Picture 29" hidden="1">
              <a:extLst>
                <a:ext uri="{FF2B5EF4-FFF2-40B4-BE49-F238E27FC236}">
                  <a16:creationId xmlns:a16="http://schemas.microsoft.com/office/drawing/2014/main" id="{F4CD4AC6-03F7-4538-9304-99382F5D35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6673" y="1871166"/>
              <a:ext cx="1303058" cy="998399"/>
            </a:xfrm>
            <a:prstGeom prst="rect">
              <a:avLst/>
            </a:prstGeom>
          </p:spPr>
        </p:pic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D465189E-FC1A-4869-AEB4-F6A23EA0AE92}"/>
              </a:ext>
            </a:extLst>
          </p:cNvPr>
          <p:cNvGrpSpPr/>
          <p:nvPr/>
        </p:nvGrpSpPr>
        <p:grpSpPr>
          <a:xfrm>
            <a:off x="725363" y="1403840"/>
            <a:ext cx="3277272" cy="4860000"/>
            <a:chOff x="413237" y="1406769"/>
            <a:chExt cx="3277272" cy="4860000"/>
          </a:xfrm>
        </p:grpSpPr>
        <p:sp>
          <p:nvSpPr>
            <p:cNvPr id="9" name="Flowchart: Alternate Process 8">
              <a:extLst>
                <a:ext uri="{FF2B5EF4-FFF2-40B4-BE49-F238E27FC236}">
                  <a16:creationId xmlns:a16="http://schemas.microsoft.com/office/drawing/2014/main" id="{4537D9E7-77B6-4905-98B6-CAD7EA236FD8}"/>
                </a:ext>
              </a:extLst>
            </p:cNvPr>
            <p:cNvSpPr/>
            <p:nvPr/>
          </p:nvSpPr>
          <p:spPr>
            <a:xfrm>
              <a:off x="413237" y="1406769"/>
              <a:ext cx="3204000" cy="2160000"/>
            </a:xfrm>
            <a:prstGeom prst="flowChartAlternateProcess">
              <a:avLst/>
            </a:prstGeom>
            <a:noFill/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0" rIns="144000" bIns="14400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2400" b="1" i="0" u="none" strike="noStrike" kern="1200" cap="none" spc="0" normalizeH="0" baseline="0" noProof="0" err="1">
                  <a:ln>
                    <a:noFill/>
                  </a:ln>
                  <a:solidFill>
                    <a:srgbClr val="123EB7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Grid</a:t>
              </a:r>
              <a:r>
                <a:rPr kumimoji="0" lang="nl-NL" sz="2400" b="1" i="0" u="none" strike="noStrike" kern="1200" cap="none" spc="0" normalizeH="0" baseline="0" noProof="0">
                  <a:ln>
                    <a:noFill/>
                  </a:ln>
                  <a:solidFill>
                    <a:srgbClr val="123EB7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 </a:t>
              </a:r>
              <a:r>
                <a:rPr kumimoji="0" lang="nl-NL" sz="2400" b="1" i="0" u="none" strike="noStrike" kern="1200" cap="none" spc="0" normalizeH="0" baseline="0" noProof="0" err="1">
                  <a:ln>
                    <a:noFill/>
                  </a:ln>
                  <a:solidFill>
                    <a:srgbClr val="123EB7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models</a:t>
              </a:r>
              <a:endParaRPr kumimoji="0" lang="en-GB" sz="2400" b="1" i="0" u="none" strike="noStrike" kern="1200" cap="none" spc="0" normalizeH="0" baseline="0" noProof="0" err="1">
                <a:ln>
                  <a:noFill/>
                </a:ln>
                <a:solidFill>
                  <a:srgbClr val="123EB7"/>
                </a:solidFill>
                <a:effectLst/>
                <a:uLnTx/>
                <a:uFillTx/>
                <a:latin typeface="FS Me Pro"/>
                <a:ea typeface="+mn-ea"/>
                <a:cs typeface="+mn-cs"/>
              </a:endParaRPr>
            </a:p>
          </p:txBody>
        </p:sp>
        <p:pic>
          <p:nvPicPr>
            <p:cNvPr id="15" name="Graphic 14" descr="Electric Tower with solid fill">
              <a:extLst>
                <a:ext uri="{FF2B5EF4-FFF2-40B4-BE49-F238E27FC236}">
                  <a16:creationId xmlns:a16="http://schemas.microsoft.com/office/drawing/2014/main" id="{B46BE05A-6621-4EA0-BF63-F939ABE57BD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792146" y="1903519"/>
              <a:ext cx="1512000" cy="1512000"/>
            </a:xfrm>
            <a:prstGeom prst="rect">
              <a:avLst/>
            </a:prstGeom>
          </p:spPr>
        </p:pic>
        <p:pic>
          <p:nvPicPr>
            <p:cNvPr id="17" name="Graphic 16" descr="Mental Health with solid fill">
              <a:extLst>
                <a:ext uri="{FF2B5EF4-FFF2-40B4-BE49-F238E27FC236}">
                  <a16:creationId xmlns:a16="http://schemas.microsoft.com/office/drawing/2014/main" id="{F7D3D888-9C2F-4DCD-8AE5-A616B1A03E4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14474" y="4598907"/>
              <a:ext cx="1512000" cy="1512000"/>
            </a:xfrm>
            <a:prstGeom prst="rect">
              <a:avLst/>
            </a:prstGeom>
          </p:spPr>
        </p:pic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882193E-276E-482C-8BBD-D4095882BFB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60312" y="1903519"/>
              <a:ext cx="1336151" cy="1512000"/>
              <a:chOff x="7515929" y="1759604"/>
              <a:chExt cx="2731373" cy="3090848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1BE79543-FD99-41D8-9165-E16997A0FD99}"/>
                  </a:ext>
                </a:extLst>
              </p:cNvPr>
              <p:cNvGrpSpPr/>
              <p:nvPr/>
            </p:nvGrpSpPr>
            <p:grpSpPr>
              <a:xfrm>
                <a:off x="7801888" y="2165011"/>
                <a:ext cx="2159454" cy="2685441"/>
                <a:chOff x="4998584" y="1735520"/>
                <a:chExt cx="2159454" cy="2685441"/>
              </a:xfrm>
            </p:grpSpPr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2E73631B-DB1E-46E7-AB3D-6BA2F8741C16}"/>
                    </a:ext>
                  </a:extLst>
                </p:cNvPr>
                <p:cNvSpPr/>
                <p:nvPr/>
              </p:nvSpPr>
              <p:spPr>
                <a:xfrm>
                  <a:off x="5359854" y="2800350"/>
                  <a:ext cx="1436914" cy="1420586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144000" bIns="14400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2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6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FS Me Pro"/>
                    <a:ea typeface="+mn-ea"/>
                    <a:cs typeface="+mn-cs"/>
                  </a:endParaRP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08FBC82C-A7F5-4BC6-A9C5-1B1753F16533}"/>
                    </a:ext>
                  </a:extLst>
                </p:cNvPr>
                <p:cNvSpPr/>
                <p:nvPr/>
              </p:nvSpPr>
              <p:spPr>
                <a:xfrm>
                  <a:off x="4998584" y="2637064"/>
                  <a:ext cx="2159454" cy="200025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144000" bIns="14400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2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6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FS Me Pro"/>
                    <a:ea typeface="+mn-ea"/>
                    <a:cs typeface="+mn-cs"/>
                  </a:endParaRP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D652E813-6F87-4419-BA8E-934FE2D8E01E}"/>
                    </a:ext>
                  </a:extLst>
                </p:cNvPr>
                <p:cNvSpPr/>
                <p:nvPr/>
              </p:nvSpPr>
              <p:spPr>
                <a:xfrm>
                  <a:off x="4998584" y="4220936"/>
                  <a:ext cx="2159454" cy="200025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144000" bIns="14400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2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6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FS Me Pro"/>
                    <a:ea typeface="+mn-ea"/>
                    <a:cs typeface="+mn-cs"/>
                  </a:endParaRPr>
                </a:p>
              </p:txBody>
            </p:sp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F64BD8B9-C893-4D16-BFB4-61B85C852F6C}"/>
                    </a:ext>
                  </a:extLst>
                </p:cNvPr>
                <p:cNvGrpSpPr/>
                <p:nvPr/>
              </p:nvGrpSpPr>
              <p:grpSpPr>
                <a:xfrm>
                  <a:off x="5395232" y="1735520"/>
                  <a:ext cx="405471" cy="1456231"/>
                  <a:chOff x="5436064" y="1665660"/>
                  <a:chExt cx="405471" cy="1456231"/>
                </a:xfrm>
              </p:grpSpPr>
              <p:grpSp>
                <p:nvGrpSpPr>
                  <p:cNvPr id="57" name="Group 56">
                    <a:extLst>
                      <a:ext uri="{FF2B5EF4-FFF2-40B4-BE49-F238E27FC236}">
                        <a16:creationId xmlns:a16="http://schemas.microsoft.com/office/drawing/2014/main" id="{57FBE719-EE1E-433D-B27A-A091CFFD2653}"/>
                      </a:ext>
                    </a:extLst>
                  </p:cNvPr>
                  <p:cNvGrpSpPr/>
                  <p:nvPr/>
                </p:nvGrpSpPr>
                <p:grpSpPr>
                  <a:xfrm>
                    <a:off x="5436064" y="1665660"/>
                    <a:ext cx="405471" cy="1456231"/>
                    <a:chOff x="5436064" y="1665660"/>
                    <a:chExt cx="405471" cy="1456231"/>
                  </a:xfrm>
                </p:grpSpPr>
                <p:cxnSp>
                  <p:nvCxnSpPr>
                    <p:cNvPr id="60" name="Straight Connector 59">
                      <a:extLst>
                        <a:ext uri="{FF2B5EF4-FFF2-40B4-BE49-F238E27FC236}">
                          <a16:creationId xmlns:a16="http://schemas.microsoft.com/office/drawing/2014/main" id="{CB39BCAE-3625-4076-B614-EC703A9C579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633718" y="1665660"/>
                      <a:ext cx="5082" cy="1456231"/>
                    </a:xfrm>
                    <a:prstGeom prst="line">
                      <a:avLst/>
                    </a:prstGeom>
                    <a:ln w="53340" cap="rnd">
                      <a:solidFill>
                        <a:schemeClr val="accent4"/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61" name="Group 60">
                      <a:extLst>
                        <a:ext uri="{FF2B5EF4-FFF2-40B4-BE49-F238E27FC236}">
                          <a16:creationId xmlns:a16="http://schemas.microsoft.com/office/drawing/2014/main" id="{0251F391-0E4D-4EA6-B025-5CA87B7C4BC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436064" y="1912489"/>
                      <a:ext cx="405471" cy="520800"/>
                      <a:chOff x="3330637" y="2164530"/>
                      <a:chExt cx="405471" cy="520800"/>
                    </a:xfrm>
                  </p:grpSpPr>
                  <p:sp>
                    <p:nvSpPr>
                      <p:cNvPr id="62" name="Flowchart: Manual Operation 61">
                        <a:extLst>
                          <a:ext uri="{FF2B5EF4-FFF2-40B4-BE49-F238E27FC236}">
                            <a16:creationId xmlns:a16="http://schemas.microsoft.com/office/drawing/2014/main" id="{306C3C5F-4CFF-4A0C-9316-3CF1187D0F3E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1645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63" name="Flowchart: Manual Operation 62">
                        <a:extLst>
                          <a:ext uri="{FF2B5EF4-FFF2-40B4-BE49-F238E27FC236}">
                            <a16:creationId xmlns:a16="http://schemas.microsoft.com/office/drawing/2014/main" id="{8EB63B57-A63C-4FD0-86C2-8DAADD99207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3169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64" name="Flowchart: Manual Operation 63">
                        <a:extLst>
                          <a:ext uri="{FF2B5EF4-FFF2-40B4-BE49-F238E27FC236}">
                            <a16:creationId xmlns:a16="http://schemas.microsoft.com/office/drawing/2014/main" id="{ED4AA59D-6FB9-4DA9-8314-82DD136C514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4693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59" name="Rectangle 58">
                    <a:extLst>
                      <a:ext uri="{FF2B5EF4-FFF2-40B4-BE49-F238E27FC236}">
                        <a16:creationId xmlns:a16="http://schemas.microsoft.com/office/drawing/2014/main" id="{4C3437FB-80C8-4417-9D9A-501CA26401BB}"/>
                      </a:ext>
                    </a:extLst>
                  </p:cNvPr>
                  <p:cNvSpPr/>
                  <p:nvPr/>
                </p:nvSpPr>
                <p:spPr>
                  <a:xfrm>
                    <a:off x="5499791" y="2426404"/>
                    <a:ext cx="267854" cy="143164"/>
                  </a:xfrm>
                  <a:prstGeom prst="rect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44000" tIns="144000" rIns="144000" bIns="14400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2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600" b="0" i="0" u="none" strike="noStrike" kern="1200" cap="none" spc="0" normalizeH="0" baseline="0" noProof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FS Me Pro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B8700BD8-B980-44CB-B696-626C72F911B8}"/>
                    </a:ext>
                  </a:extLst>
                </p:cNvPr>
                <p:cNvGrpSpPr/>
                <p:nvPr/>
              </p:nvGrpSpPr>
              <p:grpSpPr>
                <a:xfrm>
                  <a:off x="5905060" y="1735520"/>
                  <a:ext cx="405471" cy="1456231"/>
                  <a:chOff x="5436064" y="1665660"/>
                  <a:chExt cx="405471" cy="1456231"/>
                </a:xfrm>
              </p:grpSpPr>
              <p:grpSp>
                <p:nvGrpSpPr>
                  <p:cNvPr id="45" name="Group 44">
                    <a:extLst>
                      <a:ext uri="{FF2B5EF4-FFF2-40B4-BE49-F238E27FC236}">
                        <a16:creationId xmlns:a16="http://schemas.microsoft.com/office/drawing/2014/main" id="{5FDED2FE-CB72-4A1F-A8E4-EBFA2D6240E9}"/>
                      </a:ext>
                    </a:extLst>
                  </p:cNvPr>
                  <p:cNvGrpSpPr/>
                  <p:nvPr/>
                </p:nvGrpSpPr>
                <p:grpSpPr>
                  <a:xfrm>
                    <a:off x="5436064" y="1665660"/>
                    <a:ext cx="405471" cy="1456231"/>
                    <a:chOff x="5436064" y="1665660"/>
                    <a:chExt cx="405471" cy="1456231"/>
                  </a:xfrm>
                </p:grpSpPr>
                <p:cxnSp>
                  <p:nvCxnSpPr>
                    <p:cNvPr id="47" name="Straight Connector 46">
                      <a:extLst>
                        <a:ext uri="{FF2B5EF4-FFF2-40B4-BE49-F238E27FC236}">
                          <a16:creationId xmlns:a16="http://schemas.microsoft.com/office/drawing/2014/main" id="{062C3AF9-EA3B-43C9-BFBB-69401D004DA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633718" y="1665660"/>
                      <a:ext cx="5082" cy="1456231"/>
                    </a:xfrm>
                    <a:prstGeom prst="line">
                      <a:avLst/>
                    </a:prstGeom>
                    <a:ln w="53340" cap="rnd">
                      <a:solidFill>
                        <a:schemeClr val="accent4"/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49" name="Group 48">
                      <a:extLst>
                        <a:ext uri="{FF2B5EF4-FFF2-40B4-BE49-F238E27FC236}">
                          <a16:creationId xmlns:a16="http://schemas.microsoft.com/office/drawing/2014/main" id="{8C408D27-425B-473F-9DB9-4BA22E2FC31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436064" y="1912489"/>
                      <a:ext cx="405471" cy="520800"/>
                      <a:chOff x="3330637" y="2164530"/>
                      <a:chExt cx="405471" cy="520800"/>
                    </a:xfrm>
                  </p:grpSpPr>
                  <p:sp>
                    <p:nvSpPr>
                      <p:cNvPr id="51" name="Flowchart: Manual Operation 50">
                        <a:extLst>
                          <a:ext uri="{FF2B5EF4-FFF2-40B4-BE49-F238E27FC236}">
                            <a16:creationId xmlns:a16="http://schemas.microsoft.com/office/drawing/2014/main" id="{A6A702D2-4125-4935-B550-05203CD58E5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1645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53" name="Flowchart: Manual Operation 52">
                        <a:extLst>
                          <a:ext uri="{FF2B5EF4-FFF2-40B4-BE49-F238E27FC236}">
                            <a16:creationId xmlns:a16="http://schemas.microsoft.com/office/drawing/2014/main" id="{F32E3BE1-70E4-4E04-A057-3E0D5F1A42F7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3169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55" name="Flowchart: Manual Operation 54">
                        <a:extLst>
                          <a:ext uri="{FF2B5EF4-FFF2-40B4-BE49-F238E27FC236}">
                            <a16:creationId xmlns:a16="http://schemas.microsoft.com/office/drawing/2014/main" id="{3D85D038-A34A-49AF-BEF5-961748F6A99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4693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E531236D-A604-41BB-A18A-D1305E9E2945}"/>
                      </a:ext>
                    </a:extLst>
                  </p:cNvPr>
                  <p:cNvSpPr/>
                  <p:nvPr/>
                </p:nvSpPr>
                <p:spPr>
                  <a:xfrm>
                    <a:off x="5499791" y="2426404"/>
                    <a:ext cx="267854" cy="143164"/>
                  </a:xfrm>
                  <a:prstGeom prst="rect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44000" tIns="144000" rIns="144000" bIns="14400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2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600" b="0" i="0" u="none" strike="noStrike" kern="1200" cap="none" spc="0" normalizeH="0" baseline="0" noProof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FS Me Pro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28" name="Group 27">
                  <a:extLst>
                    <a:ext uri="{FF2B5EF4-FFF2-40B4-BE49-F238E27FC236}">
                      <a16:creationId xmlns:a16="http://schemas.microsoft.com/office/drawing/2014/main" id="{9309772F-73F9-498E-9FFC-EA4429BAF13D}"/>
                    </a:ext>
                  </a:extLst>
                </p:cNvPr>
                <p:cNvGrpSpPr/>
                <p:nvPr/>
              </p:nvGrpSpPr>
              <p:grpSpPr>
                <a:xfrm>
                  <a:off x="6414887" y="1735520"/>
                  <a:ext cx="405471" cy="1456231"/>
                  <a:chOff x="5436064" y="1665660"/>
                  <a:chExt cx="405471" cy="1456231"/>
                </a:xfrm>
              </p:grpSpPr>
              <p:grpSp>
                <p:nvGrpSpPr>
                  <p:cNvPr id="32" name="Group 31">
                    <a:extLst>
                      <a:ext uri="{FF2B5EF4-FFF2-40B4-BE49-F238E27FC236}">
                        <a16:creationId xmlns:a16="http://schemas.microsoft.com/office/drawing/2014/main" id="{B3DF1F74-AE91-4E47-91B3-1A75F5DDD94E}"/>
                      </a:ext>
                    </a:extLst>
                  </p:cNvPr>
                  <p:cNvGrpSpPr/>
                  <p:nvPr/>
                </p:nvGrpSpPr>
                <p:grpSpPr>
                  <a:xfrm>
                    <a:off x="5436064" y="1665660"/>
                    <a:ext cx="405471" cy="1456231"/>
                    <a:chOff x="5436064" y="1665660"/>
                    <a:chExt cx="405471" cy="1456231"/>
                  </a:xfrm>
                </p:grpSpPr>
                <p:cxnSp>
                  <p:nvCxnSpPr>
                    <p:cNvPr id="34" name="Straight Connector 33">
                      <a:extLst>
                        <a:ext uri="{FF2B5EF4-FFF2-40B4-BE49-F238E27FC236}">
                          <a16:creationId xmlns:a16="http://schemas.microsoft.com/office/drawing/2014/main" id="{3A238D0A-2CDE-475A-9DA2-A00D0C43DEA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633718" y="1665660"/>
                      <a:ext cx="5082" cy="1456231"/>
                    </a:xfrm>
                    <a:prstGeom prst="line">
                      <a:avLst/>
                    </a:prstGeom>
                    <a:ln w="53340" cap="rnd">
                      <a:solidFill>
                        <a:schemeClr val="accent4"/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36" name="Group 35">
                      <a:extLst>
                        <a:ext uri="{FF2B5EF4-FFF2-40B4-BE49-F238E27FC236}">
                          <a16:creationId xmlns:a16="http://schemas.microsoft.com/office/drawing/2014/main" id="{582B30E5-159E-472F-869A-90F5BBDA65F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436064" y="1912489"/>
                      <a:ext cx="405471" cy="520800"/>
                      <a:chOff x="3330637" y="2164530"/>
                      <a:chExt cx="405471" cy="520800"/>
                    </a:xfrm>
                  </p:grpSpPr>
                  <p:sp>
                    <p:nvSpPr>
                      <p:cNvPr id="37" name="Flowchart: Manual Operation 36">
                        <a:extLst>
                          <a:ext uri="{FF2B5EF4-FFF2-40B4-BE49-F238E27FC236}">
                            <a16:creationId xmlns:a16="http://schemas.microsoft.com/office/drawing/2014/main" id="{FC114E62-7FAD-421A-97E4-C9EB1DF8A156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1645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38" name="Flowchart: Manual Operation 37">
                        <a:extLst>
                          <a:ext uri="{FF2B5EF4-FFF2-40B4-BE49-F238E27FC236}">
                            <a16:creationId xmlns:a16="http://schemas.microsoft.com/office/drawing/2014/main" id="{97024C86-CCCB-4F59-99E4-18B350BF6E7D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3169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44" name="Flowchart: Manual Operation 43">
                        <a:extLst>
                          <a:ext uri="{FF2B5EF4-FFF2-40B4-BE49-F238E27FC236}">
                            <a16:creationId xmlns:a16="http://schemas.microsoft.com/office/drawing/2014/main" id="{5B34FF0E-B0A5-4DD9-83CB-DD5E096BB3B1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4693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C9110131-DE25-44BE-8604-37CA8A99FE34}"/>
                      </a:ext>
                    </a:extLst>
                  </p:cNvPr>
                  <p:cNvSpPr/>
                  <p:nvPr/>
                </p:nvSpPr>
                <p:spPr>
                  <a:xfrm>
                    <a:off x="5499791" y="2426404"/>
                    <a:ext cx="267854" cy="143164"/>
                  </a:xfrm>
                  <a:prstGeom prst="rect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44000" tIns="144000" rIns="144000" bIns="14400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2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600" b="0" i="0" u="none" strike="noStrike" kern="1200" cap="none" spc="0" normalizeH="0" baseline="0" noProof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FS Me Pro"/>
                      <a:ea typeface="+mn-ea"/>
                      <a:cs typeface="+mn-cs"/>
                    </a:endParaRPr>
                  </a:p>
                </p:txBody>
              </p:sp>
            </p:grpSp>
            <p:pic>
              <p:nvPicPr>
                <p:cNvPr id="29" name="Graphic 28" descr="High voltage with solid fill">
                  <a:extLst>
                    <a:ext uri="{FF2B5EF4-FFF2-40B4-BE49-F238E27FC236}">
                      <a16:creationId xmlns:a16="http://schemas.microsoft.com/office/drawing/2014/main" id="{3B5838CC-50D8-4293-A783-16D39BDFF4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45513" y="2965337"/>
                  <a:ext cx="914400" cy="914400"/>
                </a:xfrm>
                <a:prstGeom prst="rect">
                  <a:avLst/>
                </a:prstGeom>
              </p:spPr>
            </p:pic>
          </p:grp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59A2BFD-FC1B-4210-A078-238C53839035}"/>
                  </a:ext>
                </a:extLst>
              </p:cNvPr>
              <p:cNvSpPr txBox="1"/>
              <p:nvPr/>
            </p:nvSpPr>
            <p:spPr>
              <a:xfrm>
                <a:off x="7515929" y="1759604"/>
                <a:ext cx="2731373" cy="44098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600" b="0" i="0" u="none" strike="noStrike" kern="1200" cap="none" spc="0" normalizeH="0" baseline="0" noProof="0">
                  <a:ln>
                    <a:noFill/>
                  </a:ln>
                  <a:solidFill>
                    <a:srgbClr val="002484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endParaRPr>
              </a:p>
            </p:txBody>
          </p:sp>
        </p:grpSp>
        <p:pic>
          <p:nvPicPr>
            <p:cNvPr id="71" name="Graphic 70" descr="Group success with solid fill">
              <a:extLst>
                <a:ext uri="{FF2B5EF4-FFF2-40B4-BE49-F238E27FC236}">
                  <a16:creationId xmlns:a16="http://schemas.microsoft.com/office/drawing/2014/main" id="{07EB2613-C62F-452A-B3F7-A57D28203DC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792126" y="4598907"/>
              <a:ext cx="1512000" cy="1512000"/>
            </a:xfrm>
            <a:prstGeom prst="rect">
              <a:avLst/>
            </a:prstGeom>
          </p:spPr>
        </p:pic>
        <p:sp>
          <p:nvSpPr>
            <p:cNvPr id="73" name="Flowchart: Alternate Process 72">
              <a:extLst>
                <a:ext uri="{FF2B5EF4-FFF2-40B4-BE49-F238E27FC236}">
                  <a16:creationId xmlns:a16="http://schemas.microsoft.com/office/drawing/2014/main" id="{C5BE0B54-244C-410F-BEC4-1D25A0441AF4}"/>
                </a:ext>
              </a:extLst>
            </p:cNvPr>
            <p:cNvSpPr/>
            <p:nvPr/>
          </p:nvSpPr>
          <p:spPr>
            <a:xfrm>
              <a:off x="486509" y="4106769"/>
              <a:ext cx="3204000" cy="2160000"/>
            </a:xfrm>
            <a:prstGeom prst="flowChartAlternateProcess">
              <a:avLst/>
            </a:prstGeom>
            <a:noFill/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14400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2400" b="1" i="0" u="none" strike="noStrike" kern="1200" cap="none" spc="0" normalizeH="0" baseline="0" noProof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User </a:t>
              </a:r>
              <a:r>
                <a:rPr kumimoji="0" lang="nl-NL" sz="2400" b="1" i="0" u="none" strike="noStrike" kern="1200" cap="none" spc="0" normalizeH="0" baseline="0" noProof="0" err="1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behaviour</a:t>
              </a:r>
              <a:endParaRPr kumimoji="0" lang="en-GB" sz="2400" b="1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FS Me Pro"/>
                <a:ea typeface="+mn-ea"/>
                <a:cs typeface="+mn-cs"/>
              </a:endParaRP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4085E828-4BA2-4F8B-85A6-6B27BAEB841B}"/>
              </a:ext>
            </a:extLst>
          </p:cNvPr>
          <p:cNvGrpSpPr/>
          <p:nvPr/>
        </p:nvGrpSpPr>
        <p:grpSpPr>
          <a:xfrm>
            <a:off x="8135872" y="1403840"/>
            <a:ext cx="3277272" cy="4860000"/>
            <a:chOff x="8135872" y="1400911"/>
            <a:chExt cx="3277272" cy="4860000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E61166F4-D286-44C2-8B9F-5B7D5309677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272825" y="2152828"/>
              <a:ext cx="839105" cy="1332000"/>
              <a:chOff x="4291398" y="2212866"/>
              <a:chExt cx="2085009" cy="3309760"/>
            </a:xfrm>
          </p:grpSpPr>
          <p:sp>
            <p:nvSpPr>
              <p:cNvPr id="66" name="Rectangle: Rounded Corners 65">
                <a:extLst>
                  <a:ext uri="{FF2B5EF4-FFF2-40B4-BE49-F238E27FC236}">
                    <a16:creationId xmlns:a16="http://schemas.microsoft.com/office/drawing/2014/main" id="{1506EDA8-F9BD-438E-9DB2-0481128E58D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291398" y="2212866"/>
                <a:ext cx="2085009" cy="3309760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2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6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endParaRPr>
              </a:p>
            </p:txBody>
          </p:sp>
          <p:pic>
            <p:nvPicPr>
              <p:cNvPr id="67" name="Graphic 66" descr="Plugged Unplugged with solid fill">
                <a:extLst>
                  <a:ext uri="{FF2B5EF4-FFF2-40B4-BE49-F238E27FC236}">
                    <a16:creationId xmlns:a16="http://schemas.microsoft.com/office/drawing/2014/main" id="{0C05AFF4-65FC-4094-90D0-2AFC5CFEDD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477399" y="3011243"/>
                <a:ext cx="1713006" cy="1713006"/>
              </a:xfrm>
              <a:prstGeom prst="rect">
                <a:avLst/>
              </a:prstGeom>
            </p:spPr>
          </p:pic>
        </p:grpSp>
        <p:sp>
          <p:nvSpPr>
            <p:cNvPr id="75" name="Flowchart: Alternate Process 74">
              <a:extLst>
                <a:ext uri="{FF2B5EF4-FFF2-40B4-BE49-F238E27FC236}">
                  <a16:creationId xmlns:a16="http://schemas.microsoft.com/office/drawing/2014/main" id="{06CA9F2E-C24D-4567-B3B0-EDFCF1996E95}"/>
                </a:ext>
              </a:extLst>
            </p:cNvPr>
            <p:cNvSpPr/>
            <p:nvPr/>
          </p:nvSpPr>
          <p:spPr>
            <a:xfrm>
              <a:off x="8135872" y="1400911"/>
              <a:ext cx="3204000" cy="2160000"/>
            </a:xfrm>
            <a:prstGeom prst="flowChartAlternateProcess">
              <a:avLst/>
            </a:prstGeom>
            <a:noFill/>
            <a:ln w="762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14400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2400" b="1" i="0" u="none" strike="noStrike" kern="1200" cap="none" spc="0" normalizeH="0" baseline="0" noProof="0" err="1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Charging</a:t>
              </a:r>
              <a:r>
                <a:rPr kumimoji="0" lang="nl-NL" sz="2400" b="1" i="0" u="none" strike="noStrike" kern="120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 </a:t>
              </a:r>
              <a:r>
                <a:rPr kumimoji="0" lang="nl-NL" sz="2400" b="1" i="0" u="none" strike="noStrike" kern="1200" cap="none" spc="0" normalizeH="0" baseline="0" noProof="0" err="1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infrastructure</a:t>
              </a:r>
              <a:endParaRPr kumimoji="0" lang="en-GB" sz="2400" b="1" i="0" u="none" strike="noStrike" kern="1200" cap="none" spc="0" normalizeH="0" baseline="0" noProof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FS Me Pro"/>
                <a:ea typeface="+mn-ea"/>
                <a:cs typeface="+mn-cs"/>
              </a:endParaRPr>
            </a:p>
          </p:txBody>
        </p:sp>
        <p:sp>
          <p:nvSpPr>
            <p:cNvPr id="77" name="Flowchart: Alternate Process 76">
              <a:extLst>
                <a:ext uri="{FF2B5EF4-FFF2-40B4-BE49-F238E27FC236}">
                  <a16:creationId xmlns:a16="http://schemas.microsoft.com/office/drawing/2014/main" id="{E72205CD-EF61-4B43-BF54-91F3C3414052}"/>
                </a:ext>
              </a:extLst>
            </p:cNvPr>
            <p:cNvSpPr/>
            <p:nvPr/>
          </p:nvSpPr>
          <p:spPr>
            <a:xfrm>
              <a:off x="8209144" y="4100911"/>
              <a:ext cx="3204000" cy="2160000"/>
            </a:xfrm>
            <a:prstGeom prst="flowChartAlternateProcess">
              <a:avLst/>
            </a:prstGeom>
            <a:noFill/>
            <a:ln w="762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14400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2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2484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Charging</a:t>
              </a:r>
              <a:r>
                <a:rPr kumimoji="0" lang="nl-NL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2484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 </a:t>
              </a:r>
              <a:r>
                <a:rPr kumimoji="0" lang="nl-NL" sz="2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2484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strategies</a:t>
              </a:r>
              <a:endPara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srgbClr val="002484"/>
                </a:solidFill>
                <a:effectLst/>
                <a:uLnTx/>
                <a:uFillTx/>
                <a:latin typeface="FS Me Pro"/>
                <a:ea typeface="+mn-ea"/>
                <a:cs typeface="+mn-cs"/>
              </a:endParaRPr>
            </a:p>
          </p:txBody>
        </p:sp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C7B032FA-801F-444F-94F9-8D4AE2C567E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364381" y="4838846"/>
              <a:ext cx="2880000" cy="1070777"/>
            </a:xfrm>
            <a:prstGeom prst="rect">
              <a:avLst/>
            </a:prstGeom>
          </p:spPr>
        </p:pic>
      </p:grpSp>
      <p:cxnSp>
        <p:nvCxnSpPr>
          <p:cNvPr id="10" name="Connector: Elbow 9" hidden="1">
            <a:extLst>
              <a:ext uri="{FF2B5EF4-FFF2-40B4-BE49-F238E27FC236}">
                <a16:creationId xmlns:a16="http://schemas.microsoft.com/office/drawing/2014/main" id="{E59B5C89-9CE0-4AC0-9A0F-A95132405ECE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3929363" y="2483840"/>
            <a:ext cx="2139891" cy="685244"/>
          </a:xfrm>
          <a:prstGeom prst="bentConnector2">
            <a:avLst/>
          </a:prstGeom>
          <a:ln w="152400" cap="rnd">
            <a:noFill/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 hidden="1">
            <a:extLst>
              <a:ext uri="{FF2B5EF4-FFF2-40B4-BE49-F238E27FC236}">
                <a16:creationId xmlns:a16="http://schemas.microsoft.com/office/drawing/2014/main" id="{9F647B8C-BD4F-4A1D-A17B-279B08024A24}"/>
              </a:ext>
            </a:extLst>
          </p:cNvPr>
          <p:cNvCxnSpPr>
            <a:cxnSpLocks/>
            <a:stCxn id="73" idx="3"/>
          </p:cNvCxnSpPr>
          <p:nvPr/>
        </p:nvCxnSpPr>
        <p:spPr>
          <a:xfrm flipV="1">
            <a:off x="4002635" y="3853084"/>
            <a:ext cx="1310619" cy="1330756"/>
          </a:xfrm>
          <a:prstGeom prst="bentConnector3">
            <a:avLst>
              <a:gd name="adj1" fmla="val 50000"/>
            </a:avLst>
          </a:prstGeom>
          <a:ln w="152400" cap="rnd">
            <a:noFill/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 hidden="1">
            <a:extLst>
              <a:ext uri="{FF2B5EF4-FFF2-40B4-BE49-F238E27FC236}">
                <a16:creationId xmlns:a16="http://schemas.microsoft.com/office/drawing/2014/main" id="{ED40E3DC-9665-4E78-9C63-1D073C3F993C}"/>
              </a:ext>
            </a:extLst>
          </p:cNvPr>
          <p:cNvCxnSpPr>
            <a:cxnSpLocks/>
            <a:stCxn id="75" idx="1"/>
          </p:cNvCxnSpPr>
          <p:nvPr/>
        </p:nvCxnSpPr>
        <p:spPr>
          <a:xfrm rot="10800000" flipV="1">
            <a:off x="6825254" y="2483840"/>
            <a:ext cx="1310618" cy="1369244"/>
          </a:xfrm>
          <a:prstGeom prst="bentConnector3">
            <a:avLst>
              <a:gd name="adj1" fmla="val 50000"/>
            </a:avLst>
          </a:prstGeom>
          <a:ln w="152400" cap="rnd">
            <a:noFill/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 hidden="1">
            <a:extLst>
              <a:ext uri="{FF2B5EF4-FFF2-40B4-BE49-F238E27FC236}">
                <a16:creationId xmlns:a16="http://schemas.microsoft.com/office/drawing/2014/main" id="{9F5E2EAE-4B50-41C5-883B-FD2452D7A781}"/>
              </a:ext>
            </a:extLst>
          </p:cNvPr>
          <p:cNvCxnSpPr>
            <a:cxnSpLocks/>
            <a:stCxn id="77" idx="1"/>
          </p:cNvCxnSpPr>
          <p:nvPr/>
        </p:nvCxnSpPr>
        <p:spPr>
          <a:xfrm rot="10800000">
            <a:off x="6069254" y="4537084"/>
            <a:ext cx="2139890" cy="646756"/>
          </a:xfrm>
          <a:prstGeom prst="bentConnector2">
            <a:avLst/>
          </a:prstGeom>
          <a:ln w="152400" cap="rnd">
            <a:noFill/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Fade overlay - 9"/>
          <p:cNvSpPr/>
          <p:nvPr/>
        </p:nvSpPr>
        <p:spPr>
          <a:xfrm>
            <a:off x="675363" y="1353840"/>
            <a:ext cx="3304000" cy="2260000"/>
          </a:xfrm>
          <a:prstGeom prst="rect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6" name="Fade overlay - 75"/>
          <p:cNvSpPr/>
          <p:nvPr/>
        </p:nvSpPr>
        <p:spPr>
          <a:xfrm>
            <a:off x="8085872" y="1353840"/>
            <a:ext cx="3304000" cy="2260000"/>
          </a:xfrm>
          <a:prstGeom prst="rect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7" name="Fade overlay - 73"/>
          <p:cNvSpPr/>
          <p:nvPr/>
        </p:nvSpPr>
        <p:spPr>
          <a:xfrm>
            <a:off x="748635" y="4053840"/>
            <a:ext cx="3304000" cy="2260000"/>
          </a:xfrm>
          <a:prstGeom prst="rect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8" name="Central rounded box"/>
          <p:cNvSpPr/>
          <p:nvPr/>
        </p:nvSpPr>
        <p:spPr>
          <a:xfrm>
            <a:off x="4326438" y="1353840"/>
            <a:ext cx="3493157" cy="4860000"/>
          </a:xfrm>
          <a:prstGeom prst="roundRect">
            <a:avLst>
              <a:gd name="adj" fmla="val 10000"/>
            </a:avLst>
          </a:prstGeom>
          <a:solidFill>
            <a:schemeClr val="accent2">
              <a:alpha val="100000"/>
            </a:schemeClr>
          </a:solidFill>
          <a:ln w="76200">
            <a:solidFill>
              <a:schemeClr val="accent2">
                <a:alpha val="100000"/>
              </a:schemeClr>
            </a:solidFill>
          </a:ln>
        </p:spPr>
        <p:txBody>
          <a:bodyPr wrap="square"/>
          <a:lstStyle/>
          <a:p>
            <a:endParaRPr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D79AA72-29BB-E8E6-3A95-15BAA897F825}"/>
              </a:ext>
            </a:extLst>
          </p:cNvPr>
          <p:cNvGrpSpPr/>
          <p:nvPr/>
        </p:nvGrpSpPr>
        <p:grpSpPr>
          <a:xfrm>
            <a:off x="4418176" y="1397626"/>
            <a:ext cx="3348000" cy="2304000"/>
            <a:chOff x="4422636" y="1836542"/>
            <a:chExt cx="3348000" cy="2376000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13026A24-BB9B-E252-3D09-B3DFB02104DA}"/>
                </a:ext>
              </a:extLst>
            </p:cNvPr>
            <p:cNvGrpSpPr/>
            <p:nvPr/>
          </p:nvGrpSpPr>
          <p:grpSpPr>
            <a:xfrm>
              <a:off x="4422636" y="1836542"/>
              <a:ext cx="3348000" cy="2376000"/>
              <a:chOff x="4422636" y="1836542"/>
              <a:chExt cx="3348000" cy="2376000"/>
            </a:xfrm>
          </p:grpSpPr>
          <p:sp>
            <p:nvSpPr>
              <p:cNvPr id="16" name="Central rounded box">
                <a:extLst>
                  <a:ext uri="{FF2B5EF4-FFF2-40B4-BE49-F238E27FC236}">
                    <a16:creationId xmlns:a16="http://schemas.microsoft.com/office/drawing/2014/main" id="{07FFA5AB-9789-06F9-9FED-307F86B1C205}"/>
                  </a:ext>
                </a:extLst>
              </p:cNvPr>
              <p:cNvSpPr/>
              <p:nvPr/>
            </p:nvSpPr>
            <p:spPr>
              <a:xfrm>
                <a:off x="4422636" y="1836542"/>
                <a:ext cx="3348000" cy="2376000"/>
              </a:xfrm>
              <a:prstGeom prst="roundRect">
                <a:avLst>
                  <a:gd name="adj" fmla="val 10000"/>
                </a:avLst>
              </a:prstGeom>
              <a:solidFill>
                <a:schemeClr val="bg1"/>
              </a:solidFill>
              <a:ln w="76200">
                <a:noFill/>
              </a:ln>
            </p:spPr>
            <p:txBody>
              <a:bodyPr wrap="square"/>
              <a:lstStyle/>
              <a:p>
                <a:pPr algn="ctr"/>
                <a:endParaRPr lang="nl-NL" b="1" dirty="0">
                  <a:solidFill>
                    <a:schemeClr val="accent1"/>
                  </a:solidFill>
                </a:endParaRPr>
              </a:p>
            </p:txBody>
          </p:sp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2B0F04AF-AEDA-9A33-9F49-CEC438AA6F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582837" y="2049997"/>
                <a:ext cx="2880000" cy="1070777"/>
              </a:xfrm>
              <a:prstGeom prst="rect">
                <a:avLst/>
              </a:prstGeom>
            </p:spPr>
          </p:pic>
        </p:grpSp>
        <p:sp>
          <p:nvSpPr>
            <p:cNvPr id="90" name="Bubble tip - 31"/>
            <p:cNvSpPr/>
            <p:nvPr/>
          </p:nvSpPr>
          <p:spPr>
            <a:xfrm>
              <a:off x="6172212" y="2647378"/>
              <a:ext cx="140000" cy="646355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1" name="Speech Bubble: Rectangle with Corners Rounded 30">
              <a:extLst>
                <a:ext uri="{FF2B5EF4-FFF2-40B4-BE49-F238E27FC236}">
                  <a16:creationId xmlns:a16="http://schemas.microsoft.com/office/drawing/2014/main" id="{D25FE34D-DE77-E379-C478-AF5627A9C9C6}"/>
                </a:ext>
              </a:extLst>
            </p:cNvPr>
            <p:cNvSpPr/>
            <p:nvPr/>
          </p:nvSpPr>
          <p:spPr>
            <a:xfrm>
              <a:off x="5720401" y="3248733"/>
              <a:ext cx="972000" cy="936000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144000" rIns="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r>
                <a:rPr lang="en-GB" sz="1600" dirty="0"/>
                <a:t>Adaptive/ spread out</a:t>
              </a:r>
            </a:p>
          </p:txBody>
        </p:sp>
        <p:sp>
          <p:nvSpPr>
            <p:cNvPr id="91" name="Bubble tip - 41"/>
            <p:cNvSpPr/>
            <p:nvPr/>
          </p:nvSpPr>
          <p:spPr>
            <a:xfrm>
              <a:off x="7117212" y="3081324"/>
              <a:ext cx="140000" cy="212409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1" name="Speech Bubble: Rectangle with Corners Rounded 40">
              <a:extLst>
                <a:ext uri="{FF2B5EF4-FFF2-40B4-BE49-F238E27FC236}">
                  <a16:creationId xmlns:a16="http://schemas.microsoft.com/office/drawing/2014/main" id="{70D28A7C-96CC-FD3A-C153-3E728FC2E781}"/>
                </a:ext>
              </a:extLst>
            </p:cNvPr>
            <p:cNvSpPr/>
            <p:nvPr/>
          </p:nvSpPr>
          <p:spPr>
            <a:xfrm>
              <a:off x="6709310" y="3248733"/>
              <a:ext cx="972000" cy="936000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144000" rIns="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r>
                <a:rPr lang="en-GB" sz="1600" dirty="0"/>
                <a:t>Full power until filled</a:t>
              </a:r>
            </a:p>
          </p:txBody>
        </p:sp>
        <p:sp>
          <p:nvSpPr>
            <p:cNvPr id="89" name="Bubble tip - 43"/>
            <p:cNvSpPr/>
            <p:nvPr/>
          </p:nvSpPr>
          <p:spPr>
            <a:xfrm>
              <a:off x="5047212" y="3092596"/>
              <a:ext cx="140000" cy="171304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43" name="Speech Bubble: Rectangle with Corners Rounded 42">
              <a:extLst>
                <a:ext uri="{FF2B5EF4-FFF2-40B4-BE49-F238E27FC236}">
                  <a16:creationId xmlns:a16="http://schemas.microsoft.com/office/drawing/2014/main" id="{0D2245C0-6128-5DBD-4F94-080C3253AC77}"/>
                </a:ext>
              </a:extLst>
            </p:cNvPr>
            <p:cNvSpPr/>
            <p:nvPr/>
          </p:nvSpPr>
          <p:spPr>
            <a:xfrm>
              <a:off x="4522316" y="3218900"/>
              <a:ext cx="1188000" cy="936000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144000" rIns="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r>
                <a:rPr lang="en-GB" sz="1600" dirty="0"/>
                <a:t>Available power modulation</a:t>
              </a:r>
            </a:p>
          </p:txBody>
        </p:sp>
      </p:grpSp>
      <p:sp>
        <p:nvSpPr>
          <p:cNvPr id="69" name="Central rounded box">
            <a:extLst>
              <a:ext uri="{FF2B5EF4-FFF2-40B4-BE49-F238E27FC236}">
                <a16:creationId xmlns:a16="http://schemas.microsoft.com/office/drawing/2014/main" id="{FA01D0ED-80A0-9A98-D1E6-6E2C76362B85}"/>
              </a:ext>
            </a:extLst>
          </p:cNvPr>
          <p:cNvSpPr/>
          <p:nvPr/>
        </p:nvSpPr>
        <p:spPr>
          <a:xfrm>
            <a:off x="4424876" y="3854919"/>
            <a:ext cx="3348000" cy="23040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76200">
            <a:noFill/>
          </a:ln>
        </p:spPr>
        <p:txBody>
          <a:bodyPr wrap="square"/>
          <a:lstStyle/>
          <a:p>
            <a:pPr algn="ctr"/>
            <a:endParaRPr lang="nl-NL" b="1" dirty="0">
              <a:solidFill>
                <a:schemeClr val="accent1"/>
              </a:solidFill>
            </a:endParaRP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1DF05423-4B07-80C8-A835-801A75DF0529}"/>
              </a:ext>
            </a:extLst>
          </p:cNvPr>
          <p:cNvGrpSpPr/>
          <p:nvPr/>
        </p:nvGrpSpPr>
        <p:grpSpPr>
          <a:xfrm>
            <a:off x="4770823" y="4499835"/>
            <a:ext cx="2656107" cy="1014168"/>
            <a:chOff x="4574245" y="4429230"/>
            <a:chExt cx="2656107" cy="1014168"/>
          </a:xfrm>
        </p:grpSpPr>
        <p:pic>
          <p:nvPicPr>
            <p:cNvPr id="58" name="Graphic 57" descr="Battery half full with three charge bars">
              <a:extLst>
                <a:ext uri="{FF2B5EF4-FFF2-40B4-BE49-F238E27FC236}">
                  <a16:creationId xmlns:a16="http://schemas.microsoft.com/office/drawing/2014/main" id="{EF3FA87E-1AF3-E467-015A-5680D73D2FE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574245" y="4528998"/>
              <a:ext cx="914400" cy="914400"/>
            </a:xfrm>
            <a:prstGeom prst="rect">
              <a:avLst/>
            </a:prstGeom>
          </p:spPr>
        </p:pic>
        <p:sp>
          <p:nvSpPr>
            <p:cNvPr id="70" name="Speech Bubble: Rectangle with Corners Rounded 69">
              <a:extLst>
                <a:ext uri="{FF2B5EF4-FFF2-40B4-BE49-F238E27FC236}">
                  <a16:creationId xmlns:a16="http://schemas.microsoft.com/office/drawing/2014/main" id="{01344688-A3C9-FDDB-DC92-0E0B10B3714D}"/>
                </a:ext>
              </a:extLst>
            </p:cNvPr>
            <p:cNvSpPr/>
            <p:nvPr/>
          </p:nvSpPr>
          <p:spPr>
            <a:xfrm>
              <a:off x="5718352" y="4429230"/>
              <a:ext cx="1512000" cy="936000"/>
            </a:xfrm>
            <a:prstGeom prst="wedgeRoundRectCallout">
              <a:avLst>
                <a:gd name="adj1" fmla="val -70011"/>
                <a:gd name="adj2" fmla="val 2382"/>
                <a:gd name="adj3" fmla="val 1666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r>
                <a:rPr lang="en-GB" sz="1600" dirty="0"/>
                <a:t>Charge only if battery below given threshold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36370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A92DD-8547-C089-84FB-ABFBEB22C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749B5-461B-706D-11B2-4C6930B07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046" y="722921"/>
            <a:ext cx="10800000" cy="369025"/>
          </a:xfrm>
        </p:spPr>
        <p:txBody>
          <a:bodyPr/>
          <a:lstStyle/>
          <a:p>
            <a:r>
              <a:rPr lang="nl-NL" dirty="0" err="1"/>
              <a:t>Create</a:t>
            </a:r>
            <a:r>
              <a:rPr lang="nl-NL" dirty="0"/>
              <a:t> dashboard </a:t>
            </a:r>
            <a:r>
              <a:rPr lang="nl-NL" dirty="0" err="1"/>
              <a:t>to</a:t>
            </a:r>
            <a:r>
              <a:rPr lang="nl-NL" dirty="0"/>
              <a:t> test </a:t>
            </a:r>
            <a:r>
              <a:rPr lang="nl-NL" dirty="0" err="1"/>
              <a:t>variants</a:t>
            </a:r>
            <a:r>
              <a:rPr lang="nl-NL" dirty="0"/>
              <a:t> of </a:t>
            </a:r>
            <a:r>
              <a:rPr lang="nl-NL" dirty="0" err="1"/>
              <a:t>tested</a:t>
            </a:r>
            <a:r>
              <a:rPr lang="nl-NL" dirty="0"/>
              <a:t> </a:t>
            </a:r>
            <a:r>
              <a:rPr lang="nl-NL" dirty="0" err="1"/>
              <a:t>elements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F9A7-B13E-1D00-B1FB-5A9DD50F7C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4C6A73-7E32-9E00-CB0E-B2AA2CB91A4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GB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6F3BF30-5D01-5081-6059-83856085E1AE}"/>
              </a:ext>
            </a:extLst>
          </p:cNvPr>
          <p:cNvGrpSpPr/>
          <p:nvPr/>
        </p:nvGrpSpPr>
        <p:grpSpPr>
          <a:xfrm>
            <a:off x="5017694" y="2755804"/>
            <a:ext cx="2103120" cy="2194560"/>
            <a:chOff x="5017694" y="2755804"/>
            <a:chExt cx="2103120" cy="2194560"/>
          </a:xfrm>
        </p:grpSpPr>
        <p:sp>
          <p:nvSpPr>
            <p:cNvPr id="12" name="Flowchart: Alternate Process 11">
              <a:extLst>
                <a:ext uri="{FF2B5EF4-FFF2-40B4-BE49-F238E27FC236}">
                  <a16:creationId xmlns:a16="http://schemas.microsoft.com/office/drawing/2014/main" id="{2CBC9BE0-89FB-9CD0-6A94-2B0A57BEF79F}"/>
                </a:ext>
              </a:extLst>
            </p:cNvPr>
            <p:cNvSpPr/>
            <p:nvPr/>
          </p:nvSpPr>
          <p:spPr>
            <a:xfrm>
              <a:off x="5017694" y="2755804"/>
              <a:ext cx="2103120" cy="2194560"/>
            </a:xfrm>
            <a:prstGeom prst="flowChartAlternateProcess">
              <a:avLst/>
            </a:prstGeom>
            <a:solidFill>
              <a:srgbClr val="FFFFFF"/>
            </a:solidFill>
            <a:ln w="101600">
              <a:solidFill>
                <a:srgbClr val="6495E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endParaRP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DB36758C-D996-B23A-F0B3-2E00135CDC8D}"/>
              </a:ext>
            </a:extLst>
          </p:cNvPr>
          <p:cNvGrpSpPr/>
          <p:nvPr/>
        </p:nvGrpSpPr>
        <p:grpSpPr>
          <a:xfrm>
            <a:off x="725363" y="1403840"/>
            <a:ext cx="3277272" cy="4860000"/>
            <a:chOff x="413237" y="1406769"/>
            <a:chExt cx="3277272" cy="4860000"/>
          </a:xfrm>
        </p:grpSpPr>
        <p:sp>
          <p:nvSpPr>
            <p:cNvPr id="9" name="Flowchart: Alternate Process 8">
              <a:extLst>
                <a:ext uri="{FF2B5EF4-FFF2-40B4-BE49-F238E27FC236}">
                  <a16:creationId xmlns:a16="http://schemas.microsoft.com/office/drawing/2014/main" id="{8775E869-B242-62B5-6549-F38CDE67B2CD}"/>
                </a:ext>
              </a:extLst>
            </p:cNvPr>
            <p:cNvSpPr/>
            <p:nvPr/>
          </p:nvSpPr>
          <p:spPr>
            <a:xfrm>
              <a:off x="413237" y="1406769"/>
              <a:ext cx="3204000" cy="2160000"/>
            </a:xfrm>
            <a:prstGeom prst="flowChartAlternateProcess">
              <a:avLst/>
            </a:prstGeom>
            <a:noFill/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0" rIns="144000" bIns="14400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2400" b="1" i="0" u="none" strike="noStrike" kern="1200" cap="none" spc="0" normalizeH="0" baseline="0" noProof="0" err="1">
                  <a:ln>
                    <a:noFill/>
                  </a:ln>
                  <a:solidFill>
                    <a:srgbClr val="123EB7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Grid</a:t>
              </a:r>
              <a:r>
                <a:rPr kumimoji="0" lang="nl-NL" sz="2400" b="1" i="0" u="none" strike="noStrike" kern="1200" cap="none" spc="0" normalizeH="0" baseline="0" noProof="0">
                  <a:ln>
                    <a:noFill/>
                  </a:ln>
                  <a:solidFill>
                    <a:srgbClr val="123EB7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 </a:t>
              </a:r>
              <a:r>
                <a:rPr kumimoji="0" lang="nl-NL" sz="2400" b="1" i="0" u="none" strike="noStrike" kern="1200" cap="none" spc="0" normalizeH="0" baseline="0" noProof="0" err="1">
                  <a:ln>
                    <a:noFill/>
                  </a:ln>
                  <a:solidFill>
                    <a:srgbClr val="123EB7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models</a:t>
              </a:r>
              <a:endParaRPr kumimoji="0" lang="en-GB" sz="2400" b="1" i="0" u="none" strike="noStrike" kern="1200" cap="none" spc="0" normalizeH="0" baseline="0" noProof="0" err="1">
                <a:ln>
                  <a:noFill/>
                </a:ln>
                <a:solidFill>
                  <a:srgbClr val="123EB7"/>
                </a:solidFill>
                <a:effectLst/>
                <a:uLnTx/>
                <a:uFillTx/>
                <a:latin typeface="FS Me Pro"/>
                <a:ea typeface="+mn-ea"/>
                <a:cs typeface="+mn-cs"/>
              </a:endParaRPr>
            </a:p>
          </p:txBody>
        </p:sp>
        <p:pic>
          <p:nvPicPr>
            <p:cNvPr id="15" name="Graphic 14" descr="Electric Tower with solid fill">
              <a:extLst>
                <a:ext uri="{FF2B5EF4-FFF2-40B4-BE49-F238E27FC236}">
                  <a16:creationId xmlns:a16="http://schemas.microsoft.com/office/drawing/2014/main" id="{BBBB5886-D52D-0348-4C60-4344F0D4D79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792146" y="1903519"/>
              <a:ext cx="1512000" cy="1512000"/>
            </a:xfrm>
            <a:prstGeom prst="rect">
              <a:avLst/>
            </a:prstGeom>
          </p:spPr>
        </p:pic>
        <p:pic>
          <p:nvPicPr>
            <p:cNvPr id="17" name="Graphic 16" descr="Mental Health with solid fill">
              <a:extLst>
                <a:ext uri="{FF2B5EF4-FFF2-40B4-BE49-F238E27FC236}">
                  <a16:creationId xmlns:a16="http://schemas.microsoft.com/office/drawing/2014/main" id="{7416B592-B948-E400-AEFD-52BEC5B13C7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14474" y="4598907"/>
              <a:ext cx="1512000" cy="1512000"/>
            </a:xfrm>
            <a:prstGeom prst="rect">
              <a:avLst/>
            </a:prstGeom>
          </p:spPr>
        </p:pic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0EF9D73-8CD5-311F-46C1-2E2714CAF24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60312" y="1903519"/>
              <a:ext cx="1336151" cy="1512000"/>
              <a:chOff x="7515929" y="1759604"/>
              <a:chExt cx="2731373" cy="3090848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EA27C206-1FAD-8AC2-2442-CC793616995D}"/>
                  </a:ext>
                </a:extLst>
              </p:cNvPr>
              <p:cNvGrpSpPr/>
              <p:nvPr/>
            </p:nvGrpSpPr>
            <p:grpSpPr>
              <a:xfrm>
                <a:off x="7801888" y="2165011"/>
                <a:ext cx="2159454" cy="2685441"/>
                <a:chOff x="4998584" y="1735520"/>
                <a:chExt cx="2159454" cy="2685441"/>
              </a:xfrm>
            </p:grpSpPr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D8D639C5-3F74-4C4E-4CDE-00E4DE559782}"/>
                    </a:ext>
                  </a:extLst>
                </p:cNvPr>
                <p:cNvSpPr/>
                <p:nvPr/>
              </p:nvSpPr>
              <p:spPr>
                <a:xfrm>
                  <a:off x="5359854" y="2800350"/>
                  <a:ext cx="1436914" cy="1420586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144000" bIns="14400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2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6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FS Me Pro"/>
                    <a:ea typeface="+mn-ea"/>
                    <a:cs typeface="+mn-cs"/>
                  </a:endParaRP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ED21BFAB-DA2F-14C5-C1B2-A4C3FBBFFF78}"/>
                    </a:ext>
                  </a:extLst>
                </p:cNvPr>
                <p:cNvSpPr/>
                <p:nvPr/>
              </p:nvSpPr>
              <p:spPr>
                <a:xfrm>
                  <a:off x="4998584" y="2637064"/>
                  <a:ext cx="2159454" cy="200025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144000" bIns="14400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2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6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FS Me Pro"/>
                    <a:ea typeface="+mn-ea"/>
                    <a:cs typeface="+mn-cs"/>
                  </a:endParaRP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191E350D-54D6-7462-348D-9519C38069D1}"/>
                    </a:ext>
                  </a:extLst>
                </p:cNvPr>
                <p:cNvSpPr/>
                <p:nvPr/>
              </p:nvSpPr>
              <p:spPr>
                <a:xfrm>
                  <a:off x="4998584" y="4220936"/>
                  <a:ext cx="2159454" cy="200025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144000" bIns="14400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2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6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FS Me Pro"/>
                    <a:ea typeface="+mn-ea"/>
                    <a:cs typeface="+mn-cs"/>
                  </a:endParaRPr>
                </a:p>
              </p:txBody>
            </p:sp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A6F5D39F-12B1-81B1-82C6-3B24BE81E66E}"/>
                    </a:ext>
                  </a:extLst>
                </p:cNvPr>
                <p:cNvGrpSpPr/>
                <p:nvPr/>
              </p:nvGrpSpPr>
              <p:grpSpPr>
                <a:xfrm>
                  <a:off x="5395232" y="1735520"/>
                  <a:ext cx="405471" cy="1456231"/>
                  <a:chOff x="5436064" y="1665660"/>
                  <a:chExt cx="405471" cy="1456231"/>
                </a:xfrm>
              </p:grpSpPr>
              <p:grpSp>
                <p:nvGrpSpPr>
                  <p:cNvPr id="57" name="Group 56">
                    <a:extLst>
                      <a:ext uri="{FF2B5EF4-FFF2-40B4-BE49-F238E27FC236}">
                        <a16:creationId xmlns:a16="http://schemas.microsoft.com/office/drawing/2014/main" id="{158A59EA-6DE4-04AC-7C76-216A7EA217F5}"/>
                      </a:ext>
                    </a:extLst>
                  </p:cNvPr>
                  <p:cNvGrpSpPr/>
                  <p:nvPr/>
                </p:nvGrpSpPr>
                <p:grpSpPr>
                  <a:xfrm>
                    <a:off x="5436064" y="1665660"/>
                    <a:ext cx="405471" cy="1456231"/>
                    <a:chOff x="5436064" y="1665660"/>
                    <a:chExt cx="405471" cy="1456231"/>
                  </a:xfrm>
                </p:grpSpPr>
                <p:cxnSp>
                  <p:nvCxnSpPr>
                    <p:cNvPr id="60" name="Straight Connector 59">
                      <a:extLst>
                        <a:ext uri="{FF2B5EF4-FFF2-40B4-BE49-F238E27FC236}">
                          <a16:creationId xmlns:a16="http://schemas.microsoft.com/office/drawing/2014/main" id="{9B6F91D0-EE83-3CBA-5691-055D24FE2E0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633718" y="1665660"/>
                      <a:ext cx="5082" cy="1456231"/>
                    </a:xfrm>
                    <a:prstGeom prst="line">
                      <a:avLst/>
                    </a:prstGeom>
                    <a:ln w="53340" cap="rnd">
                      <a:solidFill>
                        <a:schemeClr val="accent4"/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61" name="Group 60">
                      <a:extLst>
                        <a:ext uri="{FF2B5EF4-FFF2-40B4-BE49-F238E27FC236}">
                          <a16:creationId xmlns:a16="http://schemas.microsoft.com/office/drawing/2014/main" id="{BABFA901-D5AB-2344-88BF-4FD29CBBB34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436064" y="1912489"/>
                      <a:ext cx="405471" cy="520800"/>
                      <a:chOff x="3330637" y="2164530"/>
                      <a:chExt cx="405471" cy="520800"/>
                    </a:xfrm>
                  </p:grpSpPr>
                  <p:sp>
                    <p:nvSpPr>
                      <p:cNvPr id="62" name="Flowchart: Manual Operation 61">
                        <a:extLst>
                          <a:ext uri="{FF2B5EF4-FFF2-40B4-BE49-F238E27FC236}">
                            <a16:creationId xmlns:a16="http://schemas.microsoft.com/office/drawing/2014/main" id="{0DF9568B-740B-571A-E431-F78F36CFBBEB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1645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63" name="Flowchart: Manual Operation 62">
                        <a:extLst>
                          <a:ext uri="{FF2B5EF4-FFF2-40B4-BE49-F238E27FC236}">
                            <a16:creationId xmlns:a16="http://schemas.microsoft.com/office/drawing/2014/main" id="{46AC93DC-A054-8F70-7A22-6C8C8A34BC13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3169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64" name="Flowchart: Manual Operation 63">
                        <a:extLst>
                          <a:ext uri="{FF2B5EF4-FFF2-40B4-BE49-F238E27FC236}">
                            <a16:creationId xmlns:a16="http://schemas.microsoft.com/office/drawing/2014/main" id="{3D6DE846-3A5D-40D3-2D3A-6F0CC7FC0932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4693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59" name="Rectangle 58">
                    <a:extLst>
                      <a:ext uri="{FF2B5EF4-FFF2-40B4-BE49-F238E27FC236}">
                        <a16:creationId xmlns:a16="http://schemas.microsoft.com/office/drawing/2014/main" id="{5EE7E457-40F0-14DA-A5A6-A48AD7356061}"/>
                      </a:ext>
                    </a:extLst>
                  </p:cNvPr>
                  <p:cNvSpPr/>
                  <p:nvPr/>
                </p:nvSpPr>
                <p:spPr>
                  <a:xfrm>
                    <a:off x="5499791" y="2426404"/>
                    <a:ext cx="267854" cy="143164"/>
                  </a:xfrm>
                  <a:prstGeom prst="rect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44000" tIns="144000" rIns="144000" bIns="14400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2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600" b="0" i="0" u="none" strike="noStrike" kern="1200" cap="none" spc="0" normalizeH="0" baseline="0" noProof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FS Me Pro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364D574F-C565-8ECC-6E79-6896C4DCC27A}"/>
                    </a:ext>
                  </a:extLst>
                </p:cNvPr>
                <p:cNvGrpSpPr/>
                <p:nvPr/>
              </p:nvGrpSpPr>
              <p:grpSpPr>
                <a:xfrm>
                  <a:off x="5905060" y="1735520"/>
                  <a:ext cx="405471" cy="1456231"/>
                  <a:chOff x="5436064" y="1665660"/>
                  <a:chExt cx="405471" cy="1456231"/>
                </a:xfrm>
              </p:grpSpPr>
              <p:grpSp>
                <p:nvGrpSpPr>
                  <p:cNvPr id="45" name="Group 44">
                    <a:extLst>
                      <a:ext uri="{FF2B5EF4-FFF2-40B4-BE49-F238E27FC236}">
                        <a16:creationId xmlns:a16="http://schemas.microsoft.com/office/drawing/2014/main" id="{E91F7E24-5B89-4E9C-24B2-8D4B2BBCA37C}"/>
                      </a:ext>
                    </a:extLst>
                  </p:cNvPr>
                  <p:cNvGrpSpPr/>
                  <p:nvPr/>
                </p:nvGrpSpPr>
                <p:grpSpPr>
                  <a:xfrm>
                    <a:off x="5436064" y="1665660"/>
                    <a:ext cx="405471" cy="1456231"/>
                    <a:chOff x="5436064" y="1665660"/>
                    <a:chExt cx="405471" cy="1456231"/>
                  </a:xfrm>
                </p:grpSpPr>
                <p:cxnSp>
                  <p:nvCxnSpPr>
                    <p:cNvPr id="47" name="Straight Connector 46">
                      <a:extLst>
                        <a:ext uri="{FF2B5EF4-FFF2-40B4-BE49-F238E27FC236}">
                          <a16:creationId xmlns:a16="http://schemas.microsoft.com/office/drawing/2014/main" id="{334F9538-62C3-B1D6-225C-A2E4A7BB588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633718" y="1665660"/>
                      <a:ext cx="5082" cy="1456231"/>
                    </a:xfrm>
                    <a:prstGeom prst="line">
                      <a:avLst/>
                    </a:prstGeom>
                    <a:ln w="53340" cap="rnd">
                      <a:solidFill>
                        <a:schemeClr val="accent4"/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49" name="Group 48">
                      <a:extLst>
                        <a:ext uri="{FF2B5EF4-FFF2-40B4-BE49-F238E27FC236}">
                          <a16:creationId xmlns:a16="http://schemas.microsoft.com/office/drawing/2014/main" id="{6F87A65F-1E2A-85F8-A3D8-D7AC38AE91B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436064" y="1912489"/>
                      <a:ext cx="405471" cy="520800"/>
                      <a:chOff x="3330637" y="2164530"/>
                      <a:chExt cx="405471" cy="520800"/>
                    </a:xfrm>
                  </p:grpSpPr>
                  <p:sp>
                    <p:nvSpPr>
                      <p:cNvPr id="51" name="Flowchart: Manual Operation 50">
                        <a:extLst>
                          <a:ext uri="{FF2B5EF4-FFF2-40B4-BE49-F238E27FC236}">
                            <a16:creationId xmlns:a16="http://schemas.microsoft.com/office/drawing/2014/main" id="{84EAE7FD-D43C-B22B-024C-49BDDB46395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1645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53" name="Flowchart: Manual Operation 52">
                        <a:extLst>
                          <a:ext uri="{FF2B5EF4-FFF2-40B4-BE49-F238E27FC236}">
                            <a16:creationId xmlns:a16="http://schemas.microsoft.com/office/drawing/2014/main" id="{BE533888-4EB2-44D6-392D-141FE6BAB81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3169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55" name="Flowchart: Manual Operation 54">
                        <a:extLst>
                          <a:ext uri="{FF2B5EF4-FFF2-40B4-BE49-F238E27FC236}">
                            <a16:creationId xmlns:a16="http://schemas.microsoft.com/office/drawing/2014/main" id="{25CC6D70-333F-3666-6135-DAF91A1DA3A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4693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BC6CCC2C-C406-C414-4180-39C36DB4535E}"/>
                      </a:ext>
                    </a:extLst>
                  </p:cNvPr>
                  <p:cNvSpPr/>
                  <p:nvPr/>
                </p:nvSpPr>
                <p:spPr>
                  <a:xfrm>
                    <a:off x="5499791" y="2426404"/>
                    <a:ext cx="267854" cy="143164"/>
                  </a:xfrm>
                  <a:prstGeom prst="rect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44000" tIns="144000" rIns="144000" bIns="14400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2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600" b="0" i="0" u="none" strike="noStrike" kern="1200" cap="none" spc="0" normalizeH="0" baseline="0" noProof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FS Me Pro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28" name="Group 27">
                  <a:extLst>
                    <a:ext uri="{FF2B5EF4-FFF2-40B4-BE49-F238E27FC236}">
                      <a16:creationId xmlns:a16="http://schemas.microsoft.com/office/drawing/2014/main" id="{A7A88DA1-7043-91FE-A9CC-5075156B115B}"/>
                    </a:ext>
                  </a:extLst>
                </p:cNvPr>
                <p:cNvGrpSpPr/>
                <p:nvPr/>
              </p:nvGrpSpPr>
              <p:grpSpPr>
                <a:xfrm>
                  <a:off x="6414887" y="1735520"/>
                  <a:ext cx="405471" cy="1456231"/>
                  <a:chOff x="5436064" y="1665660"/>
                  <a:chExt cx="405471" cy="1456231"/>
                </a:xfrm>
              </p:grpSpPr>
              <p:grpSp>
                <p:nvGrpSpPr>
                  <p:cNvPr id="32" name="Group 31">
                    <a:extLst>
                      <a:ext uri="{FF2B5EF4-FFF2-40B4-BE49-F238E27FC236}">
                        <a16:creationId xmlns:a16="http://schemas.microsoft.com/office/drawing/2014/main" id="{C25E814A-80FD-A93E-29E4-BC723E3E50E5}"/>
                      </a:ext>
                    </a:extLst>
                  </p:cNvPr>
                  <p:cNvGrpSpPr/>
                  <p:nvPr/>
                </p:nvGrpSpPr>
                <p:grpSpPr>
                  <a:xfrm>
                    <a:off x="5436064" y="1665660"/>
                    <a:ext cx="405471" cy="1456231"/>
                    <a:chOff x="5436064" y="1665660"/>
                    <a:chExt cx="405471" cy="1456231"/>
                  </a:xfrm>
                </p:grpSpPr>
                <p:cxnSp>
                  <p:nvCxnSpPr>
                    <p:cNvPr id="34" name="Straight Connector 33">
                      <a:extLst>
                        <a:ext uri="{FF2B5EF4-FFF2-40B4-BE49-F238E27FC236}">
                          <a16:creationId xmlns:a16="http://schemas.microsoft.com/office/drawing/2014/main" id="{98A83653-A4A8-A159-5F82-373222245FA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633718" y="1665660"/>
                      <a:ext cx="5082" cy="1456231"/>
                    </a:xfrm>
                    <a:prstGeom prst="line">
                      <a:avLst/>
                    </a:prstGeom>
                    <a:ln w="53340" cap="rnd">
                      <a:solidFill>
                        <a:schemeClr val="accent4"/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36" name="Group 35">
                      <a:extLst>
                        <a:ext uri="{FF2B5EF4-FFF2-40B4-BE49-F238E27FC236}">
                          <a16:creationId xmlns:a16="http://schemas.microsoft.com/office/drawing/2014/main" id="{EC1C40E5-4157-88EF-E061-65796E63383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436064" y="1912489"/>
                      <a:ext cx="405471" cy="520800"/>
                      <a:chOff x="3330637" y="2164530"/>
                      <a:chExt cx="405471" cy="520800"/>
                    </a:xfrm>
                  </p:grpSpPr>
                  <p:sp>
                    <p:nvSpPr>
                      <p:cNvPr id="37" name="Flowchart: Manual Operation 36">
                        <a:extLst>
                          <a:ext uri="{FF2B5EF4-FFF2-40B4-BE49-F238E27FC236}">
                            <a16:creationId xmlns:a16="http://schemas.microsoft.com/office/drawing/2014/main" id="{25B5B82B-8721-1C74-654F-C83B62C35CA8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1645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38" name="Flowchart: Manual Operation 37">
                        <a:extLst>
                          <a:ext uri="{FF2B5EF4-FFF2-40B4-BE49-F238E27FC236}">
                            <a16:creationId xmlns:a16="http://schemas.microsoft.com/office/drawing/2014/main" id="{A73B6E5D-2199-24CF-F00A-2F70B3E3E7DC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3169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44" name="Flowchart: Manual Operation 43">
                        <a:extLst>
                          <a:ext uri="{FF2B5EF4-FFF2-40B4-BE49-F238E27FC236}">
                            <a16:creationId xmlns:a16="http://schemas.microsoft.com/office/drawing/2014/main" id="{ED0274AC-16AF-E4D6-390E-7FAD74A82835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 rot="10800000">
                        <a:off x="3330637" y="2469330"/>
                        <a:ext cx="405471" cy="216000"/>
                      </a:xfrm>
                      <a:prstGeom prst="flowChartManualOperation">
                        <a:avLst/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144000" tIns="144000" rIns="144000" bIns="144000"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200"/>
                          </a:spcBef>
                          <a:spcAft>
                            <a:spcPts val="2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GB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S Me Pro"/>
                          <a:ea typeface="+mn-ea"/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D0741F58-451E-5BAA-AC56-3EA7AA491AFC}"/>
                      </a:ext>
                    </a:extLst>
                  </p:cNvPr>
                  <p:cNvSpPr/>
                  <p:nvPr/>
                </p:nvSpPr>
                <p:spPr>
                  <a:xfrm>
                    <a:off x="5499791" y="2426404"/>
                    <a:ext cx="267854" cy="143164"/>
                  </a:xfrm>
                  <a:prstGeom prst="rect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44000" tIns="144000" rIns="144000" bIns="144000"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2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600" b="0" i="0" u="none" strike="noStrike" kern="1200" cap="none" spc="0" normalizeH="0" baseline="0" noProof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FS Me Pro"/>
                      <a:ea typeface="+mn-ea"/>
                      <a:cs typeface="+mn-cs"/>
                    </a:endParaRPr>
                  </a:p>
                </p:txBody>
              </p:sp>
            </p:grpSp>
            <p:pic>
              <p:nvPicPr>
                <p:cNvPr id="29" name="Graphic 28" descr="High voltage with solid fill">
                  <a:extLst>
                    <a:ext uri="{FF2B5EF4-FFF2-40B4-BE49-F238E27FC236}">
                      <a16:creationId xmlns:a16="http://schemas.microsoft.com/office/drawing/2014/main" id="{796607F1-F519-FDED-93F7-54D0739634E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45513" y="2965337"/>
                  <a:ext cx="914400" cy="914400"/>
                </a:xfrm>
                <a:prstGeom prst="rect">
                  <a:avLst/>
                </a:prstGeom>
              </p:spPr>
            </p:pic>
          </p:grp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47213B0-1D5B-0890-8D57-4C7FB4E8B7E0}"/>
                  </a:ext>
                </a:extLst>
              </p:cNvPr>
              <p:cNvSpPr txBox="1"/>
              <p:nvPr/>
            </p:nvSpPr>
            <p:spPr>
              <a:xfrm>
                <a:off x="7515929" y="1759604"/>
                <a:ext cx="2731373" cy="44098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600" b="0" i="0" u="none" strike="noStrike" kern="1200" cap="none" spc="0" normalizeH="0" baseline="0" noProof="0">
                  <a:ln>
                    <a:noFill/>
                  </a:ln>
                  <a:solidFill>
                    <a:srgbClr val="002484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endParaRPr>
              </a:p>
            </p:txBody>
          </p:sp>
        </p:grpSp>
        <p:pic>
          <p:nvPicPr>
            <p:cNvPr id="71" name="Graphic 70" descr="Group success with solid fill">
              <a:extLst>
                <a:ext uri="{FF2B5EF4-FFF2-40B4-BE49-F238E27FC236}">
                  <a16:creationId xmlns:a16="http://schemas.microsoft.com/office/drawing/2014/main" id="{C42B2B4E-4B20-548A-C65A-50FC193A324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792126" y="4598907"/>
              <a:ext cx="1512000" cy="1512000"/>
            </a:xfrm>
            <a:prstGeom prst="rect">
              <a:avLst/>
            </a:prstGeom>
          </p:spPr>
        </p:pic>
        <p:sp>
          <p:nvSpPr>
            <p:cNvPr id="73" name="Flowchart: Alternate Process 72">
              <a:extLst>
                <a:ext uri="{FF2B5EF4-FFF2-40B4-BE49-F238E27FC236}">
                  <a16:creationId xmlns:a16="http://schemas.microsoft.com/office/drawing/2014/main" id="{83651CD4-B5F9-F704-47F2-96177356FBC2}"/>
                </a:ext>
              </a:extLst>
            </p:cNvPr>
            <p:cNvSpPr/>
            <p:nvPr/>
          </p:nvSpPr>
          <p:spPr>
            <a:xfrm>
              <a:off x="486509" y="4106769"/>
              <a:ext cx="3204000" cy="2160000"/>
            </a:xfrm>
            <a:prstGeom prst="flowChartAlternateProcess">
              <a:avLst/>
            </a:prstGeom>
            <a:noFill/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14400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User </a:t>
              </a:r>
              <a:r>
                <a:rPr kumimoji="0" lang="nl-NL" sz="2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behaviour</a:t>
              </a:r>
              <a:endPara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FS Me Pro"/>
                <a:ea typeface="+mn-ea"/>
                <a:cs typeface="+mn-cs"/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12AF0B60-0101-E559-0BA9-D8FE8C4164F0}"/>
              </a:ext>
            </a:extLst>
          </p:cNvPr>
          <p:cNvGrpSpPr>
            <a:grpSpLocks noChangeAspect="1"/>
          </p:cNvGrpSpPr>
          <p:nvPr/>
        </p:nvGrpSpPr>
        <p:grpSpPr>
          <a:xfrm>
            <a:off x="9272825" y="2155757"/>
            <a:ext cx="839105" cy="1332000"/>
            <a:chOff x="4291398" y="2212866"/>
            <a:chExt cx="2085009" cy="3309760"/>
          </a:xfrm>
        </p:grpSpPr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4FEA5B0F-B2BF-ED3C-0E0B-9BDA1C8AD9F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91398" y="2212866"/>
              <a:ext cx="2085009" cy="3309760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endParaRPr>
            </a:p>
          </p:txBody>
        </p:sp>
        <p:pic>
          <p:nvPicPr>
            <p:cNvPr id="67" name="Graphic 66" descr="Plugged Unplugged with solid fill">
              <a:extLst>
                <a:ext uri="{FF2B5EF4-FFF2-40B4-BE49-F238E27FC236}">
                  <a16:creationId xmlns:a16="http://schemas.microsoft.com/office/drawing/2014/main" id="{16C5D8C3-3039-DD45-2C81-1678C5A0286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477399" y="3011243"/>
              <a:ext cx="1713006" cy="1713006"/>
            </a:xfrm>
            <a:prstGeom prst="rect">
              <a:avLst/>
            </a:prstGeom>
          </p:spPr>
        </p:pic>
      </p:grpSp>
      <p:sp>
        <p:nvSpPr>
          <p:cNvPr id="75" name="Flowchart: Alternate Process 74">
            <a:extLst>
              <a:ext uri="{FF2B5EF4-FFF2-40B4-BE49-F238E27FC236}">
                <a16:creationId xmlns:a16="http://schemas.microsoft.com/office/drawing/2014/main" id="{724B04A1-F684-DDEC-73A4-05D365ED7755}"/>
              </a:ext>
            </a:extLst>
          </p:cNvPr>
          <p:cNvSpPr/>
          <p:nvPr/>
        </p:nvSpPr>
        <p:spPr>
          <a:xfrm>
            <a:off x="8135872" y="1403840"/>
            <a:ext cx="3204000" cy="2160000"/>
          </a:xfrm>
          <a:prstGeom prst="flowChartAlternateProcess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4400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2400" b="1" i="0" u="none" strike="noStrike" kern="1200" cap="none" spc="0" normalizeH="0" baseline="0" noProof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Charging</a:t>
            </a:r>
            <a:r>
              <a:rPr kumimoji="0" lang="nl-NL" sz="24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 </a:t>
            </a:r>
            <a:r>
              <a:rPr kumimoji="0" lang="nl-NL" sz="2400" b="1" i="0" u="none" strike="noStrike" kern="1200" cap="none" spc="0" normalizeH="0" baseline="0" noProof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infrastructure</a:t>
            </a:r>
            <a:endParaRPr kumimoji="0" lang="en-GB" sz="2400" b="1" i="0" u="none" strike="noStrike" kern="1200" cap="none" spc="0" normalizeH="0" baseline="0" noProof="0" err="1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FS Me Pro"/>
              <a:ea typeface="+mn-ea"/>
              <a:cs typeface="+mn-cs"/>
            </a:endParaRPr>
          </a:p>
        </p:txBody>
      </p:sp>
      <p:sp>
        <p:nvSpPr>
          <p:cNvPr id="77" name="Flowchart: Alternate Process 76">
            <a:extLst>
              <a:ext uri="{FF2B5EF4-FFF2-40B4-BE49-F238E27FC236}">
                <a16:creationId xmlns:a16="http://schemas.microsoft.com/office/drawing/2014/main" id="{A9C9AF8F-687B-860D-29E5-829900A7C6F0}"/>
              </a:ext>
            </a:extLst>
          </p:cNvPr>
          <p:cNvSpPr/>
          <p:nvPr/>
        </p:nvSpPr>
        <p:spPr>
          <a:xfrm>
            <a:off x="8209144" y="4142328"/>
            <a:ext cx="3204000" cy="2160000"/>
          </a:xfrm>
          <a:prstGeom prst="flowChartAlternateProcess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4400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2400" b="1" i="0" u="none" strike="noStrike" kern="1200" cap="none" spc="0" normalizeH="0" baseline="0" noProof="0" err="1">
                <a:ln>
                  <a:noFill/>
                </a:ln>
                <a:solidFill>
                  <a:srgbClr val="002484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Charging</a:t>
            </a:r>
            <a:r>
              <a:rPr kumimoji="0" lang="nl-NL" sz="2400" b="1" i="0" u="none" strike="noStrike" kern="1200" cap="none" spc="0" normalizeH="0" baseline="0" noProof="0">
                <a:ln>
                  <a:noFill/>
                </a:ln>
                <a:solidFill>
                  <a:srgbClr val="002484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 </a:t>
            </a:r>
            <a:r>
              <a:rPr kumimoji="0" lang="nl-NL" sz="2400" b="1" i="0" u="none" strike="noStrike" kern="1200" cap="none" spc="0" normalizeH="0" baseline="0" noProof="0" err="1">
                <a:ln>
                  <a:noFill/>
                </a:ln>
                <a:solidFill>
                  <a:srgbClr val="002484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strategies</a:t>
            </a:r>
            <a:endParaRPr kumimoji="0" lang="en-GB" sz="2400" b="1" i="0" u="none" strike="noStrike" kern="1200" cap="none" spc="0" normalizeH="0" baseline="0" noProof="0" err="1">
              <a:ln>
                <a:noFill/>
              </a:ln>
              <a:solidFill>
                <a:srgbClr val="002484"/>
              </a:solidFill>
              <a:effectLst/>
              <a:uLnTx/>
              <a:uFillTx/>
              <a:latin typeface="FS Me Pro"/>
              <a:ea typeface="+mn-ea"/>
              <a:cs typeface="+mn-cs"/>
            </a:endParaRPr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B8CBCD1B-66B3-E32C-951F-360C7D5C68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4381" y="4880263"/>
            <a:ext cx="2880000" cy="1070777"/>
          </a:xfrm>
          <a:prstGeom prst="rect">
            <a:avLst/>
          </a:prstGeom>
        </p:spPr>
      </p:pic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E28D47C8-C164-8FF5-8CC4-B488F051A997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3929363" y="2483840"/>
            <a:ext cx="2139891" cy="271964"/>
          </a:xfrm>
          <a:prstGeom prst="bentConnector2">
            <a:avLst/>
          </a:prstGeom>
          <a:ln w="101600" cap="rnd">
            <a:solidFill>
              <a:schemeClr val="accent1"/>
            </a:solidFill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5F3C519E-3D1C-F4C0-0051-5B56217C76A1}"/>
              </a:ext>
            </a:extLst>
          </p:cNvPr>
          <p:cNvCxnSpPr>
            <a:cxnSpLocks/>
            <a:stCxn id="73" idx="3"/>
          </p:cNvCxnSpPr>
          <p:nvPr/>
        </p:nvCxnSpPr>
        <p:spPr>
          <a:xfrm flipV="1">
            <a:off x="4002635" y="3853084"/>
            <a:ext cx="1015059" cy="1330756"/>
          </a:xfrm>
          <a:prstGeom prst="bentConnector3">
            <a:avLst>
              <a:gd name="adj1" fmla="val 50000"/>
            </a:avLst>
          </a:prstGeom>
          <a:ln w="101600" cap="rnd">
            <a:solidFill>
              <a:srgbClr val="00B0F0"/>
            </a:solidFill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D96A37E4-A179-CA12-35EC-8FF51DD331DC}"/>
              </a:ext>
            </a:extLst>
          </p:cNvPr>
          <p:cNvCxnSpPr>
            <a:cxnSpLocks/>
            <a:stCxn id="75" idx="1"/>
          </p:cNvCxnSpPr>
          <p:nvPr/>
        </p:nvCxnSpPr>
        <p:spPr>
          <a:xfrm flipH="1">
            <a:off x="7120814" y="2483840"/>
            <a:ext cx="1015058" cy="1369244"/>
          </a:xfrm>
          <a:prstGeom prst="bentConnector3">
            <a:avLst>
              <a:gd name="adj1" fmla="val 50000"/>
            </a:avLst>
          </a:prstGeom>
          <a:ln w="101600" cap="rnd">
            <a:solidFill>
              <a:srgbClr val="0070C0"/>
            </a:solidFill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F35A6173-2EC1-E4E5-4858-555E11C52425}"/>
              </a:ext>
            </a:extLst>
          </p:cNvPr>
          <p:cNvCxnSpPr>
            <a:cxnSpLocks/>
            <a:stCxn id="77" idx="1"/>
          </p:cNvCxnSpPr>
          <p:nvPr/>
        </p:nvCxnSpPr>
        <p:spPr>
          <a:xfrm flipH="1" flipV="1">
            <a:off x="6069254" y="4950364"/>
            <a:ext cx="2139890" cy="271964"/>
          </a:xfrm>
          <a:prstGeom prst="bentConnector2">
            <a:avLst/>
          </a:prstGeom>
          <a:ln w="101600" cap="rnd">
            <a:solidFill>
              <a:schemeClr val="accent2"/>
            </a:solidFill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570396A1-0622-40D2-1EC9-F095F55683BB}"/>
              </a:ext>
            </a:extLst>
          </p:cNvPr>
          <p:cNvGrpSpPr/>
          <p:nvPr/>
        </p:nvGrpSpPr>
        <p:grpSpPr>
          <a:xfrm>
            <a:off x="5230323" y="2924031"/>
            <a:ext cx="1677863" cy="1858106"/>
            <a:chOff x="1033096" y="2286000"/>
            <a:chExt cx="1677863" cy="1858106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C82B4D6-F90F-CE59-197A-142E1E13CA83}"/>
                </a:ext>
              </a:extLst>
            </p:cNvPr>
            <p:cNvGrpSpPr/>
            <p:nvPr/>
          </p:nvGrpSpPr>
          <p:grpSpPr>
            <a:xfrm>
              <a:off x="1040420" y="2470638"/>
              <a:ext cx="1670539" cy="1673468"/>
              <a:chOff x="1040420" y="2470638"/>
              <a:chExt cx="1670539" cy="1673468"/>
            </a:xfrm>
          </p:grpSpPr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9B8DCDA8-4A85-666C-6AF3-A8C41B62F6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0420" y="2470638"/>
                <a:ext cx="0" cy="1670539"/>
              </a:xfrm>
              <a:prstGeom prst="line">
                <a:avLst/>
              </a:prstGeom>
              <a:ln w="12700" cap="rnd">
                <a:solidFill>
                  <a:schemeClr val="accent4">
                    <a:lumMod val="7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BD88BB0F-A525-FC72-7233-20F03F0F94E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875690" y="3308836"/>
                <a:ext cx="0" cy="1670539"/>
              </a:xfrm>
              <a:prstGeom prst="line">
                <a:avLst/>
              </a:prstGeom>
              <a:ln w="12700" cap="rnd">
                <a:solidFill>
                  <a:schemeClr val="accent4">
                    <a:lumMod val="7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EDDF436-0EBF-4A94-BB65-E38BF793819B}"/>
                </a:ext>
              </a:extLst>
            </p:cNvPr>
            <p:cNvSpPr/>
            <p:nvPr/>
          </p:nvSpPr>
          <p:spPr>
            <a:xfrm>
              <a:off x="1033096" y="3327888"/>
              <a:ext cx="1578219" cy="589085"/>
            </a:xfrm>
            <a:custGeom>
              <a:avLst/>
              <a:gdLst>
                <a:gd name="csX0" fmla="*/ 0 w 1578219"/>
                <a:gd name="csY0" fmla="*/ 241789 h 589085"/>
                <a:gd name="csX1" fmla="*/ 254977 w 1578219"/>
                <a:gd name="csY1" fmla="*/ 184639 h 589085"/>
                <a:gd name="csX2" fmla="*/ 356089 w 1578219"/>
                <a:gd name="csY2" fmla="*/ 0 h 589085"/>
                <a:gd name="csX3" fmla="*/ 571500 w 1578219"/>
                <a:gd name="csY3" fmla="*/ 316524 h 589085"/>
                <a:gd name="csX4" fmla="*/ 545123 w 1578219"/>
                <a:gd name="csY4" fmla="*/ 553916 h 589085"/>
                <a:gd name="csX5" fmla="*/ 606669 w 1578219"/>
                <a:gd name="csY5" fmla="*/ 575897 h 589085"/>
                <a:gd name="csX6" fmla="*/ 817685 w 1578219"/>
                <a:gd name="csY6" fmla="*/ 589085 h 589085"/>
                <a:gd name="csX7" fmla="*/ 888023 w 1578219"/>
                <a:gd name="csY7" fmla="*/ 501162 h 589085"/>
                <a:gd name="csX8" fmla="*/ 1050681 w 1578219"/>
                <a:gd name="csY8" fmla="*/ 250581 h 589085"/>
                <a:gd name="csX9" fmla="*/ 1239716 w 1578219"/>
                <a:gd name="csY9" fmla="*/ 87924 h 589085"/>
                <a:gd name="csX10" fmla="*/ 1296866 w 1578219"/>
                <a:gd name="csY10" fmla="*/ 123093 h 589085"/>
                <a:gd name="csX11" fmla="*/ 1565031 w 1578219"/>
                <a:gd name="csY11" fmla="*/ 457200 h 589085"/>
                <a:gd name="csX12" fmla="*/ 1578219 w 1578219"/>
                <a:gd name="csY12" fmla="*/ 483577 h 5890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578219" h="589085">
                  <a:moveTo>
                    <a:pt x="0" y="241789"/>
                  </a:moveTo>
                  <a:cubicBezTo>
                    <a:pt x="170000" y="225000"/>
                    <a:pt x="240000" y="0"/>
                    <a:pt x="356089" y="0"/>
                  </a:cubicBezTo>
                  <a:cubicBezTo>
                    <a:pt x="500000" y="0"/>
                    <a:pt x="490000" y="589085"/>
                    <a:pt x="730000" y="589085"/>
                  </a:cubicBezTo>
                  <a:cubicBezTo>
                    <a:pt x="930000" y="589085"/>
                    <a:pt x="1090000" y="87924"/>
                    <a:pt x="1239716" y="87924"/>
                  </a:cubicBezTo>
                  <a:cubicBezTo>
                    <a:pt x="1370000" y="87924"/>
                    <a:pt x="1480000" y="330000"/>
                    <a:pt x="1578219" y="483577"/>
                  </a:cubicBezTo>
                </a:path>
              </a:pathLst>
            </a:custGeom>
            <a:noFill/>
            <a:ln w="31750" cap="rnd">
              <a:solidFill>
                <a:srgbClr val="344F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Flatter charging profile - dashed" descr="Illustrative smoothed profile with reduced peaks, raised lows, broader peaks and the same geometric average as the solid curve.">
              <a:extLst>
                <a:ext uri="{FF2B5EF4-FFF2-40B4-BE49-F238E27FC236}">
                  <a16:creationId xmlns:a16="http://schemas.microsoft.com/office/drawing/2014/main" id="{45507A6D-6F68-4E12-3ED9-9BF45BAF7345}"/>
                </a:ext>
              </a:extLst>
            </p:cNvPr>
            <p:cNvSpPr/>
            <p:nvPr/>
          </p:nvSpPr>
          <p:spPr>
            <a:xfrm>
              <a:off x="1033096" y="3327888"/>
              <a:ext cx="1578219" cy="589085"/>
            </a:xfrm>
            <a:custGeom>
              <a:avLst/>
              <a:gdLst/>
              <a:ahLst/>
              <a:cxnLst/>
              <a:rect l="l" t="t" r="r" b="b"/>
              <a:pathLst>
                <a:path w="1578219" h="589085" fill="none">
                  <a:moveTo>
                    <a:pt x="0" y="221871"/>
                  </a:moveTo>
                  <a:cubicBezTo>
                    <a:pt x="13152" y="221830"/>
                    <a:pt x="26304" y="220842"/>
                    <a:pt x="39455" y="218833"/>
                  </a:cubicBezTo>
                  <a:cubicBezTo>
                    <a:pt x="52607" y="216824"/>
                    <a:pt x="65759" y="213836"/>
                    <a:pt x="78911" y="210026"/>
                  </a:cubicBezTo>
                  <a:cubicBezTo>
                    <a:pt x="92063" y="206216"/>
                    <a:pt x="105215" y="201583"/>
                    <a:pt x="118366" y="196399"/>
                  </a:cubicBezTo>
                  <a:cubicBezTo>
                    <a:pt x="131518" y="191215"/>
                    <a:pt x="144670" y="185480"/>
                    <a:pt x="157822" y="179579"/>
                  </a:cubicBezTo>
                  <a:cubicBezTo>
                    <a:pt x="170974" y="173679"/>
                    <a:pt x="184126" y="167612"/>
                    <a:pt x="197277" y="161863"/>
                  </a:cubicBezTo>
                  <a:cubicBezTo>
                    <a:pt x="210429" y="156114"/>
                    <a:pt x="223581" y="150684"/>
                    <a:pt x="236733" y="146122"/>
                  </a:cubicBezTo>
                  <a:cubicBezTo>
                    <a:pt x="249885" y="141561"/>
                    <a:pt x="263036" y="137872"/>
                    <a:pt x="276188" y="135612"/>
                  </a:cubicBezTo>
                  <a:cubicBezTo>
                    <a:pt x="289340" y="133352"/>
                    <a:pt x="302492" y="132526"/>
                    <a:pt x="315644" y="133596"/>
                  </a:cubicBezTo>
                  <a:cubicBezTo>
                    <a:pt x="328796" y="134666"/>
                    <a:pt x="341947" y="137638"/>
                    <a:pt x="355099" y="142758"/>
                  </a:cubicBezTo>
                  <a:cubicBezTo>
                    <a:pt x="368251" y="147877"/>
                    <a:pt x="381403" y="155148"/>
                    <a:pt x="394555" y="164493"/>
                  </a:cubicBezTo>
                  <a:cubicBezTo>
                    <a:pt x="407707" y="173838"/>
                    <a:pt x="420858" y="185256"/>
                    <a:pt x="434010" y="198312"/>
                  </a:cubicBezTo>
                  <a:cubicBezTo>
                    <a:pt x="447162" y="211367"/>
                    <a:pt x="460314" y="226054"/>
                    <a:pt x="473466" y="241641"/>
                  </a:cubicBezTo>
                  <a:cubicBezTo>
                    <a:pt x="486618" y="257229"/>
                    <a:pt x="499769" y="273708"/>
                    <a:pt x="512921" y="290211"/>
                  </a:cubicBezTo>
                  <a:cubicBezTo>
                    <a:pt x="526073" y="306715"/>
                    <a:pt x="539225" y="323234"/>
                    <a:pt x="552377" y="338956"/>
                  </a:cubicBezTo>
                  <a:cubicBezTo>
                    <a:pt x="565528" y="354678"/>
                    <a:pt x="578680" y="369599"/>
                    <a:pt x="591832" y="383111"/>
                  </a:cubicBezTo>
                  <a:cubicBezTo>
                    <a:pt x="604984" y="396623"/>
                    <a:pt x="618136" y="408727"/>
                    <a:pt x="631288" y="419084"/>
                  </a:cubicBezTo>
                  <a:cubicBezTo>
                    <a:pt x="644439" y="429441"/>
                    <a:pt x="657591" y="438056"/>
                    <a:pt x="670743" y="444833"/>
                  </a:cubicBezTo>
                  <a:cubicBezTo>
                    <a:pt x="683895" y="451610"/>
                    <a:pt x="697047" y="456554"/>
                    <a:pt x="710199" y="459736"/>
                  </a:cubicBezTo>
                  <a:cubicBezTo>
                    <a:pt x="723350" y="462918"/>
                    <a:pt x="736502" y="464340"/>
                    <a:pt x="749654" y="464162"/>
                  </a:cubicBezTo>
                  <a:cubicBezTo>
                    <a:pt x="762806" y="463983"/>
                    <a:pt x="775958" y="462205"/>
                    <a:pt x="789110" y="459020"/>
                  </a:cubicBezTo>
                  <a:cubicBezTo>
                    <a:pt x="802261" y="455834"/>
                    <a:pt x="815413" y="451243"/>
                    <a:pt x="828565" y="445455"/>
                  </a:cubicBezTo>
                  <a:cubicBezTo>
                    <a:pt x="841717" y="439668"/>
                    <a:pt x="854869" y="432685"/>
                    <a:pt x="868020" y="424732"/>
                  </a:cubicBezTo>
                  <a:cubicBezTo>
                    <a:pt x="881172" y="416780"/>
                    <a:pt x="894324" y="407857"/>
                    <a:pt x="907476" y="398209"/>
                  </a:cubicBezTo>
                  <a:cubicBezTo>
                    <a:pt x="920628" y="388562"/>
                    <a:pt x="933780" y="378188"/>
                    <a:pt x="946931" y="367361"/>
                  </a:cubicBezTo>
                  <a:cubicBezTo>
                    <a:pt x="960083" y="356534"/>
                    <a:pt x="973235" y="345253"/>
                    <a:pt x="986387" y="333822"/>
                  </a:cubicBezTo>
                  <a:cubicBezTo>
                    <a:pt x="999539" y="322391"/>
                    <a:pt x="1012691" y="310809"/>
                    <a:pt x="1025842" y="299409"/>
                  </a:cubicBezTo>
                  <a:cubicBezTo>
                    <a:pt x="1038994" y="288009"/>
                    <a:pt x="1052146" y="276791"/>
                    <a:pt x="1065298" y="266098"/>
                  </a:cubicBezTo>
                  <a:cubicBezTo>
                    <a:pt x="1078450" y="255405"/>
                    <a:pt x="1091601" y="245239"/>
                    <a:pt x="1104753" y="235932"/>
                  </a:cubicBezTo>
                  <a:cubicBezTo>
                    <a:pt x="1117905" y="226626"/>
                    <a:pt x="1131057" y="218180"/>
                    <a:pt x="1144209" y="210886"/>
                  </a:cubicBezTo>
                  <a:cubicBezTo>
                    <a:pt x="1157361" y="203593"/>
                    <a:pt x="1170512" y="197453"/>
                    <a:pt x="1183664" y="192686"/>
                  </a:cubicBezTo>
                  <a:cubicBezTo>
                    <a:pt x="1196816" y="187919"/>
                    <a:pt x="1209968" y="184526"/>
                    <a:pt x="1223120" y="182633"/>
                  </a:cubicBezTo>
                  <a:cubicBezTo>
                    <a:pt x="1236272" y="180741"/>
                    <a:pt x="1249423" y="180358"/>
                    <a:pt x="1262575" y="181466"/>
                  </a:cubicBezTo>
                  <a:cubicBezTo>
                    <a:pt x="1275727" y="182573"/>
                    <a:pt x="1288879" y="185172"/>
                    <a:pt x="1302031" y="189134"/>
                  </a:cubicBezTo>
                  <a:cubicBezTo>
                    <a:pt x="1315182" y="193097"/>
                    <a:pt x="1328334" y="198424"/>
                    <a:pt x="1341486" y="204846"/>
                  </a:cubicBezTo>
                  <a:cubicBezTo>
                    <a:pt x="1354638" y="211269"/>
                    <a:pt x="1367790" y="218788"/>
                    <a:pt x="1380942" y="226980"/>
                  </a:cubicBezTo>
                  <a:cubicBezTo>
                    <a:pt x="1394093" y="235173"/>
                    <a:pt x="1407245" y="244039"/>
                    <a:pt x="1420397" y="253006"/>
                  </a:cubicBezTo>
                  <a:cubicBezTo>
                    <a:pt x="1433549" y="261973"/>
                    <a:pt x="1446701" y="271037"/>
                    <a:pt x="1459853" y="279528"/>
                  </a:cubicBezTo>
                  <a:cubicBezTo>
                    <a:pt x="1473004" y="288019"/>
                    <a:pt x="1486156" y="295929"/>
                    <a:pt x="1499308" y="302598"/>
                  </a:cubicBezTo>
                  <a:cubicBezTo>
                    <a:pt x="1512460" y="309268"/>
                    <a:pt x="1525612" y="314688"/>
                    <a:pt x="1538764" y="318366"/>
                  </a:cubicBezTo>
                  <a:cubicBezTo>
                    <a:pt x="1551915" y="322045"/>
                    <a:pt x="1565067" y="323900"/>
                    <a:pt x="1578219" y="323976"/>
                  </a:cubicBezTo>
                </a:path>
              </a:pathLst>
            </a:custGeom>
            <a:noFill/>
            <a:ln w="31750" cap="rnd">
              <a:solidFill>
                <a:srgbClr val="5596C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4" name="Graphic 13" descr="Electric car with solid fill">
              <a:extLst>
                <a:ext uri="{FF2B5EF4-FFF2-40B4-BE49-F238E27FC236}">
                  <a16:creationId xmlns:a16="http://schemas.microsoft.com/office/drawing/2014/main" id="{C64F6AF8-2021-4B93-C89A-98A5AA4686F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316511" y="2538501"/>
              <a:ext cx="914400" cy="91440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BB8139F-DCF5-AE81-D977-0045A56CE583}"/>
                </a:ext>
              </a:extLst>
            </p:cNvPr>
            <p:cNvSpPr txBox="1"/>
            <p:nvPr/>
          </p:nvSpPr>
          <p:spPr>
            <a:xfrm>
              <a:off x="1175657" y="2286000"/>
              <a:ext cx="914400" cy="914400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600">
                  <a:solidFill>
                    <a:schemeClr val="accent4">
                      <a:lumMod val="75000"/>
                    </a:schemeClr>
                  </a:solidFill>
                </a:rPr>
                <a:t>Charging profile</a:t>
              </a:r>
            </a:p>
          </p:txBody>
        </p:sp>
      </p:grp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6C08825-D011-83F7-2066-6AC6CF5592BB}"/>
              </a:ext>
            </a:extLst>
          </p:cNvPr>
          <p:cNvSpPr/>
          <p:nvPr/>
        </p:nvSpPr>
        <p:spPr>
          <a:xfrm>
            <a:off x="5026169" y="1421792"/>
            <a:ext cx="2102400" cy="360000"/>
          </a:xfrm>
          <a:prstGeom prst="roundRect">
            <a:avLst/>
          </a:prstGeom>
          <a:solidFill>
            <a:srgbClr val="344F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600" dirty="0"/>
              <a:t>Baseline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6F92ED58-1DE9-560E-9BC5-456D8DF57620}"/>
              </a:ext>
            </a:extLst>
          </p:cNvPr>
          <p:cNvSpPr/>
          <p:nvPr/>
        </p:nvSpPr>
        <p:spPr>
          <a:xfrm>
            <a:off x="5026169" y="1846279"/>
            <a:ext cx="2102400" cy="360000"/>
          </a:xfrm>
          <a:prstGeom prst="roundRect">
            <a:avLst/>
          </a:prstGeom>
          <a:solidFill>
            <a:srgbClr val="5596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600" dirty="0"/>
              <a:t>Variant</a:t>
            </a:r>
          </a:p>
        </p:txBody>
      </p:sp>
    </p:spTree>
    <p:extLst>
      <p:ext uri="{BB962C8B-B14F-4D97-AF65-F5344CB8AC3E}">
        <p14:creationId xmlns:p14="http://schemas.microsoft.com/office/powerpoint/2010/main" val="2531940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17F73-ED27-D913-B0A0-BC1AE6638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err="1"/>
              <a:t>ChaProEV</a:t>
            </a:r>
            <a:r>
              <a:rPr lang="en-GB"/>
              <a:t> availability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E71B03-2323-720A-8CE1-7ACA684E39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CAD40-A34D-B816-70B4-8D36E540357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GB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10A12D6-61D3-7DF3-13A3-15AC843D0F12}"/>
              </a:ext>
            </a:extLst>
          </p:cNvPr>
          <p:cNvGrpSpPr/>
          <p:nvPr/>
        </p:nvGrpSpPr>
        <p:grpSpPr>
          <a:xfrm>
            <a:off x="719138" y="2604948"/>
            <a:ext cx="4908884" cy="1884948"/>
            <a:chOff x="5262879" y="2479518"/>
            <a:chExt cx="4908884" cy="188494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A845DFE8-9CDE-4A72-C37A-C7662FCE2E4B}"/>
                </a:ext>
              </a:extLst>
            </p:cNvPr>
            <p:cNvSpPr/>
            <p:nvPr/>
          </p:nvSpPr>
          <p:spPr>
            <a:xfrm>
              <a:off x="5262879" y="2479518"/>
              <a:ext cx="4908884" cy="1884948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Source code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1EB6D1B-E63A-B221-821D-1C7F3B701ADD}"/>
                </a:ext>
              </a:extLst>
            </p:cNvPr>
            <p:cNvSpPr txBox="1"/>
            <p:nvPr/>
          </p:nvSpPr>
          <p:spPr>
            <a:xfrm>
              <a:off x="5262879" y="3446502"/>
              <a:ext cx="490888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https://github.com/TNO/ChaProEV</a:t>
              </a: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C189F55-58D2-8AEA-7F0D-D9A6DFFB9DA6}"/>
              </a:ext>
            </a:extLst>
          </p:cNvPr>
          <p:cNvGrpSpPr/>
          <p:nvPr/>
        </p:nvGrpSpPr>
        <p:grpSpPr>
          <a:xfrm>
            <a:off x="6563980" y="2604948"/>
            <a:ext cx="4908884" cy="1884948"/>
            <a:chOff x="3994694" y="4253052"/>
            <a:chExt cx="4908884" cy="188494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520C2856-3292-CEFE-C8EA-F9AEFAB83CED}"/>
                </a:ext>
              </a:extLst>
            </p:cNvPr>
            <p:cNvSpPr/>
            <p:nvPr/>
          </p:nvSpPr>
          <p:spPr>
            <a:xfrm>
              <a:off x="3994694" y="4253052"/>
              <a:ext cx="4908884" cy="1884948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</a:rPr>
                <a:t>Library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8FB3F5F-80F4-D0DF-E68F-0717F30B5DC0}"/>
                </a:ext>
              </a:extLst>
            </p:cNvPr>
            <p:cNvSpPr txBox="1"/>
            <p:nvPr/>
          </p:nvSpPr>
          <p:spPr>
            <a:xfrm>
              <a:off x="3994694" y="5247273"/>
              <a:ext cx="490888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S Me Pro"/>
                  <a:ea typeface="+mn-ea"/>
                  <a:cs typeface="+mn-cs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https://pypi.org/project/ChaProEV/</a:t>
              </a: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endParaRPr>
            </a:p>
          </p:txBody>
        </p:sp>
      </p:grpSp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39CA830D-4D57-7196-69CF-869760C9D86C}"/>
              </a:ext>
            </a:extLst>
          </p:cNvPr>
          <p:cNvSpPr/>
          <p:nvPr/>
        </p:nvSpPr>
        <p:spPr>
          <a:xfrm>
            <a:off x="7256475" y="4639257"/>
            <a:ext cx="2490535" cy="1474704"/>
          </a:xfrm>
          <a:prstGeom prst="wedgeRoundRectCallout">
            <a:avLst>
              <a:gd name="adj1" fmla="val -36977"/>
              <a:gd name="adj2" fmla="val -96021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Add scenario files and call functions within your model or independently</a:t>
            </a:r>
          </a:p>
        </p:txBody>
      </p:sp>
      <p:sp>
        <p:nvSpPr>
          <p:cNvPr id="16" name="Speech Bubble: Rectangle with Corners Rounded 15">
            <a:extLst>
              <a:ext uri="{FF2B5EF4-FFF2-40B4-BE49-F238E27FC236}">
                <a16:creationId xmlns:a16="http://schemas.microsoft.com/office/drawing/2014/main" id="{51E4701F-D67B-A8FA-4B53-D76C46C66FB0}"/>
              </a:ext>
            </a:extLst>
          </p:cNvPr>
          <p:cNvSpPr/>
          <p:nvPr/>
        </p:nvSpPr>
        <p:spPr>
          <a:xfrm>
            <a:off x="2281703" y="4639257"/>
            <a:ext cx="2490535" cy="1474704"/>
          </a:xfrm>
          <a:prstGeom prst="wedgeRoundRectCallout">
            <a:avLst>
              <a:gd name="adj1" fmla="val -36977"/>
              <a:gd name="adj2" fmla="val -96021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S Me Pro"/>
                <a:ea typeface="+mn-ea"/>
                <a:cs typeface="+mn-cs"/>
              </a:rPr>
              <a:t>Understand how the model works</a:t>
            </a:r>
          </a:p>
        </p:txBody>
      </p:sp>
    </p:spTree>
    <p:extLst>
      <p:ext uri="{BB962C8B-B14F-4D97-AF65-F5344CB8AC3E}">
        <p14:creationId xmlns:p14="http://schemas.microsoft.com/office/powerpoint/2010/main" val="3790148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3_TNO Template-set">
  <a:themeElements>
    <a:clrScheme name="TNO Kleuren">
      <a:dk1>
        <a:srgbClr val="00030A"/>
      </a:dk1>
      <a:lt1>
        <a:sysClr val="window" lastClr="FFFFFF"/>
      </a:lt1>
      <a:dk2>
        <a:srgbClr val="000000"/>
      </a:dk2>
      <a:lt2>
        <a:srgbClr val="F0F3FA"/>
      </a:lt2>
      <a:accent1>
        <a:srgbClr val="123EB7"/>
      </a:accent1>
      <a:accent2>
        <a:srgbClr val="002484"/>
      </a:accent2>
      <a:accent3>
        <a:srgbClr val="F0F3FA"/>
      </a:accent3>
      <a:accent4>
        <a:srgbClr val="3369FF"/>
      </a:accent4>
      <a:accent5>
        <a:srgbClr val="F57118"/>
      </a:accent5>
      <a:accent6>
        <a:srgbClr val="F0F0F0"/>
      </a:accent6>
      <a:hlink>
        <a:srgbClr val="123EB7"/>
      </a:hlink>
      <a:folHlink>
        <a:srgbClr val="F0F0F0"/>
      </a:folHlink>
    </a:clrScheme>
    <a:fontScheme name="Aangepast 5">
      <a:majorFont>
        <a:latin typeface="PP Object Sans Heavy"/>
        <a:ea typeface=""/>
        <a:cs typeface=""/>
      </a:majorFont>
      <a:minorFont>
        <a:latin typeface="FS Me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44000" tIns="144000" rIns="144000" bIns="144000" rtlCol="0" anchor="ctr"/>
      <a:lstStyle>
        <a:defPPr algn="ctr">
          <a:lnSpc>
            <a:spcPct val="90000"/>
          </a:lnSpc>
          <a:spcBef>
            <a:spcPts val="200"/>
          </a:spcBef>
          <a:spcAft>
            <a:spcPts val="200"/>
          </a:spcAft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chemeClr val="accent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90000"/>
          </a:lnSpc>
          <a:spcBef>
            <a:spcPts val="600"/>
          </a:spcBef>
          <a:spcAft>
            <a:spcPts val="600"/>
          </a:spcAft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11462</TotalTime>
  <Words>482</Words>
  <Application>Microsoft Office PowerPoint</Application>
  <PresentationFormat>Widescreen</PresentationFormat>
  <Paragraphs>134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Arial</vt:lpstr>
      <vt:lpstr>Calibri</vt:lpstr>
      <vt:lpstr>FS Me Pro</vt:lpstr>
      <vt:lpstr>PP Object Sans Heavy</vt:lpstr>
      <vt:lpstr>Segoe UI</vt:lpstr>
      <vt:lpstr>3_TNO Template-set</vt:lpstr>
      <vt:lpstr>PowerPoint Presentation</vt:lpstr>
      <vt:lpstr>ChaProEV is a generic activity-level model</vt:lpstr>
      <vt:lpstr>Structure of ChaProEV</vt:lpstr>
      <vt:lpstr>PowerPoint Presentation</vt:lpstr>
      <vt:lpstr>PowerPoint Presentation</vt:lpstr>
      <vt:lpstr>PowerPoint Presentation</vt:lpstr>
      <vt:lpstr>ChaProEV delivers baseline profiles and boundary conditions for energy system models</vt:lpstr>
      <vt:lpstr>Basic approach: Fleet-level averages</vt:lpstr>
      <vt:lpstr>Stochastic approach: Repeated random draws for individual vehicles </vt:lpstr>
      <vt:lpstr>Each approach has its own uses</vt:lpstr>
      <vt:lpstr>Add more features with stochastic approach</vt:lpstr>
      <vt:lpstr>Grid: transformer balancing/topological effects</vt:lpstr>
      <vt:lpstr>Charging: Curve effects and connection management</vt:lpstr>
      <vt:lpstr>Behaviour: Peer effects and balance of preferences</vt:lpstr>
      <vt:lpstr>Strategies: How and which trigger</vt:lpstr>
      <vt:lpstr>Create dashboard to test variants of tested elements</vt:lpstr>
      <vt:lpstr>ChaProEV availability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Usmani, O.A. (Omar)</dc:creator>
  <cp:lastModifiedBy>Usmani, O.A. (Omar)</cp:lastModifiedBy>
  <cp:revision>3</cp:revision>
  <dcterms:created xsi:type="dcterms:W3CDTF">2026-10-12T13:42:23Z</dcterms:created>
  <dcterms:modified xsi:type="dcterms:W3CDTF">2026-10-20T14:21:14Z</dcterms:modified>
</cp:coreProperties>
</file>